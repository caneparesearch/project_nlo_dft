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76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921"/>
    <a:srgbClr val="E14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7"/>
    <p:restoredTop sz="94633"/>
  </p:normalViewPr>
  <p:slideViewPr>
    <p:cSldViewPr snapToGrid="0">
      <p:cViewPr varScale="1">
        <p:scale>
          <a:sx n="147" d="100"/>
          <a:sy n="147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D297D-CF9E-1D4A-84C7-9BE89F350BA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8E2D4-8B9C-584C-A37F-FC4AB2153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8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07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7E67-CFAD-7B8D-8FF9-7EED99C8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32328-79D4-0EFA-BBE9-B84AEF555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19792-2CA1-59A3-4A51-41F6BE591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3392-66E0-9ECA-CE70-58D3BBD19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4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E3A9-39FA-E6B5-6B6E-7D0CE321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F519B-1C0B-BAD5-8AFC-8B4D8C4F3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1A2F-119D-FA06-E0E7-2AE7409F1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2DA50-340E-5871-D1D5-31D913DB7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54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F544C-63C8-799A-C2DA-B3399A69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C7A51-124D-EB29-3D78-4D04ED99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681B3-4351-606F-B105-8EFD30E25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32E81-6790-6D16-D0EE-DBB547CBB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85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2B582-2B30-4379-25A0-CFE34787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B024-B5FD-5066-E1F1-EBEF61E21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97DB-1110-2649-CBEF-FAC97D0F9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86305-4139-2813-E0CF-0D73FFDC9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71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873D-C83C-7108-BA2B-532E60FD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2B74A-1EF6-7E13-6F2A-D8CA8126D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EC60-5216-106C-3243-53F56365D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F152-E530-69FC-0946-69869E238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1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0FCE2-2E19-246A-760F-6D369BE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B0D4A-A1E3-5C9B-15FC-572445A36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AB7EE-375B-B82B-662B-961F478C1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1CEEB-8E50-17BC-8DD5-2A9BD0506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94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5041-C581-DACC-CD6E-24F3240D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79AEA-98D4-C50B-55CF-E5C0398B6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079F3-356C-7784-7E43-914266BFE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09E1F-485E-38BD-E02E-C02C652DE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76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777A-545B-0CB9-723B-47AE8798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E442B-AC36-FA1A-B204-D3F016D1F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F3F94-D907-DFAD-C976-094F8F91A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5E02-DA3A-AE75-62BD-10677970E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74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1C0-D2D4-26AD-C3FD-00A84369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56EB4-D566-7CB0-2C38-7DEDD33FA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218FE-0285-751B-55A9-19CCF57E5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7B748-764F-2F6E-DD8C-B2BFB1555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60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4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FFDC-62B4-BADD-0F54-CBC82C25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7128C-9D07-82D8-2057-7101ABD46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E214D-EBFC-BFBE-20E1-5ACFC0873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EE72-C758-421F-3048-AA7A1BEF4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33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0C7F-9E47-9FB7-DF6E-EC5E48A2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6BB14-DD48-8D6C-E7A5-7AC1F1B7D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27183-9984-FB48-3046-E5E2FE71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D6731-CB19-D2ED-DC97-89D2CB6A9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15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F02-6E86-A6CA-8C90-4545AE91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76788-F381-786B-B65B-30649CF22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A5398-0EE1-BC4C-1543-CF64F4EED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9B0EE-75B6-C2D2-5BCF-48703B0D2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2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7154-9CF0-0026-AF06-364D3CEB9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72EB1-37A1-1CF3-39A2-896A1C1B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C369-2027-5724-2B31-510E67A1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4103D-4321-A42D-88F0-6A87038A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B807F-F4B8-7297-1EA7-F7868737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0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A11F-F836-E63E-A4FE-BEEC7941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EE9C-C7CE-0EEB-9B54-357F4A818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89C-6D4A-8991-AB39-62D792AC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28E9-9EF3-5B30-1059-50FDE405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370C-E852-3370-33D2-CF9CE9AC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9C29-61A9-0FFE-C7A2-4027B4CB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33DCF-4CDE-A270-FFB7-5B482406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6CCB-E3FC-4995-577D-8622263C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29FDA-E9EF-9EB7-FA43-776A43BA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23B2-C64A-44CE-6BB2-4F4CC133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7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B9E6-DA78-E9AC-DCC8-5C49C3F2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0DA1-3431-63E2-E8C3-9DB39274E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4953E-B882-EEFC-4B0B-3791E1C0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2E305-59CF-A2C9-9189-7D1FD0CE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3E6F-BF43-7480-DFC1-8F926304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3B998-A04E-4291-E34D-679CB48B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8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5E161-473C-A25F-6496-9B46E672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263FF-1B6A-E00F-1E0F-C8D6F634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506F5-5C28-8A87-CCE4-0E57FD700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0A854-E7C7-EA2B-21BC-BE800F2DB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5D6F1-34CB-B6FA-DF0D-BF99E78BB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354B3-A1F3-36E4-6358-41E790DC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7507F-5550-2095-D175-44B7ACC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78781-7456-1BE6-9FF6-07ADEA7C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5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3718-3F2E-98C3-9ECB-7E18E38A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E691C-CEEB-4EE7-D5F9-40153EA2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86BAD-32BD-1D72-D548-91614788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7F9AF-C21B-CDFD-1222-382EEF78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32F86-500C-672D-24E5-ED811A07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E202F-4328-F956-4594-E01911E2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CB77C-B5E8-DFCB-BB3D-2738982A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8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A89E-BF4D-8BD2-019A-C14688FD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31E4-C463-98D0-3FA5-16B867DF6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8A8A2-E219-402A-E213-C423B167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5D7BE-4497-6CC6-36FC-B18C0A80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8404C-905D-958D-3893-D021D61B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BC82-904D-F03B-27EE-D7F796D1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9785-28F7-0395-4E4B-1E24C904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CA9E3-48C7-2849-4281-434050FDB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7332F-A7ED-8A8D-B159-0CECDA8EC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BD9B-B0A7-FADF-34BD-C8581D18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41A01-10A3-51CD-24AA-B17B7C83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FB4F1-0F5E-B869-43C6-80767F4A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9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E64D-03F0-A9C1-D155-5DA9192A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C0126-0599-A357-D38E-DF5388BBB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EF21-6749-6C42-81F3-00362E67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4D4F8-8DB4-585D-C5A8-F24EBE2E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7B9CF-7BEC-CA88-1763-46FD58A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E04FD-B982-F7DD-AAD3-49091E42E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A606A-1946-19A2-4278-52546BDD9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3555D-4168-0DFD-BFFA-3B06A10E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A017-AE95-06BE-FE95-41EB4F59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C59F-7F12-DABC-8DD9-F6EDDA72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9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8386B-8EBA-2CDA-BDBD-65A5C8DF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7254-7FC2-5C3D-90D1-4BB30099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FA682-F65E-8E70-09E8-153200271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C392C-A013-A548-9F7B-30B872484FD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9D02-63F6-B4A4-FE05-5356A7937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4AB66-0454-3A9A-BC38-F5D4158B3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8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32831"/>
                </a:solidFill>
                <a:latin typeface="Arial"/>
              </a:rPr>
              <a:t>Triangular base lattice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6-coordinate sites · primitive cell spans a₁, a₂ (1 atom / cell)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97280" y="5806440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 flipV="1">
            <a:off x="1097280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755648" y="5806440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 flipH="1" flipV="1">
            <a:off x="1426464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755648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2414015" y="5806440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 flipV="1">
            <a:off x="2084832" y="5236276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2414015" y="5236276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3072384" y="5806440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2743200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3072384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3730752" y="5806440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H="1" flipV="1">
            <a:off x="3401568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3730752" y="5236276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 flipV="1">
            <a:off x="4059935" y="5236276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 flipV="1">
            <a:off x="4389120" y="5236276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426464" y="523627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 flipV="1">
            <a:off x="1097280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1426464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2084832" y="523627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H="1" flipV="1">
            <a:off x="1755648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2084832" y="4666113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743200" y="523627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 flipV="1">
            <a:off x="2414015" y="4666113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743200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401568" y="5236276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 flipV="1">
            <a:off x="3072384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3401568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4059935" y="5236276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H="1" flipV="1">
            <a:off x="3730752" y="4666113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4059935" y="4666113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 flipV="1">
            <a:off x="4389120" y="4666113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097280" y="4666113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097280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755648" y="4666113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H="1" flipV="1">
            <a:off x="1426464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755648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414015" y="4666113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H="1" flipV="1">
            <a:off x="2084832" y="4095949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414015" y="4095949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3072384" y="4666113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 flipV="1">
            <a:off x="2743200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3072384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730752" y="4666113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H="1" flipV="1">
            <a:off x="3401568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3730752" y="4095949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H="1" flipV="1">
            <a:off x="4059935" y="4095949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4389120" y="4095949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426464" y="409594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H="1" flipV="1">
            <a:off x="1097280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1426464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084832" y="409594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H="1" flipV="1">
            <a:off x="1755648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84832" y="3525786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743200" y="409594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H="1" flipV="1">
            <a:off x="2414015" y="3525786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743200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3401568" y="4095949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H="1" flipV="1">
            <a:off x="3072384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3401568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4059935" y="4095949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H="1" flipV="1">
            <a:off x="3730752" y="3525786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4059935" y="3525786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H="1" flipV="1">
            <a:off x="4389120" y="3525786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1097280" y="352578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097280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1755648" y="3525786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 flipV="1">
            <a:off x="1426464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1755648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414015" y="3525786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H="1" flipV="1">
            <a:off x="2084832" y="2955622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414015" y="2955622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072384" y="352578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H="1" flipV="1">
            <a:off x="2743200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3072384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3730752" y="3525786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H="1" flipV="1">
            <a:off x="3401568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730752" y="2955622"/>
            <a:ext cx="329183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H="1" flipV="1">
            <a:off x="4059935" y="2955622"/>
            <a:ext cx="329185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4389120" y="2955622"/>
            <a:ext cx="329184" cy="570164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1426464" y="2955622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H="1" flipV="1">
            <a:off x="1097280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1426464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084832" y="2955622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H="1" flipV="1">
            <a:off x="1755648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084832" y="2385459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743200" y="2955622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H="1" flipV="1">
            <a:off x="2414015" y="2385459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743200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3401568" y="2955622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H="1" flipV="1">
            <a:off x="3072384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401568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4059935" y="2955622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H="1" flipV="1">
            <a:off x="3730752" y="2385459"/>
            <a:ext cx="329183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4059935" y="2385459"/>
            <a:ext cx="329185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H="1" flipV="1">
            <a:off x="4389120" y="2385459"/>
            <a:ext cx="329184" cy="570163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1097280" y="238545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1755648" y="2385459"/>
            <a:ext cx="658367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414015" y="2385459"/>
            <a:ext cx="658369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3072384" y="238545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730752" y="2385459"/>
            <a:ext cx="658368" cy="0"/>
          </a:xfrm>
          <a:prstGeom prst="line">
            <a:avLst/>
          </a:prstGeom>
          <a:ln w="12700">
            <a:solidFill>
              <a:srgbClr val="A9AFBA"/>
            </a:solidFill>
          </a:ln>
          <a:effectLst/>
        </p:spPr>
      </p:cxnSp>
      <p:sp>
        <p:nvSpPr>
          <p:cNvPr id="104" name="Oval 103"/>
          <p:cNvSpPr/>
          <p:nvPr/>
        </p:nvSpPr>
        <p:spPr>
          <a:xfrm>
            <a:off x="960120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618488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2276856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2935224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3593592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251959" y="566927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289304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47672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606040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3264408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3922775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581144" y="509911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60120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618488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2276856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2935224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3593592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251959" y="4528953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289304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947672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2606040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264408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922775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4581144" y="395878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960120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618488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2276856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2935224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3593592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4251959" y="3388626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289304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947672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2606040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3264408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3922775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4581144" y="2818462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960120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618488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2276856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2935224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3593592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4251959" y="2248299"/>
            <a:ext cx="274320" cy="274320"/>
          </a:xfrm>
          <a:prstGeom prst="ellipse">
            <a:avLst/>
          </a:prstGeom>
          <a:solidFill>
            <a:srgbClr val="E6B822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reeform 145"/>
          <p:cNvSpPr/>
          <p:nvPr/>
        </p:nvSpPr>
        <p:spPr>
          <a:xfrm rot="1885575">
            <a:off x="1747041" y="2312996"/>
            <a:ext cx="1658503" cy="3070617"/>
          </a:xfrm>
          <a:custGeom>
            <a:avLst/>
            <a:gdLst/>
            <a:ahLst/>
            <a:cxnLst/>
            <a:rect l="l" t="t" r="r" b="b"/>
            <a:pathLst>
              <a:path w="987552" h="570163">
                <a:moveTo>
                  <a:pt x="0" y="570163"/>
                </a:moveTo>
                <a:lnTo>
                  <a:pt x="658368" y="570163"/>
                </a:lnTo>
                <a:lnTo>
                  <a:pt x="987552" y="0"/>
                </a:lnTo>
                <a:lnTo>
                  <a:pt x="329184" y="0"/>
                </a:lnTo>
                <a:close/>
              </a:path>
            </a:pathLst>
          </a:custGeom>
          <a:noFill/>
          <a:ln w="38100">
            <a:solidFill>
              <a:srgbClr val="E04F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955279" y="14173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3955"/>
                </a:solidFill>
                <a:latin typeface="Arial"/>
              </a:rPr>
              <a:t>How to use the cell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55279" y="182880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Move:  click the red parallelogram and drag.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Reshape to a supercell:  Shape Format → Edit Shape → Edit Points, then drag each corner onto a node.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Reuse:  copy the spare cell below onto the lattice.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Mark occupancy:  recolour the dots you want occupied.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8412480" y="4367596"/>
            <a:ext cx="987552" cy="570164"/>
          </a:xfrm>
          <a:custGeom>
            <a:avLst/>
            <a:gdLst/>
            <a:ahLst/>
            <a:cxnLst/>
            <a:rect l="l" t="t" r="r" b="b"/>
            <a:pathLst>
              <a:path w="987552" h="570164">
                <a:moveTo>
                  <a:pt x="0" y="570164"/>
                </a:moveTo>
                <a:lnTo>
                  <a:pt x="658368" y="570164"/>
                </a:lnTo>
                <a:lnTo>
                  <a:pt x="987552" y="0"/>
                </a:lnTo>
                <a:lnTo>
                  <a:pt x="329183" y="0"/>
                </a:lnTo>
                <a:close/>
              </a:path>
            </a:pathLst>
          </a:custGeom>
          <a:noFill/>
          <a:ln w="38100">
            <a:solidFill>
              <a:srgbClr val="E04F2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321040" y="51023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 dirty="0">
                <a:solidFill>
                  <a:srgbClr val="6B7280"/>
                </a:solidFill>
                <a:latin typeface="Arial"/>
              </a:rPr>
              <a:t>spare primitive cell — copy 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32831"/>
                </a:solidFill>
                <a:latin typeface="Arial"/>
              </a:rPr>
              <a:t>Honeycomb base lattice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3-coordinate sites · primitive cell spans a₁, a₂ (2 atoms / cell)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955279" y="141732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3955"/>
                </a:solidFill>
                <a:latin typeface="Arial"/>
              </a:rPr>
              <a:t>How to use the cell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182880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Move:  click the red parallelogram and drag.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Reshape to a supercell:  Shape Format → Edit Shape → Edit Points, then drag each corner onto a node.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Reuse:  copy the spare cell below onto the lattice.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32831"/>
                </a:solidFill>
                <a:latin typeface="Arial"/>
              </a:rPr>
              <a:t>•  Mark occupancy:  recolour the dots you want occupied.</a:t>
            </a:r>
          </a:p>
        </p:txBody>
      </p: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BBE2DA76-329C-5F4C-E4E9-05E4AB8DBE3C}"/>
              </a:ext>
            </a:extLst>
          </p:cNvPr>
          <p:cNvGrpSpPr/>
          <p:nvPr/>
        </p:nvGrpSpPr>
        <p:grpSpPr>
          <a:xfrm>
            <a:off x="839524" y="1719072"/>
            <a:ext cx="5197448" cy="4425696"/>
            <a:chOff x="839524" y="1719072"/>
            <a:chExt cx="5197448" cy="4425696"/>
          </a:xfrm>
        </p:grpSpPr>
        <p:cxnSp>
          <p:nvCxnSpPr>
            <p:cNvPr id="176" name="Connector 2">
              <a:extLst>
                <a:ext uri="{FF2B5EF4-FFF2-40B4-BE49-F238E27FC236}">
                  <a16:creationId xmlns:a16="http://schemas.microsoft.com/office/drawing/2014/main" id="{D1838D3B-D1E0-CF86-CFC4-73819CFE0E33}"/>
                </a:ext>
              </a:extLst>
            </p:cNvPr>
            <p:cNvCxnSpPr/>
            <p:nvPr/>
          </p:nvCxnSpPr>
          <p:spPr>
            <a:xfrm>
              <a:off x="5148738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7" name="Connector 3">
              <a:extLst>
                <a:ext uri="{FF2B5EF4-FFF2-40B4-BE49-F238E27FC236}">
                  <a16:creationId xmlns:a16="http://schemas.microsoft.com/office/drawing/2014/main" id="{4C5DE117-88AC-63F3-28EC-B100A8FD20C5}"/>
                </a:ext>
              </a:extLst>
            </p:cNvPr>
            <p:cNvCxnSpPr/>
            <p:nvPr/>
          </p:nvCxnSpPr>
          <p:spPr>
            <a:xfrm>
              <a:off x="4768629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8" name="Connector 4">
              <a:extLst>
                <a:ext uri="{FF2B5EF4-FFF2-40B4-BE49-F238E27FC236}">
                  <a16:creationId xmlns:a16="http://schemas.microsoft.com/office/drawing/2014/main" id="{4E77A5E7-86BF-42AE-93AC-9CD6114BB1B8}"/>
                </a:ext>
              </a:extLst>
            </p:cNvPr>
            <p:cNvCxnSpPr/>
            <p:nvPr/>
          </p:nvCxnSpPr>
          <p:spPr>
            <a:xfrm>
              <a:off x="2868084" y="2724911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9" name="Connector 5">
              <a:extLst>
                <a:ext uri="{FF2B5EF4-FFF2-40B4-BE49-F238E27FC236}">
                  <a16:creationId xmlns:a16="http://schemas.microsoft.com/office/drawing/2014/main" id="{4A610E4E-8C73-2042-5EC9-24CA95EA2632}"/>
                </a:ext>
              </a:extLst>
            </p:cNvPr>
            <p:cNvCxnSpPr/>
            <p:nvPr/>
          </p:nvCxnSpPr>
          <p:spPr>
            <a:xfrm>
              <a:off x="5148738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0" name="Connector 6">
              <a:extLst>
                <a:ext uri="{FF2B5EF4-FFF2-40B4-BE49-F238E27FC236}">
                  <a16:creationId xmlns:a16="http://schemas.microsoft.com/office/drawing/2014/main" id="{5EDCADD4-018D-E764-B849-34331CACD8FE}"/>
                </a:ext>
              </a:extLst>
            </p:cNvPr>
            <p:cNvCxnSpPr/>
            <p:nvPr/>
          </p:nvCxnSpPr>
          <p:spPr>
            <a:xfrm>
              <a:off x="5528847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1" name="Connector 7">
              <a:extLst>
                <a:ext uri="{FF2B5EF4-FFF2-40B4-BE49-F238E27FC236}">
                  <a16:creationId xmlns:a16="http://schemas.microsoft.com/office/drawing/2014/main" id="{F005D343-3FD0-4FCC-8421-CF0235AD4074}"/>
                </a:ext>
              </a:extLst>
            </p:cNvPr>
            <p:cNvCxnSpPr/>
            <p:nvPr/>
          </p:nvCxnSpPr>
          <p:spPr>
            <a:xfrm flipV="1">
              <a:off x="4008411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2" name="Connector 8">
              <a:extLst>
                <a:ext uri="{FF2B5EF4-FFF2-40B4-BE49-F238E27FC236}">
                  <a16:creationId xmlns:a16="http://schemas.microsoft.com/office/drawing/2014/main" id="{C19673C2-F586-94AB-307C-B437685CDA12}"/>
                </a:ext>
              </a:extLst>
            </p:cNvPr>
            <p:cNvCxnSpPr/>
            <p:nvPr/>
          </p:nvCxnSpPr>
          <p:spPr>
            <a:xfrm>
              <a:off x="5528847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3" name="Connector 9">
              <a:extLst>
                <a:ext uri="{FF2B5EF4-FFF2-40B4-BE49-F238E27FC236}">
                  <a16:creationId xmlns:a16="http://schemas.microsoft.com/office/drawing/2014/main" id="{91117850-D1E1-5D66-12F1-0F323EFC9F1B}"/>
                </a:ext>
              </a:extLst>
            </p:cNvPr>
            <p:cNvCxnSpPr/>
            <p:nvPr/>
          </p:nvCxnSpPr>
          <p:spPr>
            <a:xfrm>
              <a:off x="4388520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4" name="Connector 10">
              <a:extLst>
                <a:ext uri="{FF2B5EF4-FFF2-40B4-BE49-F238E27FC236}">
                  <a16:creationId xmlns:a16="http://schemas.microsoft.com/office/drawing/2014/main" id="{F7E83730-1D1E-6DCA-197F-23A48F01C7F9}"/>
                </a:ext>
              </a:extLst>
            </p:cNvPr>
            <p:cNvCxnSpPr/>
            <p:nvPr/>
          </p:nvCxnSpPr>
          <p:spPr>
            <a:xfrm flipV="1">
              <a:off x="3628302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5" name="Connector 11">
              <a:extLst>
                <a:ext uri="{FF2B5EF4-FFF2-40B4-BE49-F238E27FC236}">
                  <a16:creationId xmlns:a16="http://schemas.microsoft.com/office/drawing/2014/main" id="{31F1B8E7-D101-34E2-9957-DDE620A29ED5}"/>
                </a:ext>
              </a:extLst>
            </p:cNvPr>
            <p:cNvCxnSpPr/>
            <p:nvPr/>
          </p:nvCxnSpPr>
          <p:spPr>
            <a:xfrm>
              <a:off x="5908956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6" name="Connector 12">
              <a:extLst>
                <a:ext uri="{FF2B5EF4-FFF2-40B4-BE49-F238E27FC236}">
                  <a16:creationId xmlns:a16="http://schemas.microsoft.com/office/drawing/2014/main" id="{AE7B5AE5-C046-015B-178F-09295D861C39}"/>
                </a:ext>
              </a:extLst>
            </p:cNvPr>
            <p:cNvCxnSpPr/>
            <p:nvPr/>
          </p:nvCxnSpPr>
          <p:spPr>
            <a:xfrm>
              <a:off x="2487975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7" name="Connector 13">
              <a:extLst>
                <a:ext uri="{FF2B5EF4-FFF2-40B4-BE49-F238E27FC236}">
                  <a16:creationId xmlns:a16="http://schemas.microsoft.com/office/drawing/2014/main" id="{70DD1CBA-070B-72C3-2E8D-149B07948AA6}"/>
                </a:ext>
              </a:extLst>
            </p:cNvPr>
            <p:cNvCxnSpPr/>
            <p:nvPr/>
          </p:nvCxnSpPr>
          <p:spPr>
            <a:xfrm flipV="1">
              <a:off x="2107866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8" name="Connector 14">
              <a:extLst>
                <a:ext uri="{FF2B5EF4-FFF2-40B4-BE49-F238E27FC236}">
                  <a16:creationId xmlns:a16="http://schemas.microsoft.com/office/drawing/2014/main" id="{EE96C156-A3F5-1611-06BD-5EC8FC368C83}"/>
                </a:ext>
              </a:extLst>
            </p:cNvPr>
            <p:cNvCxnSpPr/>
            <p:nvPr/>
          </p:nvCxnSpPr>
          <p:spPr>
            <a:xfrm flipV="1">
              <a:off x="4388520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9" name="Connector 15">
              <a:extLst>
                <a:ext uri="{FF2B5EF4-FFF2-40B4-BE49-F238E27FC236}">
                  <a16:creationId xmlns:a16="http://schemas.microsoft.com/office/drawing/2014/main" id="{84EBA6CF-A81D-BB3F-B1B4-0586CEF5C219}"/>
                </a:ext>
              </a:extLst>
            </p:cNvPr>
            <p:cNvCxnSpPr/>
            <p:nvPr/>
          </p:nvCxnSpPr>
          <p:spPr>
            <a:xfrm>
              <a:off x="5148738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0" name="Connector 16">
              <a:extLst>
                <a:ext uri="{FF2B5EF4-FFF2-40B4-BE49-F238E27FC236}">
                  <a16:creationId xmlns:a16="http://schemas.microsoft.com/office/drawing/2014/main" id="{C069D745-096A-FDA0-3CE3-420722F8101F}"/>
                </a:ext>
              </a:extLst>
            </p:cNvPr>
            <p:cNvCxnSpPr/>
            <p:nvPr/>
          </p:nvCxnSpPr>
          <p:spPr>
            <a:xfrm flipV="1">
              <a:off x="1727757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1" name="Connector 17">
              <a:extLst>
                <a:ext uri="{FF2B5EF4-FFF2-40B4-BE49-F238E27FC236}">
                  <a16:creationId xmlns:a16="http://schemas.microsoft.com/office/drawing/2014/main" id="{4DB051D0-1DC6-43DA-2B84-B94D26AF451D}"/>
                </a:ext>
              </a:extLst>
            </p:cNvPr>
            <p:cNvCxnSpPr/>
            <p:nvPr/>
          </p:nvCxnSpPr>
          <p:spPr>
            <a:xfrm>
              <a:off x="1347648" y="4041648"/>
              <a:ext cx="1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2" name="Connector 18">
              <a:extLst>
                <a:ext uri="{FF2B5EF4-FFF2-40B4-BE49-F238E27FC236}">
                  <a16:creationId xmlns:a16="http://schemas.microsoft.com/office/drawing/2014/main" id="{952FC490-16A0-9030-C383-C15C44DBCB6E}"/>
                </a:ext>
              </a:extLst>
            </p:cNvPr>
            <p:cNvCxnSpPr/>
            <p:nvPr/>
          </p:nvCxnSpPr>
          <p:spPr>
            <a:xfrm>
              <a:off x="5528847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3" name="Connector 19">
              <a:extLst>
                <a:ext uri="{FF2B5EF4-FFF2-40B4-BE49-F238E27FC236}">
                  <a16:creationId xmlns:a16="http://schemas.microsoft.com/office/drawing/2014/main" id="{813DF185-640C-C057-7DBC-D1AEB249DD92}"/>
                </a:ext>
              </a:extLst>
            </p:cNvPr>
            <p:cNvCxnSpPr/>
            <p:nvPr/>
          </p:nvCxnSpPr>
          <p:spPr>
            <a:xfrm flipV="1">
              <a:off x="2487975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4" name="Connector 20">
              <a:extLst>
                <a:ext uri="{FF2B5EF4-FFF2-40B4-BE49-F238E27FC236}">
                  <a16:creationId xmlns:a16="http://schemas.microsoft.com/office/drawing/2014/main" id="{52377DA7-62E2-57A3-4EBB-F1733A2B057C}"/>
                </a:ext>
              </a:extLst>
            </p:cNvPr>
            <p:cNvCxnSpPr/>
            <p:nvPr/>
          </p:nvCxnSpPr>
          <p:spPr>
            <a:xfrm flipV="1">
              <a:off x="4768629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5" name="Connector 21">
              <a:extLst>
                <a:ext uri="{FF2B5EF4-FFF2-40B4-BE49-F238E27FC236}">
                  <a16:creationId xmlns:a16="http://schemas.microsoft.com/office/drawing/2014/main" id="{0034CA01-1504-9B20-F066-04CF4834D0A1}"/>
                </a:ext>
              </a:extLst>
            </p:cNvPr>
            <p:cNvCxnSpPr/>
            <p:nvPr/>
          </p:nvCxnSpPr>
          <p:spPr>
            <a:xfrm flipV="1">
              <a:off x="3248193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6" name="Connector 22">
              <a:extLst>
                <a:ext uri="{FF2B5EF4-FFF2-40B4-BE49-F238E27FC236}">
                  <a16:creationId xmlns:a16="http://schemas.microsoft.com/office/drawing/2014/main" id="{FDCB755B-151D-C047-5638-5B1FAD91ACBB}"/>
                </a:ext>
              </a:extLst>
            </p:cNvPr>
            <p:cNvCxnSpPr/>
            <p:nvPr/>
          </p:nvCxnSpPr>
          <p:spPr>
            <a:xfrm>
              <a:off x="1347649" y="1847088"/>
              <a:ext cx="380108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7" name="Connector 23">
              <a:extLst>
                <a:ext uri="{FF2B5EF4-FFF2-40B4-BE49-F238E27FC236}">
                  <a16:creationId xmlns:a16="http://schemas.microsoft.com/office/drawing/2014/main" id="{FDA09CC3-635C-DF23-D3A2-1D03246F036B}"/>
                </a:ext>
              </a:extLst>
            </p:cNvPr>
            <p:cNvCxnSpPr/>
            <p:nvPr/>
          </p:nvCxnSpPr>
          <p:spPr>
            <a:xfrm>
              <a:off x="2107866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8" name="Connector 24">
              <a:extLst>
                <a:ext uri="{FF2B5EF4-FFF2-40B4-BE49-F238E27FC236}">
                  <a16:creationId xmlns:a16="http://schemas.microsoft.com/office/drawing/2014/main" id="{FA5DFD51-4236-33CD-E8E6-CA650F2B9A86}"/>
                </a:ext>
              </a:extLst>
            </p:cNvPr>
            <p:cNvCxnSpPr/>
            <p:nvPr/>
          </p:nvCxnSpPr>
          <p:spPr>
            <a:xfrm flipV="1">
              <a:off x="2107866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9" name="Connector 25">
              <a:extLst>
                <a:ext uri="{FF2B5EF4-FFF2-40B4-BE49-F238E27FC236}">
                  <a16:creationId xmlns:a16="http://schemas.microsoft.com/office/drawing/2014/main" id="{BEF33916-C928-6920-93F2-2C10D54C989D}"/>
                </a:ext>
              </a:extLst>
            </p:cNvPr>
            <p:cNvCxnSpPr/>
            <p:nvPr/>
          </p:nvCxnSpPr>
          <p:spPr>
            <a:xfrm flipV="1">
              <a:off x="2868084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0" name="Connector 26">
              <a:extLst>
                <a:ext uri="{FF2B5EF4-FFF2-40B4-BE49-F238E27FC236}">
                  <a16:creationId xmlns:a16="http://schemas.microsoft.com/office/drawing/2014/main" id="{C0EAF4DF-B21E-7E8A-7019-198D5E7E5B75}"/>
                </a:ext>
              </a:extLst>
            </p:cNvPr>
            <p:cNvCxnSpPr/>
            <p:nvPr/>
          </p:nvCxnSpPr>
          <p:spPr>
            <a:xfrm>
              <a:off x="1727757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1" name="Connector 27">
              <a:extLst>
                <a:ext uri="{FF2B5EF4-FFF2-40B4-BE49-F238E27FC236}">
                  <a16:creationId xmlns:a16="http://schemas.microsoft.com/office/drawing/2014/main" id="{D6CCF06F-8A41-6B82-9FA2-B0611BC30824}"/>
                </a:ext>
              </a:extLst>
            </p:cNvPr>
            <p:cNvCxnSpPr/>
            <p:nvPr/>
          </p:nvCxnSpPr>
          <p:spPr>
            <a:xfrm>
              <a:off x="2107866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2" name="Connector 28">
              <a:extLst>
                <a:ext uri="{FF2B5EF4-FFF2-40B4-BE49-F238E27FC236}">
                  <a16:creationId xmlns:a16="http://schemas.microsoft.com/office/drawing/2014/main" id="{028ED10F-CAE7-1E0E-D6BD-ED8A748F6191}"/>
                </a:ext>
              </a:extLst>
            </p:cNvPr>
            <p:cNvCxnSpPr/>
            <p:nvPr/>
          </p:nvCxnSpPr>
          <p:spPr>
            <a:xfrm flipV="1">
              <a:off x="967540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3" name="Connector 29">
              <a:extLst>
                <a:ext uri="{FF2B5EF4-FFF2-40B4-BE49-F238E27FC236}">
                  <a16:creationId xmlns:a16="http://schemas.microsoft.com/office/drawing/2014/main" id="{60BB5824-AEC2-0648-CCF6-76534392ED00}"/>
                </a:ext>
              </a:extLst>
            </p:cNvPr>
            <p:cNvCxnSpPr/>
            <p:nvPr/>
          </p:nvCxnSpPr>
          <p:spPr>
            <a:xfrm>
              <a:off x="4768629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4" name="Connector 30">
              <a:extLst>
                <a:ext uri="{FF2B5EF4-FFF2-40B4-BE49-F238E27FC236}">
                  <a16:creationId xmlns:a16="http://schemas.microsoft.com/office/drawing/2014/main" id="{1C7E7993-0BF6-639C-DBA6-9847C86A0230}"/>
                </a:ext>
              </a:extLst>
            </p:cNvPr>
            <p:cNvCxnSpPr/>
            <p:nvPr/>
          </p:nvCxnSpPr>
          <p:spPr>
            <a:xfrm>
              <a:off x="4008411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5" name="Connector 31">
              <a:extLst>
                <a:ext uri="{FF2B5EF4-FFF2-40B4-BE49-F238E27FC236}">
                  <a16:creationId xmlns:a16="http://schemas.microsoft.com/office/drawing/2014/main" id="{092225C3-E842-10DE-E310-D49369A09EC3}"/>
                </a:ext>
              </a:extLst>
            </p:cNvPr>
            <p:cNvCxnSpPr/>
            <p:nvPr/>
          </p:nvCxnSpPr>
          <p:spPr>
            <a:xfrm>
              <a:off x="4008411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6" name="Connector 32">
              <a:extLst>
                <a:ext uri="{FF2B5EF4-FFF2-40B4-BE49-F238E27FC236}">
                  <a16:creationId xmlns:a16="http://schemas.microsoft.com/office/drawing/2014/main" id="{2745EC6A-4D82-CC43-CA89-A0C2A96E51A0}"/>
                </a:ext>
              </a:extLst>
            </p:cNvPr>
            <p:cNvCxnSpPr/>
            <p:nvPr/>
          </p:nvCxnSpPr>
          <p:spPr>
            <a:xfrm>
              <a:off x="1347649" y="3163824"/>
              <a:ext cx="380108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7" name="Connector 33">
              <a:extLst>
                <a:ext uri="{FF2B5EF4-FFF2-40B4-BE49-F238E27FC236}">
                  <a16:creationId xmlns:a16="http://schemas.microsoft.com/office/drawing/2014/main" id="{B67A1279-34B5-F42F-757B-48D03F60946A}"/>
                </a:ext>
              </a:extLst>
            </p:cNvPr>
            <p:cNvCxnSpPr/>
            <p:nvPr/>
          </p:nvCxnSpPr>
          <p:spPr>
            <a:xfrm>
              <a:off x="3628302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8" name="Connector 34">
              <a:extLst>
                <a:ext uri="{FF2B5EF4-FFF2-40B4-BE49-F238E27FC236}">
                  <a16:creationId xmlns:a16="http://schemas.microsoft.com/office/drawing/2014/main" id="{10B8109C-FADA-AB60-5835-6513779AE367}"/>
                </a:ext>
              </a:extLst>
            </p:cNvPr>
            <p:cNvCxnSpPr/>
            <p:nvPr/>
          </p:nvCxnSpPr>
          <p:spPr>
            <a:xfrm>
              <a:off x="967540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9" name="Connector 35">
              <a:extLst>
                <a:ext uri="{FF2B5EF4-FFF2-40B4-BE49-F238E27FC236}">
                  <a16:creationId xmlns:a16="http://schemas.microsoft.com/office/drawing/2014/main" id="{42F273A8-D3B7-D10A-B4A4-E9B88E920DCD}"/>
                </a:ext>
              </a:extLst>
            </p:cNvPr>
            <p:cNvCxnSpPr/>
            <p:nvPr/>
          </p:nvCxnSpPr>
          <p:spPr>
            <a:xfrm>
              <a:off x="5148738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0" name="Connector 36">
              <a:extLst>
                <a:ext uri="{FF2B5EF4-FFF2-40B4-BE49-F238E27FC236}">
                  <a16:creationId xmlns:a16="http://schemas.microsoft.com/office/drawing/2014/main" id="{3BBE104B-A083-4595-758E-67860618BB27}"/>
                </a:ext>
              </a:extLst>
            </p:cNvPr>
            <p:cNvCxnSpPr/>
            <p:nvPr/>
          </p:nvCxnSpPr>
          <p:spPr>
            <a:xfrm>
              <a:off x="967540" y="3822191"/>
              <a:ext cx="380108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1" name="Connector 37">
              <a:extLst>
                <a:ext uri="{FF2B5EF4-FFF2-40B4-BE49-F238E27FC236}">
                  <a16:creationId xmlns:a16="http://schemas.microsoft.com/office/drawing/2014/main" id="{7B081478-0C33-815C-436D-EDAA81A0770B}"/>
                </a:ext>
              </a:extLst>
            </p:cNvPr>
            <p:cNvCxnSpPr/>
            <p:nvPr/>
          </p:nvCxnSpPr>
          <p:spPr>
            <a:xfrm>
              <a:off x="4008411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2" name="Connector 38">
              <a:extLst>
                <a:ext uri="{FF2B5EF4-FFF2-40B4-BE49-F238E27FC236}">
                  <a16:creationId xmlns:a16="http://schemas.microsoft.com/office/drawing/2014/main" id="{7CAA7188-994A-5E0F-B2CE-6C21D306225F}"/>
                </a:ext>
              </a:extLst>
            </p:cNvPr>
            <p:cNvCxnSpPr/>
            <p:nvPr/>
          </p:nvCxnSpPr>
          <p:spPr>
            <a:xfrm flipV="1">
              <a:off x="3248193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3" name="Connector 39">
              <a:extLst>
                <a:ext uri="{FF2B5EF4-FFF2-40B4-BE49-F238E27FC236}">
                  <a16:creationId xmlns:a16="http://schemas.microsoft.com/office/drawing/2014/main" id="{1BC30FC4-516F-E5E2-41B3-196BA9F2A1C9}"/>
                </a:ext>
              </a:extLst>
            </p:cNvPr>
            <p:cNvCxnSpPr/>
            <p:nvPr/>
          </p:nvCxnSpPr>
          <p:spPr>
            <a:xfrm flipV="1">
              <a:off x="4768629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4" name="Connector 40">
              <a:extLst>
                <a:ext uri="{FF2B5EF4-FFF2-40B4-BE49-F238E27FC236}">
                  <a16:creationId xmlns:a16="http://schemas.microsoft.com/office/drawing/2014/main" id="{3996E88A-6097-7452-C0E7-FBB5A636DC1D}"/>
                </a:ext>
              </a:extLst>
            </p:cNvPr>
            <p:cNvCxnSpPr/>
            <p:nvPr/>
          </p:nvCxnSpPr>
          <p:spPr>
            <a:xfrm>
              <a:off x="3628302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5" name="Connector 41">
              <a:extLst>
                <a:ext uri="{FF2B5EF4-FFF2-40B4-BE49-F238E27FC236}">
                  <a16:creationId xmlns:a16="http://schemas.microsoft.com/office/drawing/2014/main" id="{847E7A22-2A14-676A-CCB0-E1B8481ED042}"/>
                </a:ext>
              </a:extLst>
            </p:cNvPr>
            <p:cNvCxnSpPr/>
            <p:nvPr/>
          </p:nvCxnSpPr>
          <p:spPr>
            <a:xfrm>
              <a:off x="2487975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6" name="Connector 42">
              <a:extLst>
                <a:ext uri="{FF2B5EF4-FFF2-40B4-BE49-F238E27FC236}">
                  <a16:creationId xmlns:a16="http://schemas.microsoft.com/office/drawing/2014/main" id="{1CD75F52-86D5-6ECD-9756-CBF7248A9385}"/>
                </a:ext>
              </a:extLst>
            </p:cNvPr>
            <p:cNvCxnSpPr/>
            <p:nvPr/>
          </p:nvCxnSpPr>
          <p:spPr>
            <a:xfrm>
              <a:off x="3628302" y="2724911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7" name="Connector 43">
              <a:extLst>
                <a:ext uri="{FF2B5EF4-FFF2-40B4-BE49-F238E27FC236}">
                  <a16:creationId xmlns:a16="http://schemas.microsoft.com/office/drawing/2014/main" id="{9F275181-45B8-DEA9-EBE4-F7DDC9D79201}"/>
                </a:ext>
              </a:extLst>
            </p:cNvPr>
            <p:cNvCxnSpPr/>
            <p:nvPr/>
          </p:nvCxnSpPr>
          <p:spPr>
            <a:xfrm flipV="1">
              <a:off x="1727757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8" name="Connector 44">
              <a:extLst>
                <a:ext uri="{FF2B5EF4-FFF2-40B4-BE49-F238E27FC236}">
                  <a16:creationId xmlns:a16="http://schemas.microsoft.com/office/drawing/2014/main" id="{7116B22B-72DD-102C-93A4-603B1B360766}"/>
                </a:ext>
              </a:extLst>
            </p:cNvPr>
            <p:cNvCxnSpPr/>
            <p:nvPr/>
          </p:nvCxnSpPr>
          <p:spPr>
            <a:xfrm>
              <a:off x="5528847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9" name="Connector 45">
              <a:extLst>
                <a:ext uri="{FF2B5EF4-FFF2-40B4-BE49-F238E27FC236}">
                  <a16:creationId xmlns:a16="http://schemas.microsoft.com/office/drawing/2014/main" id="{7DFEEC94-8680-6882-069C-4F526BBA2140}"/>
                </a:ext>
              </a:extLst>
            </p:cNvPr>
            <p:cNvCxnSpPr/>
            <p:nvPr/>
          </p:nvCxnSpPr>
          <p:spPr>
            <a:xfrm>
              <a:off x="2487975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0" name="Connector 46">
              <a:extLst>
                <a:ext uri="{FF2B5EF4-FFF2-40B4-BE49-F238E27FC236}">
                  <a16:creationId xmlns:a16="http://schemas.microsoft.com/office/drawing/2014/main" id="{E49FB767-D635-A802-10E7-73950175F0AD}"/>
                </a:ext>
              </a:extLst>
            </p:cNvPr>
            <p:cNvCxnSpPr/>
            <p:nvPr/>
          </p:nvCxnSpPr>
          <p:spPr>
            <a:xfrm>
              <a:off x="2107866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1" name="Connector 47">
              <a:extLst>
                <a:ext uri="{FF2B5EF4-FFF2-40B4-BE49-F238E27FC236}">
                  <a16:creationId xmlns:a16="http://schemas.microsoft.com/office/drawing/2014/main" id="{4131FBD5-6CB8-CCD8-6768-7090EFC85EC1}"/>
                </a:ext>
              </a:extLst>
            </p:cNvPr>
            <p:cNvCxnSpPr/>
            <p:nvPr/>
          </p:nvCxnSpPr>
          <p:spPr>
            <a:xfrm flipV="1">
              <a:off x="4008411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2" name="Connector 48">
              <a:extLst>
                <a:ext uri="{FF2B5EF4-FFF2-40B4-BE49-F238E27FC236}">
                  <a16:creationId xmlns:a16="http://schemas.microsoft.com/office/drawing/2014/main" id="{DA34C958-D455-AB12-281B-7C3BDD2149E9}"/>
                </a:ext>
              </a:extLst>
            </p:cNvPr>
            <p:cNvCxnSpPr/>
            <p:nvPr/>
          </p:nvCxnSpPr>
          <p:spPr>
            <a:xfrm>
              <a:off x="3248193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3" name="Connector 49">
              <a:extLst>
                <a:ext uri="{FF2B5EF4-FFF2-40B4-BE49-F238E27FC236}">
                  <a16:creationId xmlns:a16="http://schemas.microsoft.com/office/drawing/2014/main" id="{80708C7B-4406-85A7-971A-A3D8526DF7E0}"/>
                </a:ext>
              </a:extLst>
            </p:cNvPr>
            <p:cNvCxnSpPr/>
            <p:nvPr/>
          </p:nvCxnSpPr>
          <p:spPr>
            <a:xfrm flipV="1">
              <a:off x="1727757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4" name="Connector 50">
              <a:extLst>
                <a:ext uri="{FF2B5EF4-FFF2-40B4-BE49-F238E27FC236}">
                  <a16:creationId xmlns:a16="http://schemas.microsoft.com/office/drawing/2014/main" id="{86B3D0EF-1786-1668-A25D-5BD1F5B5F64F}"/>
                </a:ext>
              </a:extLst>
            </p:cNvPr>
            <p:cNvCxnSpPr/>
            <p:nvPr/>
          </p:nvCxnSpPr>
          <p:spPr>
            <a:xfrm>
              <a:off x="1727757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5" name="Connector 51">
              <a:extLst>
                <a:ext uri="{FF2B5EF4-FFF2-40B4-BE49-F238E27FC236}">
                  <a16:creationId xmlns:a16="http://schemas.microsoft.com/office/drawing/2014/main" id="{E3A8E4F4-8EC3-9BD9-1978-3919FF9A64AC}"/>
                </a:ext>
              </a:extLst>
            </p:cNvPr>
            <p:cNvCxnSpPr/>
            <p:nvPr/>
          </p:nvCxnSpPr>
          <p:spPr>
            <a:xfrm>
              <a:off x="3628302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6" name="Connector 52">
              <a:extLst>
                <a:ext uri="{FF2B5EF4-FFF2-40B4-BE49-F238E27FC236}">
                  <a16:creationId xmlns:a16="http://schemas.microsoft.com/office/drawing/2014/main" id="{3590A802-3672-89BD-793E-6B2BDF8E12E4}"/>
                </a:ext>
              </a:extLst>
            </p:cNvPr>
            <p:cNvCxnSpPr/>
            <p:nvPr/>
          </p:nvCxnSpPr>
          <p:spPr>
            <a:xfrm flipV="1">
              <a:off x="5148738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7" name="Connector 53">
              <a:extLst>
                <a:ext uri="{FF2B5EF4-FFF2-40B4-BE49-F238E27FC236}">
                  <a16:creationId xmlns:a16="http://schemas.microsoft.com/office/drawing/2014/main" id="{30AFC873-9F95-1046-7D0D-0914E30F71D1}"/>
                </a:ext>
              </a:extLst>
            </p:cNvPr>
            <p:cNvCxnSpPr/>
            <p:nvPr/>
          </p:nvCxnSpPr>
          <p:spPr>
            <a:xfrm>
              <a:off x="1727757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8" name="Connector 54">
              <a:extLst>
                <a:ext uri="{FF2B5EF4-FFF2-40B4-BE49-F238E27FC236}">
                  <a16:creationId xmlns:a16="http://schemas.microsoft.com/office/drawing/2014/main" id="{7E829F37-50F7-6DEB-0816-68A5F0625462}"/>
                </a:ext>
              </a:extLst>
            </p:cNvPr>
            <p:cNvCxnSpPr/>
            <p:nvPr/>
          </p:nvCxnSpPr>
          <p:spPr>
            <a:xfrm>
              <a:off x="4388520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9" name="Connector 55">
              <a:extLst>
                <a:ext uri="{FF2B5EF4-FFF2-40B4-BE49-F238E27FC236}">
                  <a16:creationId xmlns:a16="http://schemas.microsoft.com/office/drawing/2014/main" id="{1610BF40-EBD4-8900-E1E1-5094A73B31AB}"/>
                </a:ext>
              </a:extLst>
            </p:cNvPr>
            <p:cNvCxnSpPr/>
            <p:nvPr/>
          </p:nvCxnSpPr>
          <p:spPr>
            <a:xfrm flipV="1">
              <a:off x="5148738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0" name="Connector 56">
              <a:extLst>
                <a:ext uri="{FF2B5EF4-FFF2-40B4-BE49-F238E27FC236}">
                  <a16:creationId xmlns:a16="http://schemas.microsoft.com/office/drawing/2014/main" id="{AC3B60BB-531D-CC8F-FA30-F980C30AB550}"/>
                </a:ext>
              </a:extLst>
            </p:cNvPr>
            <p:cNvCxnSpPr/>
            <p:nvPr/>
          </p:nvCxnSpPr>
          <p:spPr>
            <a:xfrm flipV="1">
              <a:off x="4388520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1" name="Connector 57">
              <a:extLst>
                <a:ext uri="{FF2B5EF4-FFF2-40B4-BE49-F238E27FC236}">
                  <a16:creationId xmlns:a16="http://schemas.microsoft.com/office/drawing/2014/main" id="{F3A5F200-AF93-5B73-EBF2-FFDA0D74D5B8}"/>
                </a:ext>
              </a:extLst>
            </p:cNvPr>
            <p:cNvCxnSpPr/>
            <p:nvPr/>
          </p:nvCxnSpPr>
          <p:spPr>
            <a:xfrm flipV="1">
              <a:off x="1347648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2" name="Connector 58">
              <a:extLst>
                <a:ext uri="{FF2B5EF4-FFF2-40B4-BE49-F238E27FC236}">
                  <a16:creationId xmlns:a16="http://schemas.microsoft.com/office/drawing/2014/main" id="{A75FFA51-03D5-A653-5114-F5405E6B45F5}"/>
                </a:ext>
              </a:extLst>
            </p:cNvPr>
            <p:cNvCxnSpPr/>
            <p:nvPr/>
          </p:nvCxnSpPr>
          <p:spPr>
            <a:xfrm flipV="1">
              <a:off x="3628302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3" name="Connector 59">
              <a:extLst>
                <a:ext uri="{FF2B5EF4-FFF2-40B4-BE49-F238E27FC236}">
                  <a16:creationId xmlns:a16="http://schemas.microsoft.com/office/drawing/2014/main" id="{E76FE71E-E273-F1EC-2CCF-8887C555EBB8}"/>
                </a:ext>
              </a:extLst>
            </p:cNvPr>
            <p:cNvCxnSpPr/>
            <p:nvPr/>
          </p:nvCxnSpPr>
          <p:spPr>
            <a:xfrm>
              <a:off x="4008411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4" name="Connector 60">
              <a:extLst>
                <a:ext uri="{FF2B5EF4-FFF2-40B4-BE49-F238E27FC236}">
                  <a16:creationId xmlns:a16="http://schemas.microsoft.com/office/drawing/2014/main" id="{B1C803B7-4FDD-A639-DF29-33094F2855B7}"/>
                </a:ext>
              </a:extLst>
            </p:cNvPr>
            <p:cNvCxnSpPr/>
            <p:nvPr/>
          </p:nvCxnSpPr>
          <p:spPr>
            <a:xfrm flipV="1">
              <a:off x="5528847" y="3163823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5" name="Connector 61">
              <a:extLst>
                <a:ext uri="{FF2B5EF4-FFF2-40B4-BE49-F238E27FC236}">
                  <a16:creationId xmlns:a16="http://schemas.microsoft.com/office/drawing/2014/main" id="{1C429713-4098-5BFF-DBB8-BF2566C7D949}"/>
                </a:ext>
              </a:extLst>
            </p:cNvPr>
            <p:cNvCxnSpPr/>
            <p:nvPr/>
          </p:nvCxnSpPr>
          <p:spPr>
            <a:xfrm>
              <a:off x="5908956" y="2724911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6" name="Connector 62">
              <a:extLst>
                <a:ext uri="{FF2B5EF4-FFF2-40B4-BE49-F238E27FC236}">
                  <a16:creationId xmlns:a16="http://schemas.microsoft.com/office/drawing/2014/main" id="{1CD3A32D-9A3C-94E1-9949-9702BA22AFFE}"/>
                </a:ext>
              </a:extLst>
            </p:cNvPr>
            <p:cNvCxnSpPr/>
            <p:nvPr/>
          </p:nvCxnSpPr>
          <p:spPr>
            <a:xfrm>
              <a:off x="4768629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7" name="Connector 63">
              <a:extLst>
                <a:ext uri="{FF2B5EF4-FFF2-40B4-BE49-F238E27FC236}">
                  <a16:creationId xmlns:a16="http://schemas.microsoft.com/office/drawing/2014/main" id="{7954BC04-3E2B-FEEB-C147-269A190D0850}"/>
                </a:ext>
              </a:extLst>
            </p:cNvPr>
            <p:cNvCxnSpPr/>
            <p:nvPr/>
          </p:nvCxnSpPr>
          <p:spPr>
            <a:xfrm>
              <a:off x="4388520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8" name="Connector 64">
              <a:extLst>
                <a:ext uri="{FF2B5EF4-FFF2-40B4-BE49-F238E27FC236}">
                  <a16:creationId xmlns:a16="http://schemas.microsoft.com/office/drawing/2014/main" id="{BDE853E6-1D2E-AA5A-6F26-E6710AE48391}"/>
                </a:ext>
              </a:extLst>
            </p:cNvPr>
            <p:cNvCxnSpPr/>
            <p:nvPr/>
          </p:nvCxnSpPr>
          <p:spPr>
            <a:xfrm>
              <a:off x="2487975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9" name="Connector 65">
              <a:extLst>
                <a:ext uri="{FF2B5EF4-FFF2-40B4-BE49-F238E27FC236}">
                  <a16:creationId xmlns:a16="http://schemas.microsoft.com/office/drawing/2014/main" id="{E5F1E8B1-DE77-D3A5-C0BC-F115C43C941C}"/>
                </a:ext>
              </a:extLst>
            </p:cNvPr>
            <p:cNvCxnSpPr/>
            <p:nvPr/>
          </p:nvCxnSpPr>
          <p:spPr>
            <a:xfrm>
              <a:off x="4388520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0" name="Connector 66">
              <a:extLst>
                <a:ext uri="{FF2B5EF4-FFF2-40B4-BE49-F238E27FC236}">
                  <a16:creationId xmlns:a16="http://schemas.microsoft.com/office/drawing/2014/main" id="{6501DC79-9E4E-2906-22CD-96CED9D06BA5}"/>
                </a:ext>
              </a:extLst>
            </p:cNvPr>
            <p:cNvCxnSpPr/>
            <p:nvPr/>
          </p:nvCxnSpPr>
          <p:spPr>
            <a:xfrm flipV="1">
              <a:off x="967540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1" name="Connector 67">
              <a:extLst>
                <a:ext uri="{FF2B5EF4-FFF2-40B4-BE49-F238E27FC236}">
                  <a16:creationId xmlns:a16="http://schemas.microsoft.com/office/drawing/2014/main" id="{2FFADF06-1844-4688-5364-646D1134BFC1}"/>
                </a:ext>
              </a:extLst>
            </p:cNvPr>
            <p:cNvCxnSpPr/>
            <p:nvPr/>
          </p:nvCxnSpPr>
          <p:spPr>
            <a:xfrm>
              <a:off x="4388520" y="2724911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2" name="Connector 68">
              <a:extLst>
                <a:ext uri="{FF2B5EF4-FFF2-40B4-BE49-F238E27FC236}">
                  <a16:creationId xmlns:a16="http://schemas.microsoft.com/office/drawing/2014/main" id="{BCA4E58F-499B-30F6-CE76-2953DFB897FF}"/>
                </a:ext>
              </a:extLst>
            </p:cNvPr>
            <p:cNvCxnSpPr/>
            <p:nvPr/>
          </p:nvCxnSpPr>
          <p:spPr>
            <a:xfrm flipV="1">
              <a:off x="4008411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3" name="Connector 69">
              <a:extLst>
                <a:ext uri="{FF2B5EF4-FFF2-40B4-BE49-F238E27FC236}">
                  <a16:creationId xmlns:a16="http://schemas.microsoft.com/office/drawing/2014/main" id="{B1162237-78EA-969F-596E-268DEDED4CCC}"/>
                </a:ext>
              </a:extLst>
            </p:cNvPr>
            <p:cNvCxnSpPr/>
            <p:nvPr/>
          </p:nvCxnSpPr>
          <p:spPr>
            <a:xfrm>
              <a:off x="2107866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4" name="Connector 70">
              <a:extLst>
                <a:ext uri="{FF2B5EF4-FFF2-40B4-BE49-F238E27FC236}">
                  <a16:creationId xmlns:a16="http://schemas.microsoft.com/office/drawing/2014/main" id="{D251A861-278A-3F97-3933-9683E84BB7E3}"/>
                </a:ext>
              </a:extLst>
            </p:cNvPr>
            <p:cNvCxnSpPr/>
            <p:nvPr/>
          </p:nvCxnSpPr>
          <p:spPr>
            <a:xfrm>
              <a:off x="2868084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5" name="Connector 71">
              <a:extLst>
                <a:ext uri="{FF2B5EF4-FFF2-40B4-BE49-F238E27FC236}">
                  <a16:creationId xmlns:a16="http://schemas.microsoft.com/office/drawing/2014/main" id="{C7D3E849-17C0-2CF9-F336-E7D52674FE46}"/>
                </a:ext>
              </a:extLst>
            </p:cNvPr>
            <p:cNvCxnSpPr/>
            <p:nvPr/>
          </p:nvCxnSpPr>
          <p:spPr>
            <a:xfrm>
              <a:off x="1727757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6" name="Connector 72">
              <a:extLst>
                <a:ext uri="{FF2B5EF4-FFF2-40B4-BE49-F238E27FC236}">
                  <a16:creationId xmlns:a16="http://schemas.microsoft.com/office/drawing/2014/main" id="{70E2BF07-3D66-175E-87C1-9D9D22E463CA}"/>
                </a:ext>
              </a:extLst>
            </p:cNvPr>
            <p:cNvCxnSpPr/>
            <p:nvPr/>
          </p:nvCxnSpPr>
          <p:spPr>
            <a:xfrm>
              <a:off x="5528847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7" name="Connector 73">
              <a:extLst>
                <a:ext uri="{FF2B5EF4-FFF2-40B4-BE49-F238E27FC236}">
                  <a16:creationId xmlns:a16="http://schemas.microsoft.com/office/drawing/2014/main" id="{48F09476-CB32-8FD1-6FE8-DF60C6C23383}"/>
                </a:ext>
              </a:extLst>
            </p:cNvPr>
            <p:cNvCxnSpPr/>
            <p:nvPr/>
          </p:nvCxnSpPr>
          <p:spPr>
            <a:xfrm flipV="1">
              <a:off x="3248193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8" name="Connector 74">
              <a:extLst>
                <a:ext uri="{FF2B5EF4-FFF2-40B4-BE49-F238E27FC236}">
                  <a16:creationId xmlns:a16="http://schemas.microsoft.com/office/drawing/2014/main" id="{FDEF7589-5C18-87EB-7125-6E095F6B7EDC}"/>
                </a:ext>
              </a:extLst>
            </p:cNvPr>
            <p:cNvCxnSpPr/>
            <p:nvPr/>
          </p:nvCxnSpPr>
          <p:spPr>
            <a:xfrm flipV="1">
              <a:off x="3628302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9" name="Connector 75">
              <a:extLst>
                <a:ext uri="{FF2B5EF4-FFF2-40B4-BE49-F238E27FC236}">
                  <a16:creationId xmlns:a16="http://schemas.microsoft.com/office/drawing/2014/main" id="{F1221D09-875F-A2FA-2029-BA175E9C9175}"/>
                </a:ext>
              </a:extLst>
            </p:cNvPr>
            <p:cNvCxnSpPr/>
            <p:nvPr/>
          </p:nvCxnSpPr>
          <p:spPr>
            <a:xfrm>
              <a:off x="2487975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0" name="Connector 76">
              <a:extLst>
                <a:ext uri="{FF2B5EF4-FFF2-40B4-BE49-F238E27FC236}">
                  <a16:creationId xmlns:a16="http://schemas.microsoft.com/office/drawing/2014/main" id="{B3C3A6B9-FB7A-CD22-803A-60A416FC1688}"/>
                </a:ext>
              </a:extLst>
            </p:cNvPr>
            <p:cNvCxnSpPr/>
            <p:nvPr/>
          </p:nvCxnSpPr>
          <p:spPr>
            <a:xfrm>
              <a:off x="967540" y="4700016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1" name="Connector 77">
              <a:extLst>
                <a:ext uri="{FF2B5EF4-FFF2-40B4-BE49-F238E27FC236}">
                  <a16:creationId xmlns:a16="http://schemas.microsoft.com/office/drawing/2014/main" id="{36920247-34D4-0B9E-B78A-E19922D5E785}"/>
                </a:ext>
              </a:extLst>
            </p:cNvPr>
            <p:cNvCxnSpPr/>
            <p:nvPr/>
          </p:nvCxnSpPr>
          <p:spPr>
            <a:xfrm flipV="1">
              <a:off x="2487975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2" name="Connector 78">
              <a:extLst>
                <a:ext uri="{FF2B5EF4-FFF2-40B4-BE49-F238E27FC236}">
                  <a16:creationId xmlns:a16="http://schemas.microsoft.com/office/drawing/2014/main" id="{3E49B241-5C22-2FFF-D3F9-FDCF9C3A05FF}"/>
                </a:ext>
              </a:extLst>
            </p:cNvPr>
            <p:cNvCxnSpPr/>
            <p:nvPr/>
          </p:nvCxnSpPr>
          <p:spPr>
            <a:xfrm flipV="1">
              <a:off x="5148738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3" name="Connector 79">
              <a:extLst>
                <a:ext uri="{FF2B5EF4-FFF2-40B4-BE49-F238E27FC236}">
                  <a16:creationId xmlns:a16="http://schemas.microsoft.com/office/drawing/2014/main" id="{F8403D37-CB55-6275-38EE-06865F93697E}"/>
                </a:ext>
              </a:extLst>
            </p:cNvPr>
            <p:cNvCxnSpPr/>
            <p:nvPr/>
          </p:nvCxnSpPr>
          <p:spPr>
            <a:xfrm>
              <a:off x="5908956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4" name="Connector 80">
              <a:extLst>
                <a:ext uri="{FF2B5EF4-FFF2-40B4-BE49-F238E27FC236}">
                  <a16:creationId xmlns:a16="http://schemas.microsoft.com/office/drawing/2014/main" id="{5BFBD527-0691-01E2-5A3F-90D225E2A514}"/>
                </a:ext>
              </a:extLst>
            </p:cNvPr>
            <p:cNvCxnSpPr/>
            <p:nvPr/>
          </p:nvCxnSpPr>
          <p:spPr>
            <a:xfrm>
              <a:off x="2107866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5" name="Connector 81">
              <a:extLst>
                <a:ext uri="{FF2B5EF4-FFF2-40B4-BE49-F238E27FC236}">
                  <a16:creationId xmlns:a16="http://schemas.microsoft.com/office/drawing/2014/main" id="{E37BBA85-77C3-7407-8DB4-0FF804603976}"/>
                </a:ext>
              </a:extLst>
            </p:cNvPr>
            <p:cNvCxnSpPr/>
            <p:nvPr/>
          </p:nvCxnSpPr>
          <p:spPr>
            <a:xfrm>
              <a:off x="1347649" y="4480560"/>
              <a:ext cx="380108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6" name="Connector 82">
              <a:extLst>
                <a:ext uri="{FF2B5EF4-FFF2-40B4-BE49-F238E27FC236}">
                  <a16:creationId xmlns:a16="http://schemas.microsoft.com/office/drawing/2014/main" id="{CE42811B-986D-C3AA-35B1-B578904D2FD9}"/>
                </a:ext>
              </a:extLst>
            </p:cNvPr>
            <p:cNvCxnSpPr/>
            <p:nvPr/>
          </p:nvCxnSpPr>
          <p:spPr>
            <a:xfrm>
              <a:off x="3628302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7" name="Connector 83">
              <a:extLst>
                <a:ext uri="{FF2B5EF4-FFF2-40B4-BE49-F238E27FC236}">
                  <a16:creationId xmlns:a16="http://schemas.microsoft.com/office/drawing/2014/main" id="{D620773F-E43C-0A79-0008-F0FA2D80CD70}"/>
                </a:ext>
              </a:extLst>
            </p:cNvPr>
            <p:cNvCxnSpPr/>
            <p:nvPr/>
          </p:nvCxnSpPr>
          <p:spPr>
            <a:xfrm>
              <a:off x="1347648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8" name="Connector 84">
              <a:extLst>
                <a:ext uri="{FF2B5EF4-FFF2-40B4-BE49-F238E27FC236}">
                  <a16:creationId xmlns:a16="http://schemas.microsoft.com/office/drawing/2014/main" id="{158F0641-F6E1-52FB-9F6F-2C534FDDC296}"/>
                </a:ext>
              </a:extLst>
            </p:cNvPr>
            <p:cNvCxnSpPr/>
            <p:nvPr/>
          </p:nvCxnSpPr>
          <p:spPr>
            <a:xfrm flipV="1">
              <a:off x="4008411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9" name="Connector 85">
              <a:extLst>
                <a:ext uri="{FF2B5EF4-FFF2-40B4-BE49-F238E27FC236}">
                  <a16:creationId xmlns:a16="http://schemas.microsoft.com/office/drawing/2014/main" id="{F0B22E6B-B098-CA81-C65A-C70F76A3D6F7}"/>
                </a:ext>
              </a:extLst>
            </p:cNvPr>
            <p:cNvCxnSpPr/>
            <p:nvPr/>
          </p:nvCxnSpPr>
          <p:spPr>
            <a:xfrm>
              <a:off x="2868084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0" name="Connector 86">
              <a:extLst>
                <a:ext uri="{FF2B5EF4-FFF2-40B4-BE49-F238E27FC236}">
                  <a16:creationId xmlns:a16="http://schemas.microsoft.com/office/drawing/2014/main" id="{6120A01B-3AE6-8AB5-1CAE-446A40217297}"/>
                </a:ext>
              </a:extLst>
            </p:cNvPr>
            <p:cNvCxnSpPr/>
            <p:nvPr/>
          </p:nvCxnSpPr>
          <p:spPr>
            <a:xfrm>
              <a:off x="967540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1" name="Connector 87">
              <a:extLst>
                <a:ext uri="{FF2B5EF4-FFF2-40B4-BE49-F238E27FC236}">
                  <a16:creationId xmlns:a16="http://schemas.microsoft.com/office/drawing/2014/main" id="{1C7F860B-AE3F-2B9E-58DC-FBA181BD655D}"/>
                </a:ext>
              </a:extLst>
            </p:cNvPr>
            <p:cNvCxnSpPr/>
            <p:nvPr/>
          </p:nvCxnSpPr>
          <p:spPr>
            <a:xfrm>
              <a:off x="2868084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2" name="Connector 88">
              <a:extLst>
                <a:ext uri="{FF2B5EF4-FFF2-40B4-BE49-F238E27FC236}">
                  <a16:creationId xmlns:a16="http://schemas.microsoft.com/office/drawing/2014/main" id="{F04FA66C-0D1E-D9E4-9463-CB91C1A2B9F0}"/>
                </a:ext>
              </a:extLst>
            </p:cNvPr>
            <p:cNvCxnSpPr/>
            <p:nvPr/>
          </p:nvCxnSpPr>
          <p:spPr>
            <a:xfrm>
              <a:off x="4768629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3" name="Connector 89">
              <a:extLst>
                <a:ext uri="{FF2B5EF4-FFF2-40B4-BE49-F238E27FC236}">
                  <a16:creationId xmlns:a16="http://schemas.microsoft.com/office/drawing/2014/main" id="{7DB12C07-DF07-507E-401B-3086CB74D726}"/>
                </a:ext>
              </a:extLst>
            </p:cNvPr>
            <p:cNvCxnSpPr/>
            <p:nvPr/>
          </p:nvCxnSpPr>
          <p:spPr>
            <a:xfrm>
              <a:off x="5148738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4" name="Connector 90">
              <a:extLst>
                <a:ext uri="{FF2B5EF4-FFF2-40B4-BE49-F238E27FC236}">
                  <a16:creationId xmlns:a16="http://schemas.microsoft.com/office/drawing/2014/main" id="{7FC998E9-3167-922E-D508-9E3B3F578062}"/>
                </a:ext>
              </a:extLst>
            </p:cNvPr>
            <p:cNvCxnSpPr/>
            <p:nvPr/>
          </p:nvCxnSpPr>
          <p:spPr>
            <a:xfrm flipV="1">
              <a:off x="4768629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5" name="Connector 91">
              <a:extLst>
                <a:ext uri="{FF2B5EF4-FFF2-40B4-BE49-F238E27FC236}">
                  <a16:creationId xmlns:a16="http://schemas.microsoft.com/office/drawing/2014/main" id="{5A52E153-37E7-A517-A310-85E8EB780137}"/>
                </a:ext>
              </a:extLst>
            </p:cNvPr>
            <p:cNvCxnSpPr/>
            <p:nvPr/>
          </p:nvCxnSpPr>
          <p:spPr>
            <a:xfrm>
              <a:off x="5148738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6" name="Connector 92">
              <a:extLst>
                <a:ext uri="{FF2B5EF4-FFF2-40B4-BE49-F238E27FC236}">
                  <a16:creationId xmlns:a16="http://schemas.microsoft.com/office/drawing/2014/main" id="{17F278BC-2ECD-845A-8383-42376DEEE841}"/>
                </a:ext>
              </a:extLst>
            </p:cNvPr>
            <p:cNvCxnSpPr/>
            <p:nvPr/>
          </p:nvCxnSpPr>
          <p:spPr>
            <a:xfrm>
              <a:off x="2868084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7" name="Connector 93">
              <a:extLst>
                <a:ext uri="{FF2B5EF4-FFF2-40B4-BE49-F238E27FC236}">
                  <a16:creationId xmlns:a16="http://schemas.microsoft.com/office/drawing/2014/main" id="{49733AEE-5889-B73F-9DFD-9AF0AE29DC70}"/>
                </a:ext>
              </a:extLst>
            </p:cNvPr>
            <p:cNvCxnSpPr/>
            <p:nvPr/>
          </p:nvCxnSpPr>
          <p:spPr>
            <a:xfrm>
              <a:off x="2107866" y="2724911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8" name="Connector 94">
              <a:extLst>
                <a:ext uri="{FF2B5EF4-FFF2-40B4-BE49-F238E27FC236}">
                  <a16:creationId xmlns:a16="http://schemas.microsoft.com/office/drawing/2014/main" id="{4E6A7BD5-5E6B-2DD2-608F-4228CA9BB31A}"/>
                </a:ext>
              </a:extLst>
            </p:cNvPr>
            <p:cNvCxnSpPr/>
            <p:nvPr/>
          </p:nvCxnSpPr>
          <p:spPr>
            <a:xfrm>
              <a:off x="4388520" y="4041648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9" name="Connector 95">
              <a:extLst>
                <a:ext uri="{FF2B5EF4-FFF2-40B4-BE49-F238E27FC236}">
                  <a16:creationId xmlns:a16="http://schemas.microsoft.com/office/drawing/2014/main" id="{1D47BC6E-A76F-3B4A-9C35-4751D45F6DDC}"/>
                </a:ext>
              </a:extLst>
            </p:cNvPr>
            <p:cNvCxnSpPr/>
            <p:nvPr/>
          </p:nvCxnSpPr>
          <p:spPr>
            <a:xfrm>
              <a:off x="3248193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0" name="Connector 96">
              <a:extLst>
                <a:ext uri="{FF2B5EF4-FFF2-40B4-BE49-F238E27FC236}">
                  <a16:creationId xmlns:a16="http://schemas.microsoft.com/office/drawing/2014/main" id="{848CD375-2F98-B1E5-48B9-2F19ED3CB4DD}"/>
                </a:ext>
              </a:extLst>
            </p:cNvPr>
            <p:cNvCxnSpPr/>
            <p:nvPr/>
          </p:nvCxnSpPr>
          <p:spPr>
            <a:xfrm>
              <a:off x="3248193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1" name="Connector 97">
              <a:extLst>
                <a:ext uri="{FF2B5EF4-FFF2-40B4-BE49-F238E27FC236}">
                  <a16:creationId xmlns:a16="http://schemas.microsoft.com/office/drawing/2014/main" id="{CF407AE0-C369-9641-013F-81B3D44FA039}"/>
                </a:ext>
              </a:extLst>
            </p:cNvPr>
            <p:cNvCxnSpPr/>
            <p:nvPr/>
          </p:nvCxnSpPr>
          <p:spPr>
            <a:xfrm flipV="1">
              <a:off x="2487975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2" name="Connector 98">
              <a:extLst>
                <a:ext uri="{FF2B5EF4-FFF2-40B4-BE49-F238E27FC236}">
                  <a16:creationId xmlns:a16="http://schemas.microsoft.com/office/drawing/2014/main" id="{86112C74-AE28-4B92-0309-F3C9DA04CBC9}"/>
                </a:ext>
              </a:extLst>
            </p:cNvPr>
            <p:cNvCxnSpPr/>
            <p:nvPr/>
          </p:nvCxnSpPr>
          <p:spPr>
            <a:xfrm flipV="1">
              <a:off x="4388520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3" name="Connector 99">
              <a:extLst>
                <a:ext uri="{FF2B5EF4-FFF2-40B4-BE49-F238E27FC236}">
                  <a16:creationId xmlns:a16="http://schemas.microsoft.com/office/drawing/2014/main" id="{D9BC3083-50E1-541D-62EF-7DFB0A572362}"/>
                </a:ext>
              </a:extLst>
            </p:cNvPr>
            <p:cNvCxnSpPr/>
            <p:nvPr/>
          </p:nvCxnSpPr>
          <p:spPr>
            <a:xfrm>
              <a:off x="2487975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4" name="Connector 100">
              <a:extLst>
                <a:ext uri="{FF2B5EF4-FFF2-40B4-BE49-F238E27FC236}">
                  <a16:creationId xmlns:a16="http://schemas.microsoft.com/office/drawing/2014/main" id="{1D0837B9-ABE4-1AC4-7D16-400599D6B1E5}"/>
                </a:ext>
              </a:extLst>
            </p:cNvPr>
            <p:cNvCxnSpPr/>
            <p:nvPr/>
          </p:nvCxnSpPr>
          <p:spPr>
            <a:xfrm flipV="1">
              <a:off x="1727757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5" name="Connector 101">
              <a:extLst>
                <a:ext uri="{FF2B5EF4-FFF2-40B4-BE49-F238E27FC236}">
                  <a16:creationId xmlns:a16="http://schemas.microsoft.com/office/drawing/2014/main" id="{D82E1D24-F7D3-19C0-400A-EBEBA76FDFF6}"/>
                </a:ext>
              </a:extLst>
            </p:cNvPr>
            <p:cNvCxnSpPr/>
            <p:nvPr/>
          </p:nvCxnSpPr>
          <p:spPr>
            <a:xfrm flipV="1">
              <a:off x="4768629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6" name="Connector 102">
              <a:extLst>
                <a:ext uri="{FF2B5EF4-FFF2-40B4-BE49-F238E27FC236}">
                  <a16:creationId xmlns:a16="http://schemas.microsoft.com/office/drawing/2014/main" id="{292FC44C-942B-352F-2556-3BB953C90A1F}"/>
                </a:ext>
              </a:extLst>
            </p:cNvPr>
            <p:cNvCxnSpPr/>
            <p:nvPr/>
          </p:nvCxnSpPr>
          <p:spPr>
            <a:xfrm>
              <a:off x="4008411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7" name="Connector 103">
              <a:extLst>
                <a:ext uri="{FF2B5EF4-FFF2-40B4-BE49-F238E27FC236}">
                  <a16:creationId xmlns:a16="http://schemas.microsoft.com/office/drawing/2014/main" id="{FB76E874-4C21-FA7C-94EB-A71AD8C240F0}"/>
                </a:ext>
              </a:extLst>
            </p:cNvPr>
            <p:cNvCxnSpPr/>
            <p:nvPr/>
          </p:nvCxnSpPr>
          <p:spPr>
            <a:xfrm>
              <a:off x="3628302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8" name="Connector 104">
              <a:extLst>
                <a:ext uri="{FF2B5EF4-FFF2-40B4-BE49-F238E27FC236}">
                  <a16:creationId xmlns:a16="http://schemas.microsoft.com/office/drawing/2014/main" id="{FE91FA59-71BA-E081-B9CD-545A41B3DB78}"/>
                </a:ext>
              </a:extLst>
            </p:cNvPr>
            <p:cNvCxnSpPr/>
            <p:nvPr/>
          </p:nvCxnSpPr>
          <p:spPr>
            <a:xfrm flipV="1">
              <a:off x="1347648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9" name="Connector 105">
              <a:extLst>
                <a:ext uri="{FF2B5EF4-FFF2-40B4-BE49-F238E27FC236}">
                  <a16:creationId xmlns:a16="http://schemas.microsoft.com/office/drawing/2014/main" id="{E4AE0FA2-4EAE-E6D3-ED8C-28298BA34089}"/>
                </a:ext>
              </a:extLst>
            </p:cNvPr>
            <p:cNvCxnSpPr/>
            <p:nvPr/>
          </p:nvCxnSpPr>
          <p:spPr>
            <a:xfrm>
              <a:off x="967540" y="2505456"/>
              <a:ext cx="380108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0" name="Connector 106">
              <a:extLst>
                <a:ext uri="{FF2B5EF4-FFF2-40B4-BE49-F238E27FC236}">
                  <a16:creationId xmlns:a16="http://schemas.microsoft.com/office/drawing/2014/main" id="{12D25191-CF23-A43B-A0F0-F42CF3445BEB}"/>
                </a:ext>
              </a:extLst>
            </p:cNvPr>
            <p:cNvCxnSpPr/>
            <p:nvPr/>
          </p:nvCxnSpPr>
          <p:spPr>
            <a:xfrm flipV="1">
              <a:off x="5528847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1" name="Connector 107">
              <a:extLst>
                <a:ext uri="{FF2B5EF4-FFF2-40B4-BE49-F238E27FC236}">
                  <a16:creationId xmlns:a16="http://schemas.microsoft.com/office/drawing/2014/main" id="{A86969F8-8721-8ABB-C8C7-022585271337}"/>
                </a:ext>
              </a:extLst>
            </p:cNvPr>
            <p:cNvCxnSpPr/>
            <p:nvPr/>
          </p:nvCxnSpPr>
          <p:spPr>
            <a:xfrm>
              <a:off x="4768629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2" name="Connector 108">
              <a:extLst>
                <a:ext uri="{FF2B5EF4-FFF2-40B4-BE49-F238E27FC236}">
                  <a16:creationId xmlns:a16="http://schemas.microsoft.com/office/drawing/2014/main" id="{0AF4421C-759B-D2B5-0EE2-77889495EADB}"/>
                </a:ext>
              </a:extLst>
            </p:cNvPr>
            <p:cNvCxnSpPr/>
            <p:nvPr/>
          </p:nvCxnSpPr>
          <p:spPr>
            <a:xfrm flipV="1">
              <a:off x="5528847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3" name="Connector 109">
              <a:extLst>
                <a:ext uri="{FF2B5EF4-FFF2-40B4-BE49-F238E27FC236}">
                  <a16:creationId xmlns:a16="http://schemas.microsoft.com/office/drawing/2014/main" id="{D630BBEE-D7C5-BDDF-1763-31FA214BEF76}"/>
                </a:ext>
              </a:extLst>
            </p:cNvPr>
            <p:cNvCxnSpPr/>
            <p:nvPr/>
          </p:nvCxnSpPr>
          <p:spPr>
            <a:xfrm>
              <a:off x="5148738" y="2724911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4" name="Connector 110">
              <a:extLst>
                <a:ext uri="{FF2B5EF4-FFF2-40B4-BE49-F238E27FC236}">
                  <a16:creationId xmlns:a16="http://schemas.microsoft.com/office/drawing/2014/main" id="{FF3153B1-25A0-6105-1C0C-496A77AD9972}"/>
                </a:ext>
              </a:extLst>
            </p:cNvPr>
            <p:cNvCxnSpPr/>
            <p:nvPr/>
          </p:nvCxnSpPr>
          <p:spPr>
            <a:xfrm>
              <a:off x="3248193" y="3383279"/>
              <a:ext cx="0" cy="438912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5" name="Connector 111">
              <a:extLst>
                <a:ext uri="{FF2B5EF4-FFF2-40B4-BE49-F238E27FC236}">
                  <a16:creationId xmlns:a16="http://schemas.microsoft.com/office/drawing/2014/main" id="{646C5502-3E33-A18F-A5DC-4A96C0FFF313}"/>
                </a:ext>
              </a:extLst>
            </p:cNvPr>
            <p:cNvCxnSpPr/>
            <p:nvPr/>
          </p:nvCxnSpPr>
          <p:spPr>
            <a:xfrm>
              <a:off x="3248193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6" name="Connector 112">
              <a:extLst>
                <a:ext uri="{FF2B5EF4-FFF2-40B4-BE49-F238E27FC236}">
                  <a16:creationId xmlns:a16="http://schemas.microsoft.com/office/drawing/2014/main" id="{AD0E4A3E-D429-0C68-B276-D37D3788EDBD}"/>
                </a:ext>
              </a:extLst>
            </p:cNvPr>
            <p:cNvCxnSpPr/>
            <p:nvPr/>
          </p:nvCxnSpPr>
          <p:spPr>
            <a:xfrm flipV="1">
              <a:off x="2487975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7" name="Connector 113">
              <a:extLst>
                <a:ext uri="{FF2B5EF4-FFF2-40B4-BE49-F238E27FC236}">
                  <a16:creationId xmlns:a16="http://schemas.microsoft.com/office/drawing/2014/main" id="{1D8B54FF-AF05-28D2-2A0A-2522D4E58ED4}"/>
                </a:ext>
              </a:extLst>
            </p:cNvPr>
            <p:cNvCxnSpPr/>
            <p:nvPr/>
          </p:nvCxnSpPr>
          <p:spPr>
            <a:xfrm flipV="1">
              <a:off x="1347648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8" name="Connector 114">
              <a:extLst>
                <a:ext uri="{FF2B5EF4-FFF2-40B4-BE49-F238E27FC236}">
                  <a16:creationId xmlns:a16="http://schemas.microsoft.com/office/drawing/2014/main" id="{25391154-E900-1C8B-91F1-F5DC32C7265D}"/>
                </a:ext>
              </a:extLst>
            </p:cNvPr>
            <p:cNvCxnSpPr/>
            <p:nvPr/>
          </p:nvCxnSpPr>
          <p:spPr>
            <a:xfrm>
              <a:off x="1727757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9" name="Connector 115">
              <a:extLst>
                <a:ext uri="{FF2B5EF4-FFF2-40B4-BE49-F238E27FC236}">
                  <a16:creationId xmlns:a16="http://schemas.microsoft.com/office/drawing/2014/main" id="{1E7B642B-E0B4-901D-5E31-02439CFDF1F3}"/>
                </a:ext>
              </a:extLst>
            </p:cNvPr>
            <p:cNvCxnSpPr/>
            <p:nvPr/>
          </p:nvCxnSpPr>
          <p:spPr>
            <a:xfrm>
              <a:off x="4388520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0" name="Connector 116">
              <a:extLst>
                <a:ext uri="{FF2B5EF4-FFF2-40B4-BE49-F238E27FC236}">
                  <a16:creationId xmlns:a16="http://schemas.microsoft.com/office/drawing/2014/main" id="{57CF4DD6-7741-8D3F-A06C-274AE96864AE}"/>
                </a:ext>
              </a:extLst>
            </p:cNvPr>
            <p:cNvCxnSpPr/>
            <p:nvPr/>
          </p:nvCxnSpPr>
          <p:spPr>
            <a:xfrm>
              <a:off x="5528847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1" name="Connector 117">
              <a:extLst>
                <a:ext uri="{FF2B5EF4-FFF2-40B4-BE49-F238E27FC236}">
                  <a16:creationId xmlns:a16="http://schemas.microsoft.com/office/drawing/2014/main" id="{398C427E-E9B2-C499-3113-1AF1952A2474}"/>
                </a:ext>
              </a:extLst>
            </p:cNvPr>
            <p:cNvCxnSpPr/>
            <p:nvPr/>
          </p:nvCxnSpPr>
          <p:spPr>
            <a:xfrm>
              <a:off x="1347648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2" name="Connector 118">
              <a:extLst>
                <a:ext uri="{FF2B5EF4-FFF2-40B4-BE49-F238E27FC236}">
                  <a16:creationId xmlns:a16="http://schemas.microsoft.com/office/drawing/2014/main" id="{C50EEB82-6231-F320-DFE2-B526E082CE52}"/>
                </a:ext>
              </a:extLst>
            </p:cNvPr>
            <p:cNvCxnSpPr/>
            <p:nvPr/>
          </p:nvCxnSpPr>
          <p:spPr>
            <a:xfrm>
              <a:off x="1727757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3" name="Connector 119">
              <a:extLst>
                <a:ext uri="{FF2B5EF4-FFF2-40B4-BE49-F238E27FC236}">
                  <a16:creationId xmlns:a16="http://schemas.microsoft.com/office/drawing/2014/main" id="{9063FA61-2C3D-094D-D433-723504B157EF}"/>
                </a:ext>
              </a:extLst>
            </p:cNvPr>
            <p:cNvCxnSpPr/>
            <p:nvPr/>
          </p:nvCxnSpPr>
          <p:spPr>
            <a:xfrm>
              <a:off x="967540" y="5138928"/>
              <a:ext cx="380108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4" name="Connector 120">
              <a:extLst>
                <a:ext uri="{FF2B5EF4-FFF2-40B4-BE49-F238E27FC236}">
                  <a16:creationId xmlns:a16="http://schemas.microsoft.com/office/drawing/2014/main" id="{F2B19D1C-40FD-462A-4411-0E20FA5B2338}"/>
                </a:ext>
              </a:extLst>
            </p:cNvPr>
            <p:cNvCxnSpPr/>
            <p:nvPr/>
          </p:nvCxnSpPr>
          <p:spPr>
            <a:xfrm>
              <a:off x="2868084" y="4480560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5" name="Connector 121">
              <a:extLst>
                <a:ext uri="{FF2B5EF4-FFF2-40B4-BE49-F238E27FC236}">
                  <a16:creationId xmlns:a16="http://schemas.microsoft.com/office/drawing/2014/main" id="{D7E2A8A3-E6F1-5F30-35FB-2A4EE41272C3}"/>
                </a:ext>
              </a:extLst>
            </p:cNvPr>
            <p:cNvCxnSpPr/>
            <p:nvPr/>
          </p:nvCxnSpPr>
          <p:spPr>
            <a:xfrm flipV="1">
              <a:off x="2107866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6" name="Connector 122">
              <a:extLst>
                <a:ext uri="{FF2B5EF4-FFF2-40B4-BE49-F238E27FC236}">
                  <a16:creationId xmlns:a16="http://schemas.microsoft.com/office/drawing/2014/main" id="{F7B0F8A9-9A4D-9937-8C4B-6C684A26653A}"/>
                </a:ext>
              </a:extLst>
            </p:cNvPr>
            <p:cNvCxnSpPr/>
            <p:nvPr/>
          </p:nvCxnSpPr>
          <p:spPr>
            <a:xfrm flipV="1">
              <a:off x="3248193" y="3163824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7" name="Connector 123">
              <a:extLst>
                <a:ext uri="{FF2B5EF4-FFF2-40B4-BE49-F238E27FC236}">
                  <a16:creationId xmlns:a16="http://schemas.microsoft.com/office/drawing/2014/main" id="{6D6B1993-E0C4-09B6-4DA7-1FF3A049B53C}"/>
                </a:ext>
              </a:extLst>
            </p:cNvPr>
            <p:cNvCxnSpPr/>
            <p:nvPr/>
          </p:nvCxnSpPr>
          <p:spPr>
            <a:xfrm>
              <a:off x="2868084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8" name="Connector 124">
              <a:extLst>
                <a:ext uri="{FF2B5EF4-FFF2-40B4-BE49-F238E27FC236}">
                  <a16:creationId xmlns:a16="http://schemas.microsoft.com/office/drawing/2014/main" id="{5C20EB62-9A5E-BE15-1F95-E25E49FD3E02}"/>
                </a:ext>
              </a:extLst>
            </p:cNvPr>
            <p:cNvCxnSpPr/>
            <p:nvPr/>
          </p:nvCxnSpPr>
          <p:spPr>
            <a:xfrm flipV="1">
              <a:off x="2868084" y="3822191"/>
              <a:ext cx="380109" cy="219457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9" name="Connector 125">
              <a:extLst>
                <a:ext uri="{FF2B5EF4-FFF2-40B4-BE49-F238E27FC236}">
                  <a16:creationId xmlns:a16="http://schemas.microsoft.com/office/drawing/2014/main" id="{5C02E4A8-E381-DC53-FEA6-8D2886EE681E}"/>
                </a:ext>
              </a:extLst>
            </p:cNvPr>
            <p:cNvCxnSpPr/>
            <p:nvPr/>
          </p:nvCxnSpPr>
          <p:spPr>
            <a:xfrm>
              <a:off x="4008411" y="4700016"/>
              <a:ext cx="0" cy="438911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0" name="Connector 126">
              <a:extLst>
                <a:ext uri="{FF2B5EF4-FFF2-40B4-BE49-F238E27FC236}">
                  <a16:creationId xmlns:a16="http://schemas.microsoft.com/office/drawing/2014/main" id="{42406DB6-A68E-AD66-CC72-139B6B5DA2D7}"/>
                </a:ext>
              </a:extLst>
            </p:cNvPr>
            <p:cNvCxnSpPr/>
            <p:nvPr/>
          </p:nvCxnSpPr>
          <p:spPr>
            <a:xfrm>
              <a:off x="3248193" y="5138927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1" name="Connector 127">
              <a:extLst>
                <a:ext uri="{FF2B5EF4-FFF2-40B4-BE49-F238E27FC236}">
                  <a16:creationId xmlns:a16="http://schemas.microsoft.com/office/drawing/2014/main" id="{630B7BE8-E686-274D-0A89-2A42D2AFD79F}"/>
                </a:ext>
              </a:extLst>
            </p:cNvPr>
            <p:cNvCxnSpPr/>
            <p:nvPr/>
          </p:nvCxnSpPr>
          <p:spPr>
            <a:xfrm>
              <a:off x="4768629" y="206654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2" name="Connector 128">
              <a:extLst>
                <a:ext uri="{FF2B5EF4-FFF2-40B4-BE49-F238E27FC236}">
                  <a16:creationId xmlns:a16="http://schemas.microsoft.com/office/drawing/2014/main" id="{8990A0C5-0830-D823-DAA3-41619464347B}"/>
                </a:ext>
              </a:extLst>
            </p:cNvPr>
            <p:cNvCxnSpPr/>
            <p:nvPr/>
          </p:nvCxnSpPr>
          <p:spPr>
            <a:xfrm>
              <a:off x="1347648" y="2724911"/>
              <a:ext cx="1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3" name="Connector 129">
              <a:extLst>
                <a:ext uri="{FF2B5EF4-FFF2-40B4-BE49-F238E27FC236}">
                  <a16:creationId xmlns:a16="http://schemas.microsoft.com/office/drawing/2014/main" id="{AA8E24BE-32E6-822B-458C-6CE7812DA2AB}"/>
                </a:ext>
              </a:extLst>
            </p:cNvPr>
            <p:cNvCxnSpPr/>
            <p:nvPr/>
          </p:nvCxnSpPr>
          <p:spPr>
            <a:xfrm>
              <a:off x="3628302" y="5358383"/>
              <a:ext cx="0" cy="43891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4" name="Connector 130">
              <a:extLst>
                <a:ext uri="{FF2B5EF4-FFF2-40B4-BE49-F238E27FC236}">
                  <a16:creationId xmlns:a16="http://schemas.microsoft.com/office/drawing/2014/main" id="{AEA61014-EBC6-2E6B-F9DD-EE69C42343B2}"/>
                </a:ext>
              </a:extLst>
            </p:cNvPr>
            <p:cNvCxnSpPr/>
            <p:nvPr/>
          </p:nvCxnSpPr>
          <p:spPr>
            <a:xfrm flipV="1">
              <a:off x="2868084" y="2505456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5" name="Connector 131">
              <a:extLst>
                <a:ext uri="{FF2B5EF4-FFF2-40B4-BE49-F238E27FC236}">
                  <a16:creationId xmlns:a16="http://schemas.microsoft.com/office/drawing/2014/main" id="{DC0CC007-F5D6-22FA-261E-77E9797127BB}"/>
                </a:ext>
              </a:extLst>
            </p:cNvPr>
            <p:cNvCxnSpPr/>
            <p:nvPr/>
          </p:nvCxnSpPr>
          <p:spPr>
            <a:xfrm>
              <a:off x="2107866" y="5797296"/>
              <a:ext cx="380109" cy="219456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6" name="Connector 132">
              <a:extLst>
                <a:ext uri="{FF2B5EF4-FFF2-40B4-BE49-F238E27FC236}">
                  <a16:creationId xmlns:a16="http://schemas.microsoft.com/office/drawing/2014/main" id="{C47D4678-24C8-629E-A63A-4511E945F09C}"/>
                </a:ext>
              </a:extLst>
            </p:cNvPr>
            <p:cNvCxnSpPr/>
            <p:nvPr/>
          </p:nvCxnSpPr>
          <p:spPr>
            <a:xfrm flipV="1">
              <a:off x="967540" y="1847088"/>
              <a:ext cx="380109" cy="219455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1913784C-545B-C6F1-577F-3DE6F30C6462}"/>
                </a:ext>
              </a:extLst>
            </p:cNvPr>
            <p:cNvSpPr/>
            <p:nvPr/>
          </p:nvSpPr>
          <p:spPr>
            <a:xfrm>
              <a:off x="1599741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B43603DF-F640-AC29-B073-A035F6F5D6B1}"/>
                </a:ext>
              </a:extLst>
            </p:cNvPr>
            <p:cNvSpPr/>
            <p:nvPr/>
          </p:nvSpPr>
          <p:spPr>
            <a:xfrm>
              <a:off x="1219633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12EF227-5A3B-2629-953D-419D267CFF81}"/>
                </a:ext>
              </a:extLst>
            </p:cNvPr>
            <p:cNvSpPr/>
            <p:nvPr/>
          </p:nvSpPr>
          <p:spPr>
            <a:xfrm>
              <a:off x="839524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54264587-0961-75D7-70D8-1F033103DB76}"/>
                </a:ext>
              </a:extLst>
            </p:cNvPr>
            <p:cNvSpPr/>
            <p:nvPr/>
          </p:nvSpPr>
          <p:spPr>
            <a:xfrm>
              <a:off x="839524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6490AEBC-D951-5867-4148-BDFC8243B245}"/>
                </a:ext>
              </a:extLst>
            </p:cNvPr>
            <p:cNvSpPr/>
            <p:nvPr/>
          </p:nvSpPr>
          <p:spPr>
            <a:xfrm>
              <a:off x="1219633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2F163F1-C769-36D7-F31F-C0761828908A}"/>
                </a:ext>
              </a:extLst>
            </p:cNvPr>
            <p:cNvSpPr/>
            <p:nvPr/>
          </p:nvSpPr>
          <p:spPr>
            <a:xfrm>
              <a:off x="1599741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E6A32600-93E8-F65F-0513-AC2AF87B5009}"/>
                </a:ext>
              </a:extLst>
            </p:cNvPr>
            <p:cNvSpPr/>
            <p:nvPr/>
          </p:nvSpPr>
          <p:spPr>
            <a:xfrm>
              <a:off x="2359959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222A0D15-31AD-C563-78F6-5DF6C6A0E9DA}"/>
                </a:ext>
              </a:extLst>
            </p:cNvPr>
            <p:cNvSpPr/>
            <p:nvPr/>
          </p:nvSpPr>
          <p:spPr>
            <a:xfrm>
              <a:off x="1979850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DF417412-7E95-2A8F-01F2-5A2050D4F698}"/>
                </a:ext>
              </a:extLst>
            </p:cNvPr>
            <p:cNvSpPr/>
            <p:nvPr/>
          </p:nvSpPr>
          <p:spPr>
            <a:xfrm>
              <a:off x="1979850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AA5D7C5D-4FFD-88E2-5461-2FE21BF82113}"/>
                </a:ext>
              </a:extLst>
            </p:cNvPr>
            <p:cNvSpPr/>
            <p:nvPr/>
          </p:nvSpPr>
          <p:spPr>
            <a:xfrm>
              <a:off x="2359959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334E16FC-02D0-1556-B9AF-CF039501832E}"/>
                </a:ext>
              </a:extLst>
            </p:cNvPr>
            <p:cNvSpPr/>
            <p:nvPr/>
          </p:nvSpPr>
          <p:spPr>
            <a:xfrm>
              <a:off x="3120177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F652E8E1-BFF6-55BA-C711-071A4BA80360}"/>
                </a:ext>
              </a:extLst>
            </p:cNvPr>
            <p:cNvSpPr/>
            <p:nvPr/>
          </p:nvSpPr>
          <p:spPr>
            <a:xfrm>
              <a:off x="2740068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FB9E4D08-9F14-B688-98D0-36CD7A94A426}"/>
                </a:ext>
              </a:extLst>
            </p:cNvPr>
            <p:cNvSpPr/>
            <p:nvPr/>
          </p:nvSpPr>
          <p:spPr>
            <a:xfrm>
              <a:off x="2740068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AE6CD1ED-E104-1F40-68E1-1F67F8FF104C}"/>
                </a:ext>
              </a:extLst>
            </p:cNvPr>
            <p:cNvSpPr/>
            <p:nvPr/>
          </p:nvSpPr>
          <p:spPr>
            <a:xfrm>
              <a:off x="3120177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97858B3-4C28-3D0C-4AD6-62801732992C}"/>
                </a:ext>
              </a:extLst>
            </p:cNvPr>
            <p:cNvSpPr/>
            <p:nvPr/>
          </p:nvSpPr>
          <p:spPr>
            <a:xfrm>
              <a:off x="3880395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B505BAF9-D192-8BB3-E829-7BD579404132}"/>
                </a:ext>
              </a:extLst>
            </p:cNvPr>
            <p:cNvSpPr/>
            <p:nvPr/>
          </p:nvSpPr>
          <p:spPr>
            <a:xfrm>
              <a:off x="3500286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125E7893-055F-6315-A980-64A9653CD0EB}"/>
                </a:ext>
              </a:extLst>
            </p:cNvPr>
            <p:cNvSpPr/>
            <p:nvPr/>
          </p:nvSpPr>
          <p:spPr>
            <a:xfrm>
              <a:off x="3500286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4EBFC99A-1B8B-3AB0-59C6-741EF62D1911}"/>
                </a:ext>
              </a:extLst>
            </p:cNvPr>
            <p:cNvSpPr/>
            <p:nvPr/>
          </p:nvSpPr>
          <p:spPr>
            <a:xfrm>
              <a:off x="3880395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3915A93D-A0B6-ED91-4DED-7F9FC9932E3C}"/>
                </a:ext>
              </a:extLst>
            </p:cNvPr>
            <p:cNvSpPr/>
            <p:nvPr/>
          </p:nvSpPr>
          <p:spPr>
            <a:xfrm>
              <a:off x="4640613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F71DE72-85EC-74A7-AB9F-B2467880C9C8}"/>
                </a:ext>
              </a:extLst>
            </p:cNvPr>
            <p:cNvSpPr/>
            <p:nvPr/>
          </p:nvSpPr>
          <p:spPr>
            <a:xfrm>
              <a:off x="4260504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A2F07D8-430E-F061-9A6E-1BF22133027F}"/>
                </a:ext>
              </a:extLst>
            </p:cNvPr>
            <p:cNvSpPr/>
            <p:nvPr/>
          </p:nvSpPr>
          <p:spPr>
            <a:xfrm>
              <a:off x="4260504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A564C230-16E1-9999-0B38-2EE6E92BA37B}"/>
                </a:ext>
              </a:extLst>
            </p:cNvPr>
            <p:cNvSpPr/>
            <p:nvPr/>
          </p:nvSpPr>
          <p:spPr>
            <a:xfrm>
              <a:off x="4640613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DF74FDF4-09D2-8A12-FBB8-3033BB2919A4}"/>
                </a:ext>
              </a:extLst>
            </p:cNvPr>
            <p:cNvSpPr/>
            <p:nvPr/>
          </p:nvSpPr>
          <p:spPr>
            <a:xfrm>
              <a:off x="5400831" y="2377439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74093A08-0972-E5F7-C27D-58289844FBF4}"/>
                </a:ext>
              </a:extLst>
            </p:cNvPr>
            <p:cNvSpPr/>
            <p:nvPr/>
          </p:nvSpPr>
          <p:spPr>
            <a:xfrm>
              <a:off x="5020722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F265644-0341-A595-38B5-C83E7878C28A}"/>
                </a:ext>
              </a:extLst>
            </p:cNvPr>
            <p:cNvSpPr/>
            <p:nvPr/>
          </p:nvSpPr>
          <p:spPr>
            <a:xfrm>
              <a:off x="5020722" y="171907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50499E6-0F92-1365-F6BA-BC95A459B0D2}"/>
                </a:ext>
              </a:extLst>
            </p:cNvPr>
            <p:cNvSpPr/>
            <p:nvPr/>
          </p:nvSpPr>
          <p:spPr>
            <a:xfrm>
              <a:off x="5400831" y="193852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D41FAB96-C3CB-A470-A072-502F66F800F5}"/>
                </a:ext>
              </a:extLst>
            </p:cNvPr>
            <p:cNvSpPr/>
            <p:nvPr/>
          </p:nvSpPr>
          <p:spPr>
            <a:xfrm>
              <a:off x="1979850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91338949-AFBE-9DD1-0EFC-A0369ECD8344}"/>
                </a:ext>
              </a:extLst>
            </p:cNvPr>
            <p:cNvSpPr/>
            <p:nvPr/>
          </p:nvSpPr>
          <p:spPr>
            <a:xfrm>
              <a:off x="1599741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8D2B0261-7565-6D62-86B6-680CFEDF4BC4}"/>
                </a:ext>
              </a:extLst>
            </p:cNvPr>
            <p:cNvSpPr/>
            <p:nvPr/>
          </p:nvSpPr>
          <p:spPr>
            <a:xfrm>
              <a:off x="1219633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C1F4F703-9EB5-E183-5898-A02A9D2F494F}"/>
                </a:ext>
              </a:extLst>
            </p:cNvPr>
            <p:cNvSpPr/>
            <p:nvPr/>
          </p:nvSpPr>
          <p:spPr>
            <a:xfrm>
              <a:off x="2740068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AE4DA814-C48D-2357-81E1-81700D27844C}"/>
                </a:ext>
              </a:extLst>
            </p:cNvPr>
            <p:cNvSpPr/>
            <p:nvPr/>
          </p:nvSpPr>
          <p:spPr>
            <a:xfrm>
              <a:off x="2359959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1B97CDA7-4995-689D-D8B3-0ADDDCA3DE04}"/>
                </a:ext>
              </a:extLst>
            </p:cNvPr>
            <p:cNvSpPr/>
            <p:nvPr/>
          </p:nvSpPr>
          <p:spPr>
            <a:xfrm>
              <a:off x="3500286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138749A3-C782-CC6F-26F9-975501B2D9C1}"/>
                </a:ext>
              </a:extLst>
            </p:cNvPr>
            <p:cNvSpPr/>
            <p:nvPr/>
          </p:nvSpPr>
          <p:spPr>
            <a:xfrm>
              <a:off x="3120177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B8619882-09B5-A615-BC2F-552E1E84D258}"/>
                </a:ext>
              </a:extLst>
            </p:cNvPr>
            <p:cNvSpPr/>
            <p:nvPr/>
          </p:nvSpPr>
          <p:spPr>
            <a:xfrm>
              <a:off x="4260504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D822D2E7-F539-0972-2EAF-359480228A08}"/>
                </a:ext>
              </a:extLst>
            </p:cNvPr>
            <p:cNvSpPr/>
            <p:nvPr/>
          </p:nvSpPr>
          <p:spPr>
            <a:xfrm>
              <a:off x="3880395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EA12AC3-8B0E-7235-5FCA-E5901752D7D9}"/>
                </a:ext>
              </a:extLst>
            </p:cNvPr>
            <p:cNvSpPr/>
            <p:nvPr/>
          </p:nvSpPr>
          <p:spPr>
            <a:xfrm>
              <a:off x="5020722" y="303580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C7B2708A-BE31-A75E-FEAA-7003FCDD77F5}"/>
                </a:ext>
              </a:extLst>
            </p:cNvPr>
            <p:cNvSpPr/>
            <p:nvPr/>
          </p:nvSpPr>
          <p:spPr>
            <a:xfrm>
              <a:off x="4640613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E301C5E5-A05F-6151-415A-2A2BC759B024}"/>
                </a:ext>
              </a:extLst>
            </p:cNvPr>
            <p:cNvSpPr/>
            <p:nvPr/>
          </p:nvSpPr>
          <p:spPr>
            <a:xfrm>
              <a:off x="5780940" y="3035807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6A5BEDDB-BDA0-CD9C-FDAE-65C00F39841F}"/>
                </a:ext>
              </a:extLst>
            </p:cNvPr>
            <p:cNvSpPr/>
            <p:nvPr/>
          </p:nvSpPr>
          <p:spPr>
            <a:xfrm>
              <a:off x="5400831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5153D826-F5AE-3ED7-65D5-B1544E97B52F}"/>
                </a:ext>
              </a:extLst>
            </p:cNvPr>
            <p:cNvSpPr/>
            <p:nvPr/>
          </p:nvSpPr>
          <p:spPr>
            <a:xfrm>
              <a:off x="5780940" y="2596895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3CEEF090-DD75-0A24-97C2-5C36820E11CF}"/>
                </a:ext>
              </a:extLst>
            </p:cNvPr>
            <p:cNvSpPr/>
            <p:nvPr/>
          </p:nvSpPr>
          <p:spPr>
            <a:xfrm>
              <a:off x="1599741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4F3AB9F4-72F5-9600-A8C3-3CAE01F92DAC}"/>
                </a:ext>
              </a:extLst>
            </p:cNvPr>
            <p:cNvSpPr/>
            <p:nvPr/>
          </p:nvSpPr>
          <p:spPr>
            <a:xfrm>
              <a:off x="1219633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E44A3522-1FB0-8501-AA28-E4257F068C32}"/>
                </a:ext>
              </a:extLst>
            </p:cNvPr>
            <p:cNvSpPr/>
            <p:nvPr/>
          </p:nvSpPr>
          <p:spPr>
            <a:xfrm>
              <a:off x="839524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E24F59A2-50BD-19B4-A971-31487BF13502}"/>
                </a:ext>
              </a:extLst>
            </p:cNvPr>
            <p:cNvSpPr/>
            <p:nvPr/>
          </p:nvSpPr>
          <p:spPr>
            <a:xfrm>
              <a:off x="839524" y="3255263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6F798052-747B-0D52-A13F-003F4778EA02}"/>
                </a:ext>
              </a:extLst>
            </p:cNvPr>
            <p:cNvSpPr/>
            <p:nvPr/>
          </p:nvSpPr>
          <p:spPr>
            <a:xfrm>
              <a:off x="2359959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48CA0D17-3C6D-0414-3EFA-39F0EB83ED3B}"/>
                </a:ext>
              </a:extLst>
            </p:cNvPr>
            <p:cNvSpPr/>
            <p:nvPr/>
          </p:nvSpPr>
          <p:spPr>
            <a:xfrm>
              <a:off x="1979850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551F6D4F-7E5B-0F15-C836-F97A7DDDC6E3}"/>
                </a:ext>
              </a:extLst>
            </p:cNvPr>
            <p:cNvSpPr/>
            <p:nvPr/>
          </p:nvSpPr>
          <p:spPr>
            <a:xfrm>
              <a:off x="3120177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895A9B34-CA70-52E7-49D9-EED97320B697}"/>
                </a:ext>
              </a:extLst>
            </p:cNvPr>
            <p:cNvSpPr/>
            <p:nvPr/>
          </p:nvSpPr>
          <p:spPr>
            <a:xfrm>
              <a:off x="2740068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22E0B869-16C0-2B98-D24A-8AA49FFE8D2A}"/>
                </a:ext>
              </a:extLst>
            </p:cNvPr>
            <p:cNvSpPr/>
            <p:nvPr/>
          </p:nvSpPr>
          <p:spPr>
            <a:xfrm>
              <a:off x="3880395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006D96F-783C-8C5D-A96A-A0B93BF88DF1}"/>
                </a:ext>
              </a:extLst>
            </p:cNvPr>
            <p:cNvSpPr/>
            <p:nvPr/>
          </p:nvSpPr>
          <p:spPr>
            <a:xfrm>
              <a:off x="3500286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C1AA37BC-73CE-667C-642A-F7287482001B}"/>
                </a:ext>
              </a:extLst>
            </p:cNvPr>
            <p:cNvSpPr/>
            <p:nvPr/>
          </p:nvSpPr>
          <p:spPr>
            <a:xfrm>
              <a:off x="4640613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3155964A-D747-090A-937E-5C54D4DB71B7}"/>
                </a:ext>
              </a:extLst>
            </p:cNvPr>
            <p:cNvSpPr/>
            <p:nvPr/>
          </p:nvSpPr>
          <p:spPr>
            <a:xfrm>
              <a:off x="4260504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BE046E23-1642-8EE7-D506-F6EAB5D1E9D3}"/>
                </a:ext>
              </a:extLst>
            </p:cNvPr>
            <p:cNvSpPr/>
            <p:nvPr/>
          </p:nvSpPr>
          <p:spPr>
            <a:xfrm>
              <a:off x="5400831" y="369417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F8BC9697-993C-1E4C-E608-1623BB1975CA}"/>
                </a:ext>
              </a:extLst>
            </p:cNvPr>
            <p:cNvSpPr/>
            <p:nvPr/>
          </p:nvSpPr>
          <p:spPr>
            <a:xfrm>
              <a:off x="5020722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B4E6EE87-B2ED-74C6-79E3-B587C3DD4C10}"/>
                </a:ext>
              </a:extLst>
            </p:cNvPr>
            <p:cNvSpPr/>
            <p:nvPr/>
          </p:nvSpPr>
          <p:spPr>
            <a:xfrm>
              <a:off x="1979850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7FF97043-DF4C-BCE0-3C63-C5DA0E852D53}"/>
                </a:ext>
              </a:extLst>
            </p:cNvPr>
            <p:cNvSpPr/>
            <p:nvPr/>
          </p:nvSpPr>
          <p:spPr>
            <a:xfrm>
              <a:off x="1599741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88747D97-00D1-B194-1B6D-9B7059C87F16}"/>
                </a:ext>
              </a:extLst>
            </p:cNvPr>
            <p:cNvSpPr/>
            <p:nvPr/>
          </p:nvSpPr>
          <p:spPr>
            <a:xfrm>
              <a:off x="1219633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BAE86F0F-454C-49E0-32B1-BE5CAED971BA}"/>
                </a:ext>
              </a:extLst>
            </p:cNvPr>
            <p:cNvSpPr/>
            <p:nvPr/>
          </p:nvSpPr>
          <p:spPr>
            <a:xfrm>
              <a:off x="2740068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DB56B000-80CC-6BBD-6B2C-39676C629D14}"/>
                </a:ext>
              </a:extLst>
            </p:cNvPr>
            <p:cNvSpPr/>
            <p:nvPr/>
          </p:nvSpPr>
          <p:spPr>
            <a:xfrm>
              <a:off x="2359959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32A9490D-4B76-3352-A304-EB5E29E28D26}"/>
                </a:ext>
              </a:extLst>
            </p:cNvPr>
            <p:cNvSpPr/>
            <p:nvPr/>
          </p:nvSpPr>
          <p:spPr>
            <a:xfrm>
              <a:off x="3500286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2B42F268-AB9D-1E9A-35E1-325739287316}"/>
                </a:ext>
              </a:extLst>
            </p:cNvPr>
            <p:cNvSpPr/>
            <p:nvPr/>
          </p:nvSpPr>
          <p:spPr>
            <a:xfrm>
              <a:off x="3120177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29B4C009-427A-A226-33D2-061A5A8B943D}"/>
                </a:ext>
              </a:extLst>
            </p:cNvPr>
            <p:cNvSpPr/>
            <p:nvPr/>
          </p:nvSpPr>
          <p:spPr>
            <a:xfrm>
              <a:off x="4260504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13B32889-1CCC-1634-F222-0E31D63CC8D2}"/>
                </a:ext>
              </a:extLst>
            </p:cNvPr>
            <p:cNvSpPr/>
            <p:nvPr/>
          </p:nvSpPr>
          <p:spPr>
            <a:xfrm>
              <a:off x="3880395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1BA4F96E-CE41-9C81-B4A5-8B0462A676D8}"/>
                </a:ext>
              </a:extLst>
            </p:cNvPr>
            <p:cNvSpPr/>
            <p:nvPr/>
          </p:nvSpPr>
          <p:spPr>
            <a:xfrm>
              <a:off x="5020722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59253364-3C88-1FDA-38E1-1CB0FCE74A39}"/>
                </a:ext>
              </a:extLst>
            </p:cNvPr>
            <p:cNvSpPr/>
            <p:nvPr/>
          </p:nvSpPr>
          <p:spPr>
            <a:xfrm>
              <a:off x="4640613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D1C9ACE6-73F6-A515-89FE-37D46D83348B}"/>
                </a:ext>
              </a:extLst>
            </p:cNvPr>
            <p:cNvSpPr/>
            <p:nvPr/>
          </p:nvSpPr>
          <p:spPr>
            <a:xfrm>
              <a:off x="5780940" y="4352544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87BA19BB-36D8-3CD9-5A20-DB4C6D5E258C}"/>
                </a:ext>
              </a:extLst>
            </p:cNvPr>
            <p:cNvSpPr/>
            <p:nvPr/>
          </p:nvSpPr>
          <p:spPr>
            <a:xfrm>
              <a:off x="5400831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EC615B1D-17B5-038C-324C-301AFDAC95D1}"/>
                </a:ext>
              </a:extLst>
            </p:cNvPr>
            <p:cNvSpPr/>
            <p:nvPr/>
          </p:nvSpPr>
          <p:spPr>
            <a:xfrm>
              <a:off x="5780940" y="391363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4FB2900C-C394-931D-F169-FF6033E77F63}"/>
                </a:ext>
              </a:extLst>
            </p:cNvPr>
            <p:cNvSpPr/>
            <p:nvPr/>
          </p:nvSpPr>
          <p:spPr>
            <a:xfrm>
              <a:off x="1599741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8BD44A97-0811-30F1-2749-C1FC4A59D467}"/>
                </a:ext>
              </a:extLst>
            </p:cNvPr>
            <p:cNvSpPr/>
            <p:nvPr/>
          </p:nvSpPr>
          <p:spPr>
            <a:xfrm>
              <a:off x="1219633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FB23792A-96D8-FED0-DBD9-45956CF54BBD}"/>
                </a:ext>
              </a:extLst>
            </p:cNvPr>
            <p:cNvSpPr/>
            <p:nvPr/>
          </p:nvSpPr>
          <p:spPr>
            <a:xfrm>
              <a:off x="839524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146C9DCA-119C-3FEA-4E5D-F216B5924F8D}"/>
                </a:ext>
              </a:extLst>
            </p:cNvPr>
            <p:cNvSpPr/>
            <p:nvPr/>
          </p:nvSpPr>
          <p:spPr>
            <a:xfrm>
              <a:off x="839524" y="457200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28E6BF7F-F28B-2898-716C-C9373B17AEF2}"/>
                </a:ext>
              </a:extLst>
            </p:cNvPr>
            <p:cNvSpPr/>
            <p:nvPr/>
          </p:nvSpPr>
          <p:spPr>
            <a:xfrm>
              <a:off x="2359959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B8E9D082-9C27-0F74-FD02-556D7411DACC}"/>
                </a:ext>
              </a:extLst>
            </p:cNvPr>
            <p:cNvSpPr/>
            <p:nvPr/>
          </p:nvSpPr>
          <p:spPr>
            <a:xfrm>
              <a:off x="1979850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13568550-1246-AC35-59F3-C1605DE6BFBA}"/>
                </a:ext>
              </a:extLst>
            </p:cNvPr>
            <p:cNvSpPr/>
            <p:nvPr/>
          </p:nvSpPr>
          <p:spPr>
            <a:xfrm>
              <a:off x="3120177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B65A4DB-5F13-3A6A-3399-81184CF62D97}"/>
                </a:ext>
              </a:extLst>
            </p:cNvPr>
            <p:cNvSpPr/>
            <p:nvPr/>
          </p:nvSpPr>
          <p:spPr>
            <a:xfrm>
              <a:off x="2740068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E0281D29-3E8B-D370-3E7F-D9EF299D77EE}"/>
                </a:ext>
              </a:extLst>
            </p:cNvPr>
            <p:cNvSpPr/>
            <p:nvPr/>
          </p:nvSpPr>
          <p:spPr>
            <a:xfrm>
              <a:off x="3880395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7381D222-B9DB-160F-FA8F-6875A613E0A1}"/>
                </a:ext>
              </a:extLst>
            </p:cNvPr>
            <p:cNvSpPr/>
            <p:nvPr/>
          </p:nvSpPr>
          <p:spPr>
            <a:xfrm>
              <a:off x="3500286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8AEF724D-AC9A-50E0-5A7B-4CF0C51A79EF}"/>
                </a:ext>
              </a:extLst>
            </p:cNvPr>
            <p:cNvSpPr/>
            <p:nvPr/>
          </p:nvSpPr>
          <p:spPr>
            <a:xfrm>
              <a:off x="4640613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3230D1FA-8B39-36A3-9E39-753E25F6E43D}"/>
                </a:ext>
              </a:extLst>
            </p:cNvPr>
            <p:cNvSpPr/>
            <p:nvPr/>
          </p:nvSpPr>
          <p:spPr>
            <a:xfrm>
              <a:off x="4260504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A4735767-63EA-96E9-AF62-C093D4AC2201}"/>
                </a:ext>
              </a:extLst>
            </p:cNvPr>
            <p:cNvSpPr/>
            <p:nvPr/>
          </p:nvSpPr>
          <p:spPr>
            <a:xfrm>
              <a:off x="5400831" y="5010912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E9538302-94C1-775A-66FA-8215C0402C4D}"/>
                </a:ext>
              </a:extLst>
            </p:cNvPr>
            <p:cNvSpPr/>
            <p:nvPr/>
          </p:nvSpPr>
          <p:spPr>
            <a:xfrm>
              <a:off x="5020722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EE5F36CB-B1D4-15B0-2D3B-4457ED11B53E}"/>
                </a:ext>
              </a:extLst>
            </p:cNvPr>
            <p:cNvSpPr/>
            <p:nvPr/>
          </p:nvSpPr>
          <p:spPr>
            <a:xfrm>
              <a:off x="1979850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4468F627-CBAB-9E92-DB4E-ECCE46F5334D}"/>
                </a:ext>
              </a:extLst>
            </p:cNvPr>
            <p:cNvSpPr/>
            <p:nvPr/>
          </p:nvSpPr>
          <p:spPr>
            <a:xfrm>
              <a:off x="1599741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405D2869-E83C-74F7-5A7D-DA91F3D082DA}"/>
                </a:ext>
              </a:extLst>
            </p:cNvPr>
            <p:cNvSpPr/>
            <p:nvPr/>
          </p:nvSpPr>
          <p:spPr>
            <a:xfrm>
              <a:off x="1219633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96C72766-8BA9-BDBC-931B-76BF3B2ABC37}"/>
                </a:ext>
              </a:extLst>
            </p:cNvPr>
            <p:cNvSpPr/>
            <p:nvPr/>
          </p:nvSpPr>
          <p:spPr>
            <a:xfrm>
              <a:off x="2740068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8A1A392D-67F1-56EF-126B-C9D0EAB9B258}"/>
                </a:ext>
              </a:extLst>
            </p:cNvPr>
            <p:cNvSpPr/>
            <p:nvPr/>
          </p:nvSpPr>
          <p:spPr>
            <a:xfrm>
              <a:off x="2359959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3F0BB9C1-DDA3-ABBC-6BE4-9694FDC1C3EF}"/>
                </a:ext>
              </a:extLst>
            </p:cNvPr>
            <p:cNvSpPr/>
            <p:nvPr/>
          </p:nvSpPr>
          <p:spPr>
            <a:xfrm>
              <a:off x="3500286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5D2468AC-27C2-EED7-47DE-A129D1D2A68B}"/>
                </a:ext>
              </a:extLst>
            </p:cNvPr>
            <p:cNvSpPr/>
            <p:nvPr/>
          </p:nvSpPr>
          <p:spPr>
            <a:xfrm>
              <a:off x="3120177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ED77CF40-9D95-96F9-1A8D-03F73719BB5C}"/>
                </a:ext>
              </a:extLst>
            </p:cNvPr>
            <p:cNvSpPr/>
            <p:nvPr/>
          </p:nvSpPr>
          <p:spPr>
            <a:xfrm>
              <a:off x="4260504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1454FB4C-8461-4872-4978-D8F618CAEB20}"/>
                </a:ext>
              </a:extLst>
            </p:cNvPr>
            <p:cNvSpPr/>
            <p:nvPr/>
          </p:nvSpPr>
          <p:spPr>
            <a:xfrm>
              <a:off x="3880395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03DED1E2-B4EF-FB10-BB98-226EF38AB77C}"/>
                </a:ext>
              </a:extLst>
            </p:cNvPr>
            <p:cNvSpPr/>
            <p:nvPr/>
          </p:nvSpPr>
          <p:spPr>
            <a:xfrm>
              <a:off x="5020722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0B0D5424-A3DE-34BB-2AE3-29D27CE736C4}"/>
                </a:ext>
              </a:extLst>
            </p:cNvPr>
            <p:cNvSpPr/>
            <p:nvPr/>
          </p:nvSpPr>
          <p:spPr>
            <a:xfrm>
              <a:off x="4640613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7A50B437-53BA-8587-1973-B9B387209FE2}"/>
                </a:ext>
              </a:extLst>
            </p:cNvPr>
            <p:cNvSpPr/>
            <p:nvPr/>
          </p:nvSpPr>
          <p:spPr>
            <a:xfrm>
              <a:off x="5780940" y="5669280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A056B2C6-CC63-7B4D-1627-39B1FB0B2F7B}"/>
                </a:ext>
              </a:extLst>
            </p:cNvPr>
            <p:cNvSpPr/>
            <p:nvPr/>
          </p:nvSpPr>
          <p:spPr>
            <a:xfrm>
              <a:off x="5400831" y="5888736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FDD9CE12-9A3A-F730-6AB2-AB8AFDB90B9B}"/>
                </a:ext>
              </a:extLst>
            </p:cNvPr>
            <p:cNvSpPr/>
            <p:nvPr/>
          </p:nvSpPr>
          <p:spPr>
            <a:xfrm>
              <a:off x="5780940" y="5230368"/>
              <a:ext cx="256032" cy="256032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343E935D-2729-0969-9CE2-094AF3E3A775}"/>
                </a:ext>
              </a:extLst>
            </p:cNvPr>
            <p:cNvSpPr/>
            <p:nvPr/>
          </p:nvSpPr>
          <p:spPr>
            <a:xfrm>
              <a:off x="2868084" y="3822192"/>
              <a:ext cx="1140327" cy="658368"/>
            </a:xfrm>
            <a:custGeom>
              <a:avLst/>
              <a:gdLst/>
              <a:ahLst/>
              <a:cxnLst/>
              <a:rect l="l" t="t" r="r" b="b"/>
              <a:pathLst>
                <a:path w="1140327" h="658368">
                  <a:moveTo>
                    <a:pt x="0" y="658368"/>
                  </a:moveTo>
                  <a:lnTo>
                    <a:pt x="760218" y="658368"/>
                  </a:lnTo>
                  <a:lnTo>
                    <a:pt x="1140327" y="0"/>
                  </a:lnTo>
                  <a:lnTo>
                    <a:pt x="380109" y="0"/>
                  </a:lnTo>
                  <a:close/>
                </a:path>
              </a:pathLst>
            </a:custGeom>
            <a:noFill/>
            <a:ln w="38100">
              <a:solidFill>
                <a:srgbClr val="E04F2F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13D2597-93C7-2DEB-D2DB-A9F70B2A94BF}"/>
              </a:ext>
            </a:extLst>
          </p:cNvPr>
          <p:cNvGrpSpPr/>
          <p:nvPr/>
        </p:nvGrpSpPr>
        <p:grpSpPr>
          <a:xfrm>
            <a:off x="1127007" y="1581350"/>
            <a:ext cx="4100596" cy="3695300"/>
            <a:chOff x="754868" y="2248299"/>
            <a:chExt cx="4100596" cy="3695300"/>
          </a:xfrm>
        </p:grpSpPr>
        <p:cxnSp>
          <p:nvCxnSpPr>
            <p:cNvPr id="2" name="Connector 2">
              <a:extLst>
                <a:ext uri="{FF2B5EF4-FFF2-40B4-BE49-F238E27FC236}">
                  <a16:creationId xmlns:a16="http://schemas.microsoft.com/office/drawing/2014/main" id="{757F0005-5B0B-9769-F15A-C7CEEF6C5B9C}"/>
                </a:ext>
              </a:extLst>
            </p:cNvPr>
            <p:cNvCxnSpPr/>
            <p:nvPr/>
          </p:nvCxnSpPr>
          <p:spPr>
            <a:xfrm>
              <a:off x="1097280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" name="Connector 3">
              <a:extLst>
                <a:ext uri="{FF2B5EF4-FFF2-40B4-BE49-F238E27FC236}">
                  <a16:creationId xmlns:a16="http://schemas.microsoft.com/office/drawing/2014/main" id="{DA7A0D56-D717-36E2-0F80-F3BDCF265F63}"/>
                </a:ext>
              </a:extLst>
            </p:cNvPr>
            <p:cNvCxnSpPr/>
            <p:nvPr/>
          </p:nvCxnSpPr>
          <p:spPr>
            <a:xfrm flipV="1">
              <a:off x="109728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" name="Connector 4">
              <a:extLst>
                <a:ext uri="{FF2B5EF4-FFF2-40B4-BE49-F238E27FC236}">
                  <a16:creationId xmlns:a16="http://schemas.microsoft.com/office/drawing/2014/main" id="{AC848D94-E18F-CD84-6230-92CC2C9DC178}"/>
                </a:ext>
              </a:extLst>
            </p:cNvPr>
            <p:cNvCxnSpPr/>
            <p:nvPr/>
          </p:nvCxnSpPr>
          <p:spPr>
            <a:xfrm>
              <a:off x="1755648" y="5806440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" name="Connector 5">
              <a:extLst>
                <a:ext uri="{FF2B5EF4-FFF2-40B4-BE49-F238E27FC236}">
                  <a16:creationId xmlns:a16="http://schemas.microsoft.com/office/drawing/2014/main" id="{197D8F80-BD48-E396-630B-CDA832E19561}"/>
                </a:ext>
              </a:extLst>
            </p:cNvPr>
            <p:cNvCxnSpPr/>
            <p:nvPr/>
          </p:nvCxnSpPr>
          <p:spPr>
            <a:xfrm flipH="1" flipV="1">
              <a:off x="142646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48169359-F1FF-5020-E045-E2DBEF85DC63}"/>
                </a:ext>
              </a:extLst>
            </p:cNvPr>
            <p:cNvCxnSpPr/>
            <p:nvPr/>
          </p:nvCxnSpPr>
          <p:spPr>
            <a:xfrm flipV="1">
              <a:off x="175564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" name="Connector 7">
              <a:extLst>
                <a:ext uri="{FF2B5EF4-FFF2-40B4-BE49-F238E27FC236}">
                  <a16:creationId xmlns:a16="http://schemas.microsoft.com/office/drawing/2014/main" id="{811F8A5C-BCA7-C184-21A4-0130ED49FAF9}"/>
                </a:ext>
              </a:extLst>
            </p:cNvPr>
            <p:cNvCxnSpPr/>
            <p:nvPr/>
          </p:nvCxnSpPr>
          <p:spPr>
            <a:xfrm>
              <a:off x="2414015" y="5806440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" name="Connector 8">
              <a:extLst>
                <a:ext uri="{FF2B5EF4-FFF2-40B4-BE49-F238E27FC236}">
                  <a16:creationId xmlns:a16="http://schemas.microsoft.com/office/drawing/2014/main" id="{4C689DD5-0669-916C-CC12-B8CAA36A6FF5}"/>
                </a:ext>
              </a:extLst>
            </p:cNvPr>
            <p:cNvCxnSpPr/>
            <p:nvPr/>
          </p:nvCxnSpPr>
          <p:spPr>
            <a:xfrm flipH="1" flipV="1">
              <a:off x="208483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9D5EA96C-4B45-BA4A-8986-FFEA92646FF5}"/>
                </a:ext>
              </a:extLst>
            </p:cNvPr>
            <p:cNvCxnSpPr/>
            <p:nvPr/>
          </p:nvCxnSpPr>
          <p:spPr>
            <a:xfrm flipV="1">
              <a:off x="241401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58AC1DBD-9D10-6DFB-7D16-FB177AE44FED}"/>
                </a:ext>
              </a:extLst>
            </p:cNvPr>
            <p:cNvCxnSpPr/>
            <p:nvPr/>
          </p:nvCxnSpPr>
          <p:spPr>
            <a:xfrm>
              <a:off x="3072384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AC4D61D8-D073-732A-968F-82D236B2F03D}"/>
                </a:ext>
              </a:extLst>
            </p:cNvPr>
            <p:cNvCxnSpPr/>
            <p:nvPr/>
          </p:nvCxnSpPr>
          <p:spPr>
            <a:xfrm flipH="1" flipV="1">
              <a:off x="274320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2" name="Connector 12">
              <a:extLst>
                <a:ext uri="{FF2B5EF4-FFF2-40B4-BE49-F238E27FC236}">
                  <a16:creationId xmlns:a16="http://schemas.microsoft.com/office/drawing/2014/main" id="{9F187D06-35F0-618B-6A3D-D3FC134012C3}"/>
                </a:ext>
              </a:extLst>
            </p:cNvPr>
            <p:cNvCxnSpPr/>
            <p:nvPr/>
          </p:nvCxnSpPr>
          <p:spPr>
            <a:xfrm flipV="1">
              <a:off x="307238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3" name="Connector 13">
              <a:extLst>
                <a:ext uri="{FF2B5EF4-FFF2-40B4-BE49-F238E27FC236}">
                  <a16:creationId xmlns:a16="http://schemas.microsoft.com/office/drawing/2014/main" id="{9B27812C-6851-9BA1-4D14-56E6D7C7D33C}"/>
                </a:ext>
              </a:extLst>
            </p:cNvPr>
            <p:cNvCxnSpPr/>
            <p:nvPr/>
          </p:nvCxnSpPr>
          <p:spPr>
            <a:xfrm>
              <a:off x="3730752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BA5E6024-830F-58AE-DD6E-62B30F403906}"/>
                </a:ext>
              </a:extLst>
            </p:cNvPr>
            <p:cNvCxnSpPr/>
            <p:nvPr/>
          </p:nvCxnSpPr>
          <p:spPr>
            <a:xfrm flipH="1" flipV="1">
              <a:off x="340156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E0EAE5FC-1592-489C-CBD6-D7FFA63B57E5}"/>
                </a:ext>
              </a:extLst>
            </p:cNvPr>
            <p:cNvCxnSpPr/>
            <p:nvPr/>
          </p:nvCxnSpPr>
          <p:spPr>
            <a:xfrm flipV="1">
              <a:off x="373075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D635E15B-1593-D229-2E80-8DA9028389B6}"/>
                </a:ext>
              </a:extLst>
            </p:cNvPr>
            <p:cNvCxnSpPr/>
            <p:nvPr/>
          </p:nvCxnSpPr>
          <p:spPr>
            <a:xfrm flipH="1" flipV="1">
              <a:off x="405993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" name="Connector 17">
              <a:extLst>
                <a:ext uri="{FF2B5EF4-FFF2-40B4-BE49-F238E27FC236}">
                  <a16:creationId xmlns:a16="http://schemas.microsoft.com/office/drawing/2014/main" id="{8A580B9E-FEB1-A929-9FB8-716D71C45511}"/>
                </a:ext>
              </a:extLst>
            </p:cNvPr>
            <p:cNvCxnSpPr/>
            <p:nvPr/>
          </p:nvCxnSpPr>
          <p:spPr>
            <a:xfrm flipV="1">
              <a:off x="438912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" name="Connector 18">
              <a:extLst>
                <a:ext uri="{FF2B5EF4-FFF2-40B4-BE49-F238E27FC236}">
                  <a16:creationId xmlns:a16="http://schemas.microsoft.com/office/drawing/2014/main" id="{A3560EE3-26F6-2CE9-21F0-6FCBBCCB1E07}"/>
                </a:ext>
              </a:extLst>
            </p:cNvPr>
            <p:cNvCxnSpPr/>
            <p:nvPr/>
          </p:nvCxnSpPr>
          <p:spPr>
            <a:xfrm>
              <a:off x="1426464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" name="Connector 19">
              <a:extLst>
                <a:ext uri="{FF2B5EF4-FFF2-40B4-BE49-F238E27FC236}">
                  <a16:creationId xmlns:a16="http://schemas.microsoft.com/office/drawing/2014/main" id="{D228A1EE-47B0-E0C0-313E-E523EB70DB8C}"/>
                </a:ext>
              </a:extLst>
            </p:cNvPr>
            <p:cNvCxnSpPr/>
            <p:nvPr/>
          </p:nvCxnSpPr>
          <p:spPr>
            <a:xfrm flipH="1" flipV="1">
              <a:off x="109728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" name="Connector 20">
              <a:extLst>
                <a:ext uri="{FF2B5EF4-FFF2-40B4-BE49-F238E27FC236}">
                  <a16:creationId xmlns:a16="http://schemas.microsoft.com/office/drawing/2014/main" id="{795F826D-2D8D-D609-6593-0CFB0D19C4A1}"/>
                </a:ext>
              </a:extLst>
            </p:cNvPr>
            <p:cNvCxnSpPr/>
            <p:nvPr/>
          </p:nvCxnSpPr>
          <p:spPr>
            <a:xfrm flipV="1">
              <a:off x="142646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" name="Connector 21">
              <a:extLst>
                <a:ext uri="{FF2B5EF4-FFF2-40B4-BE49-F238E27FC236}">
                  <a16:creationId xmlns:a16="http://schemas.microsoft.com/office/drawing/2014/main" id="{BA039FD6-7037-58D7-A09A-6D2C44A83F22}"/>
                </a:ext>
              </a:extLst>
            </p:cNvPr>
            <p:cNvCxnSpPr/>
            <p:nvPr/>
          </p:nvCxnSpPr>
          <p:spPr>
            <a:xfrm>
              <a:off x="2084832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" name="Connector 22">
              <a:extLst>
                <a:ext uri="{FF2B5EF4-FFF2-40B4-BE49-F238E27FC236}">
                  <a16:creationId xmlns:a16="http://schemas.microsoft.com/office/drawing/2014/main" id="{AD024B62-F0C0-9284-5D61-684EB550C805}"/>
                </a:ext>
              </a:extLst>
            </p:cNvPr>
            <p:cNvCxnSpPr/>
            <p:nvPr/>
          </p:nvCxnSpPr>
          <p:spPr>
            <a:xfrm flipH="1" flipV="1">
              <a:off x="175564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" name="Connector 23">
              <a:extLst>
                <a:ext uri="{FF2B5EF4-FFF2-40B4-BE49-F238E27FC236}">
                  <a16:creationId xmlns:a16="http://schemas.microsoft.com/office/drawing/2014/main" id="{7EF5C225-D5AD-9D1A-8654-F62844D066FE}"/>
                </a:ext>
              </a:extLst>
            </p:cNvPr>
            <p:cNvCxnSpPr/>
            <p:nvPr/>
          </p:nvCxnSpPr>
          <p:spPr>
            <a:xfrm flipV="1">
              <a:off x="208483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" name="Connector 24">
              <a:extLst>
                <a:ext uri="{FF2B5EF4-FFF2-40B4-BE49-F238E27FC236}">
                  <a16:creationId xmlns:a16="http://schemas.microsoft.com/office/drawing/2014/main" id="{61BB8304-2D89-C32B-7711-6497EA7BF81D}"/>
                </a:ext>
              </a:extLst>
            </p:cNvPr>
            <p:cNvCxnSpPr/>
            <p:nvPr/>
          </p:nvCxnSpPr>
          <p:spPr>
            <a:xfrm>
              <a:off x="2743200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" name="Connector 25">
              <a:extLst>
                <a:ext uri="{FF2B5EF4-FFF2-40B4-BE49-F238E27FC236}">
                  <a16:creationId xmlns:a16="http://schemas.microsoft.com/office/drawing/2014/main" id="{095F774B-2D78-37E0-0164-252F0A85E401}"/>
                </a:ext>
              </a:extLst>
            </p:cNvPr>
            <p:cNvCxnSpPr/>
            <p:nvPr/>
          </p:nvCxnSpPr>
          <p:spPr>
            <a:xfrm flipH="1" flipV="1">
              <a:off x="241401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" name="Connector 26">
              <a:extLst>
                <a:ext uri="{FF2B5EF4-FFF2-40B4-BE49-F238E27FC236}">
                  <a16:creationId xmlns:a16="http://schemas.microsoft.com/office/drawing/2014/main" id="{3496FA06-266A-FCC5-00A4-179C4CFF542A}"/>
                </a:ext>
              </a:extLst>
            </p:cNvPr>
            <p:cNvCxnSpPr/>
            <p:nvPr/>
          </p:nvCxnSpPr>
          <p:spPr>
            <a:xfrm flipV="1">
              <a:off x="274320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" name="Connector 27">
              <a:extLst>
                <a:ext uri="{FF2B5EF4-FFF2-40B4-BE49-F238E27FC236}">
                  <a16:creationId xmlns:a16="http://schemas.microsoft.com/office/drawing/2014/main" id="{4742BE3F-43DE-F266-8E02-D947F8456F61}"/>
                </a:ext>
              </a:extLst>
            </p:cNvPr>
            <p:cNvCxnSpPr/>
            <p:nvPr/>
          </p:nvCxnSpPr>
          <p:spPr>
            <a:xfrm>
              <a:off x="3401568" y="523627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" name="Connector 28">
              <a:extLst>
                <a:ext uri="{FF2B5EF4-FFF2-40B4-BE49-F238E27FC236}">
                  <a16:creationId xmlns:a16="http://schemas.microsoft.com/office/drawing/2014/main" id="{EACD2759-941A-BD9C-FC2D-5AEADEC76B04}"/>
                </a:ext>
              </a:extLst>
            </p:cNvPr>
            <p:cNvCxnSpPr/>
            <p:nvPr/>
          </p:nvCxnSpPr>
          <p:spPr>
            <a:xfrm flipH="1" flipV="1">
              <a:off x="307238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" name="Connector 29">
              <a:extLst>
                <a:ext uri="{FF2B5EF4-FFF2-40B4-BE49-F238E27FC236}">
                  <a16:creationId xmlns:a16="http://schemas.microsoft.com/office/drawing/2014/main" id="{8076F637-D414-8F50-9DC7-2D3C110772D8}"/>
                </a:ext>
              </a:extLst>
            </p:cNvPr>
            <p:cNvCxnSpPr/>
            <p:nvPr/>
          </p:nvCxnSpPr>
          <p:spPr>
            <a:xfrm flipV="1">
              <a:off x="340156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" name="Connector 30">
              <a:extLst>
                <a:ext uri="{FF2B5EF4-FFF2-40B4-BE49-F238E27FC236}">
                  <a16:creationId xmlns:a16="http://schemas.microsoft.com/office/drawing/2014/main" id="{8E80665C-28BF-88F8-FDC5-57EF057AC425}"/>
                </a:ext>
              </a:extLst>
            </p:cNvPr>
            <p:cNvCxnSpPr/>
            <p:nvPr/>
          </p:nvCxnSpPr>
          <p:spPr>
            <a:xfrm>
              <a:off x="4059935" y="523627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" name="Connector 31">
              <a:extLst>
                <a:ext uri="{FF2B5EF4-FFF2-40B4-BE49-F238E27FC236}">
                  <a16:creationId xmlns:a16="http://schemas.microsoft.com/office/drawing/2014/main" id="{CA3DF431-5649-AB7B-7ED4-333B28F01C1C}"/>
                </a:ext>
              </a:extLst>
            </p:cNvPr>
            <p:cNvCxnSpPr/>
            <p:nvPr/>
          </p:nvCxnSpPr>
          <p:spPr>
            <a:xfrm flipH="1" flipV="1">
              <a:off x="373075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" name="Connector 32">
              <a:extLst>
                <a:ext uri="{FF2B5EF4-FFF2-40B4-BE49-F238E27FC236}">
                  <a16:creationId xmlns:a16="http://schemas.microsoft.com/office/drawing/2014/main" id="{1227CC42-7D2D-378C-1E46-7B26951B3047}"/>
                </a:ext>
              </a:extLst>
            </p:cNvPr>
            <p:cNvCxnSpPr/>
            <p:nvPr/>
          </p:nvCxnSpPr>
          <p:spPr>
            <a:xfrm flipV="1">
              <a:off x="405993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" name="Connector 33">
              <a:extLst>
                <a:ext uri="{FF2B5EF4-FFF2-40B4-BE49-F238E27FC236}">
                  <a16:creationId xmlns:a16="http://schemas.microsoft.com/office/drawing/2014/main" id="{3BCCF7A1-E9B2-675C-D415-8778402A81F3}"/>
                </a:ext>
              </a:extLst>
            </p:cNvPr>
            <p:cNvCxnSpPr/>
            <p:nvPr/>
          </p:nvCxnSpPr>
          <p:spPr>
            <a:xfrm flipH="1" flipV="1">
              <a:off x="438912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" name="Connector 34">
              <a:extLst>
                <a:ext uri="{FF2B5EF4-FFF2-40B4-BE49-F238E27FC236}">
                  <a16:creationId xmlns:a16="http://schemas.microsoft.com/office/drawing/2014/main" id="{6AE6A8DE-3464-6F12-81C9-51EB10DDD978}"/>
                </a:ext>
              </a:extLst>
            </p:cNvPr>
            <p:cNvCxnSpPr/>
            <p:nvPr/>
          </p:nvCxnSpPr>
          <p:spPr>
            <a:xfrm>
              <a:off x="1097280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" name="Connector 35">
              <a:extLst>
                <a:ext uri="{FF2B5EF4-FFF2-40B4-BE49-F238E27FC236}">
                  <a16:creationId xmlns:a16="http://schemas.microsoft.com/office/drawing/2014/main" id="{B3E04290-7071-C8FD-CD46-B560281413A9}"/>
                </a:ext>
              </a:extLst>
            </p:cNvPr>
            <p:cNvCxnSpPr/>
            <p:nvPr/>
          </p:nvCxnSpPr>
          <p:spPr>
            <a:xfrm flipV="1">
              <a:off x="109728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" name="Connector 36">
              <a:extLst>
                <a:ext uri="{FF2B5EF4-FFF2-40B4-BE49-F238E27FC236}">
                  <a16:creationId xmlns:a16="http://schemas.microsoft.com/office/drawing/2014/main" id="{F03CAC14-0CB2-0F09-2CE7-1B9CC2D9F153}"/>
                </a:ext>
              </a:extLst>
            </p:cNvPr>
            <p:cNvCxnSpPr/>
            <p:nvPr/>
          </p:nvCxnSpPr>
          <p:spPr>
            <a:xfrm>
              <a:off x="1755648" y="4666113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7" name="Connector 37">
              <a:extLst>
                <a:ext uri="{FF2B5EF4-FFF2-40B4-BE49-F238E27FC236}">
                  <a16:creationId xmlns:a16="http://schemas.microsoft.com/office/drawing/2014/main" id="{20DDED74-B4DE-D209-45F1-19B4E28EA305}"/>
                </a:ext>
              </a:extLst>
            </p:cNvPr>
            <p:cNvCxnSpPr/>
            <p:nvPr/>
          </p:nvCxnSpPr>
          <p:spPr>
            <a:xfrm flipH="1" flipV="1">
              <a:off x="142646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8" name="Connector 38">
              <a:extLst>
                <a:ext uri="{FF2B5EF4-FFF2-40B4-BE49-F238E27FC236}">
                  <a16:creationId xmlns:a16="http://schemas.microsoft.com/office/drawing/2014/main" id="{E344B334-61EA-7BFC-9292-7A4D516E8C9A}"/>
                </a:ext>
              </a:extLst>
            </p:cNvPr>
            <p:cNvCxnSpPr/>
            <p:nvPr/>
          </p:nvCxnSpPr>
          <p:spPr>
            <a:xfrm flipV="1">
              <a:off x="175564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9" name="Connector 39">
              <a:extLst>
                <a:ext uri="{FF2B5EF4-FFF2-40B4-BE49-F238E27FC236}">
                  <a16:creationId xmlns:a16="http://schemas.microsoft.com/office/drawing/2014/main" id="{D69420C0-D193-E230-F64B-A92C50AD9E97}"/>
                </a:ext>
              </a:extLst>
            </p:cNvPr>
            <p:cNvCxnSpPr/>
            <p:nvPr/>
          </p:nvCxnSpPr>
          <p:spPr>
            <a:xfrm>
              <a:off x="2414015" y="4666113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0" name="Connector 40">
              <a:extLst>
                <a:ext uri="{FF2B5EF4-FFF2-40B4-BE49-F238E27FC236}">
                  <a16:creationId xmlns:a16="http://schemas.microsoft.com/office/drawing/2014/main" id="{BC241DBB-B6A8-E30B-23AE-30A27D7DF2EB}"/>
                </a:ext>
              </a:extLst>
            </p:cNvPr>
            <p:cNvCxnSpPr/>
            <p:nvPr/>
          </p:nvCxnSpPr>
          <p:spPr>
            <a:xfrm flipH="1" flipV="1">
              <a:off x="208483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1" name="Connector 41">
              <a:extLst>
                <a:ext uri="{FF2B5EF4-FFF2-40B4-BE49-F238E27FC236}">
                  <a16:creationId xmlns:a16="http://schemas.microsoft.com/office/drawing/2014/main" id="{0450E42E-2ED1-A4BE-AD90-1824E5F4ABF4}"/>
                </a:ext>
              </a:extLst>
            </p:cNvPr>
            <p:cNvCxnSpPr/>
            <p:nvPr/>
          </p:nvCxnSpPr>
          <p:spPr>
            <a:xfrm flipV="1">
              <a:off x="241401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2" name="Connector 42">
              <a:extLst>
                <a:ext uri="{FF2B5EF4-FFF2-40B4-BE49-F238E27FC236}">
                  <a16:creationId xmlns:a16="http://schemas.microsoft.com/office/drawing/2014/main" id="{FF30E054-19C3-F665-B81D-CA64F3FD96F6}"/>
                </a:ext>
              </a:extLst>
            </p:cNvPr>
            <p:cNvCxnSpPr/>
            <p:nvPr/>
          </p:nvCxnSpPr>
          <p:spPr>
            <a:xfrm>
              <a:off x="3072384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3" name="Connector 43">
              <a:extLst>
                <a:ext uri="{FF2B5EF4-FFF2-40B4-BE49-F238E27FC236}">
                  <a16:creationId xmlns:a16="http://schemas.microsoft.com/office/drawing/2014/main" id="{756CA029-2FBC-ABEB-E94A-0A3CDD6F24C8}"/>
                </a:ext>
              </a:extLst>
            </p:cNvPr>
            <p:cNvCxnSpPr/>
            <p:nvPr/>
          </p:nvCxnSpPr>
          <p:spPr>
            <a:xfrm flipH="1" flipV="1">
              <a:off x="274320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4" name="Connector 44">
              <a:extLst>
                <a:ext uri="{FF2B5EF4-FFF2-40B4-BE49-F238E27FC236}">
                  <a16:creationId xmlns:a16="http://schemas.microsoft.com/office/drawing/2014/main" id="{5FE7DDAF-C56F-9F4D-03FF-34E6D4908B90}"/>
                </a:ext>
              </a:extLst>
            </p:cNvPr>
            <p:cNvCxnSpPr/>
            <p:nvPr/>
          </p:nvCxnSpPr>
          <p:spPr>
            <a:xfrm flipV="1">
              <a:off x="307238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5" name="Connector 45">
              <a:extLst>
                <a:ext uri="{FF2B5EF4-FFF2-40B4-BE49-F238E27FC236}">
                  <a16:creationId xmlns:a16="http://schemas.microsoft.com/office/drawing/2014/main" id="{A1AD4B73-48A4-2A06-3E9A-F3EE10DE3E94}"/>
                </a:ext>
              </a:extLst>
            </p:cNvPr>
            <p:cNvCxnSpPr/>
            <p:nvPr/>
          </p:nvCxnSpPr>
          <p:spPr>
            <a:xfrm>
              <a:off x="3730752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6" name="Connector 46">
              <a:extLst>
                <a:ext uri="{FF2B5EF4-FFF2-40B4-BE49-F238E27FC236}">
                  <a16:creationId xmlns:a16="http://schemas.microsoft.com/office/drawing/2014/main" id="{200D609F-0E12-F30F-76EF-D97ADE191F66}"/>
                </a:ext>
              </a:extLst>
            </p:cNvPr>
            <p:cNvCxnSpPr/>
            <p:nvPr/>
          </p:nvCxnSpPr>
          <p:spPr>
            <a:xfrm flipH="1" flipV="1">
              <a:off x="340156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7" name="Connector 47">
              <a:extLst>
                <a:ext uri="{FF2B5EF4-FFF2-40B4-BE49-F238E27FC236}">
                  <a16:creationId xmlns:a16="http://schemas.microsoft.com/office/drawing/2014/main" id="{97C95C46-2515-A6C8-BDE6-6AA8DCA09710}"/>
                </a:ext>
              </a:extLst>
            </p:cNvPr>
            <p:cNvCxnSpPr/>
            <p:nvPr/>
          </p:nvCxnSpPr>
          <p:spPr>
            <a:xfrm flipV="1">
              <a:off x="373075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8" name="Connector 48">
              <a:extLst>
                <a:ext uri="{FF2B5EF4-FFF2-40B4-BE49-F238E27FC236}">
                  <a16:creationId xmlns:a16="http://schemas.microsoft.com/office/drawing/2014/main" id="{C67129D0-B99B-95A6-586F-F8AACD3047DF}"/>
                </a:ext>
              </a:extLst>
            </p:cNvPr>
            <p:cNvCxnSpPr/>
            <p:nvPr/>
          </p:nvCxnSpPr>
          <p:spPr>
            <a:xfrm flipH="1" flipV="1">
              <a:off x="405993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9" name="Connector 49">
              <a:extLst>
                <a:ext uri="{FF2B5EF4-FFF2-40B4-BE49-F238E27FC236}">
                  <a16:creationId xmlns:a16="http://schemas.microsoft.com/office/drawing/2014/main" id="{3F4C40A5-A592-CF87-20C8-622796AB858D}"/>
                </a:ext>
              </a:extLst>
            </p:cNvPr>
            <p:cNvCxnSpPr/>
            <p:nvPr/>
          </p:nvCxnSpPr>
          <p:spPr>
            <a:xfrm flipV="1">
              <a:off x="438912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0" name="Connector 50">
              <a:extLst>
                <a:ext uri="{FF2B5EF4-FFF2-40B4-BE49-F238E27FC236}">
                  <a16:creationId xmlns:a16="http://schemas.microsoft.com/office/drawing/2014/main" id="{B39E796E-B65F-D28E-73FF-FA4E435FA900}"/>
                </a:ext>
              </a:extLst>
            </p:cNvPr>
            <p:cNvCxnSpPr/>
            <p:nvPr/>
          </p:nvCxnSpPr>
          <p:spPr>
            <a:xfrm>
              <a:off x="1426464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1" name="Connector 51">
              <a:extLst>
                <a:ext uri="{FF2B5EF4-FFF2-40B4-BE49-F238E27FC236}">
                  <a16:creationId xmlns:a16="http://schemas.microsoft.com/office/drawing/2014/main" id="{C0C19974-A3DE-1AC0-49F9-962EAFC5B450}"/>
                </a:ext>
              </a:extLst>
            </p:cNvPr>
            <p:cNvCxnSpPr/>
            <p:nvPr/>
          </p:nvCxnSpPr>
          <p:spPr>
            <a:xfrm flipH="1" flipV="1">
              <a:off x="109728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2" name="Connector 52">
              <a:extLst>
                <a:ext uri="{FF2B5EF4-FFF2-40B4-BE49-F238E27FC236}">
                  <a16:creationId xmlns:a16="http://schemas.microsoft.com/office/drawing/2014/main" id="{45E47867-35CA-32A7-1363-197458A35F88}"/>
                </a:ext>
              </a:extLst>
            </p:cNvPr>
            <p:cNvCxnSpPr/>
            <p:nvPr/>
          </p:nvCxnSpPr>
          <p:spPr>
            <a:xfrm flipV="1">
              <a:off x="142646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3" name="Connector 53">
              <a:extLst>
                <a:ext uri="{FF2B5EF4-FFF2-40B4-BE49-F238E27FC236}">
                  <a16:creationId xmlns:a16="http://schemas.microsoft.com/office/drawing/2014/main" id="{812DAE8E-5CB5-ACE5-9D46-2BD9DC35464E}"/>
                </a:ext>
              </a:extLst>
            </p:cNvPr>
            <p:cNvCxnSpPr/>
            <p:nvPr/>
          </p:nvCxnSpPr>
          <p:spPr>
            <a:xfrm>
              <a:off x="2084832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4" name="Connector 54">
              <a:extLst>
                <a:ext uri="{FF2B5EF4-FFF2-40B4-BE49-F238E27FC236}">
                  <a16:creationId xmlns:a16="http://schemas.microsoft.com/office/drawing/2014/main" id="{ECDF3E67-1DE6-8B53-4D99-2EA335423DA4}"/>
                </a:ext>
              </a:extLst>
            </p:cNvPr>
            <p:cNvCxnSpPr/>
            <p:nvPr/>
          </p:nvCxnSpPr>
          <p:spPr>
            <a:xfrm flipH="1" flipV="1">
              <a:off x="175564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5" name="Connector 55">
              <a:extLst>
                <a:ext uri="{FF2B5EF4-FFF2-40B4-BE49-F238E27FC236}">
                  <a16:creationId xmlns:a16="http://schemas.microsoft.com/office/drawing/2014/main" id="{77A65AD0-BF4D-B194-9D20-49076202124A}"/>
                </a:ext>
              </a:extLst>
            </p:cNvPr>
            <p:cNvCxnSpPr/>
            <p:nvPr/>
          </p:nvCxnSpPr>
          <p:spPr>
            <a:xfrm flipV="1">
              <a:off x="208483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6" name="Connector 56">
              <a:extLst>
                <a:ext uri="{FF2B5EF4-FFF2-40B4-BE49-F238E27FC236}">
                  <a16:creationId xmlns:a16="http://schemas.microsoft.com/office/drawing/2014/main" id="{96C26F86-57A4-5414-131C-676ED18182E9}"/>
                </a:ext>
              </a:extLst>
            </p:cNvPr>
            <p:cNvCxnSpPr/>
            <p:nvPr/>
          </p:nvCxnSpPr>
          <p:spPr>
            <a:xfrm>
              <a:off x="2743200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7" name="Connector 57">
              <a:extLst>
                <a:ext uri="{FF2B5EF4-FFF2-40B4-BE49-F238E27FC236}">
                  <a16:creationId xmlns:a16="http://schemas.microsoft.com/office/drawing/2014/main" id="{DAD126DC-8D57-4439-908B-24F951E11A70}"/>
                </a:ext>
              </a:extLst>
            </p:cNvPr>
            <p:cNvCxnSpPr/>
            <p:nvPr/>
          </p:nvCxnSpPr>
          <p:spPr>
            <a:xfrm flipH="1" flipV="1">
              <a:off x="241401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8" name="Connector 58">
              <a:extLst>
                <a:ext uri="{FF2B5EF4-FFF2-40B4-BE49-F238E27FC236}">
                  <a16:creationId xmlns:a16="http://schemas.microsoft.com/office/drawing/2014/main" id="{3DCE0731-8101-4439-6855-55CD2EA59890}"/>
                </a:ext>
              </a:extLst>
            </p:cNvPr>
            <p:cNvCxnSpPr/>
            <p:nvPr/>
          </p:nvCxnSpPr>
          <p:spPr>
            <a:xfrm flipV="1">
              <a:off x="274320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9" name="Connector 59">
              <a:extLst>
                <a:ext uri="{FF2B5EF4-FFF2-40B4-BE49-F238E27FC236}">
                  <a16:creationId xmlns:a16="http://schemas.microsoft.com/office/drawing/2014/main" id="{DD807005-8FAD-DEB5-B909-8E503733522C}"/>
                </a:ext>
              </a:extLst>
            </p:cNvPr>
            <p:cNvCxnSpPr/>
            <p:nvPr/>
          </p:nvCxnSpPr>
          <p:spPr>
            <a:xfrm>
              <a:off x="3401568" y="409594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0" name="Connector 60">
              <a:extLst>
                <a:ext uri="{FF2B5EF4-FFF2-40B4-BE49-F238E27FC236}">
                  <a16:creationId xmlns:a16="http://schemas.microsoft.com/office/drawing/2014/main" id="{515848E8-E3C0-9588-7FA8-46CC10683D9E}"/>
                </a:ext>
              </a:extLst>
            </p:cNvPr>
            <p:cNvCxnSpPr/>
            <p:nvPr/>
          </p:nvCxnSpPr>
          <p:spPr>
            <a:xfrm flipH="1" flipV="1">
              <a:off x="307238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1" name="Connector 61">
              <a:extLst>
                <a:ext uri="{FF2B5EF4-FFF2-40B4-BE49-F238E27FC236}">
                  <a16:creationId xmlns:a16="http://schemas.microsoft.com/office/drawing/2014/main" id="{63B37EA8-8195-DDB6-583E-901573DA1CD0}"/>
                </a:ext>
              </a:extLst>
            </p:cNvPr>
            <p:cNvCxnSpPr/>
            <p:nvPr/>
          </p:nvCxnSpPr>
          <p:spPr>
            <a:xfrm flipV="1">
              <a:off x="340156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2" name="Connector 62">
              <a:extLst>
                <a:ext uri="{FF2B5EF4-FFF2-40B4-BE49-F238E27FC236}">
                  <a16:creationId xmlns:a16="http://schemas.microsoft.com/office/drawing/2014/main" id="{1A6440B1-391C-4EFC-DC7F-76C25E7B774F}"/>
                </a:ext>
              </a:extLst>
            </p:cNvPr>
            <p:cNvCxnSpPr/>
            <p:nvPr/>
          </p:nvCxnSpPr>
          <p:spPr>
            <a:xfrm>
              <a:off x="4059935" y="409594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3" name="Connector 63">
              <a:extLst>
                <a:ext uri="{FF2B5EF4-FFF2-40B4-BE49-F238E27FC236}">
                  <a16:creationId xmlns:a16="http://schemas.microsoft.com/office/drawing/2014/main" id="{39CE8C88-EE28-142D-E4FC-A2A51C9E89C5}"/>
                </a:ext>
              </a:extLst>
            </p:cNvPr>
            <p:cNvCxnSpPr/>
            <p:nvPr/>
          </p:nvCxnSpPr>
          <p:spPr>
            <a:xfrm flipH="1" flipV="1">
              <a:off x="373075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4" name="Connector 64">
              <a:extLst>
                <a:ext uri="{FF2B5EF4-FFF2-40B4-BE49-F238E27FC236}">
                  <a16:creationId xmlns:a16="http://schemas.microsoft.com/office/drawing/2014/main" id="{B89334B7-981D-CE4E-4C74-CF19FD499555}"/>
                </a:ext>
              </a:extLst>
            </p:cNvPr>
            <p:cNvCxnSpPr/>
            <p:nvPr/>
          </p:nvCxnSpPr>
          <p:spPr>
            <a:xfrm flipV="1">
              <a:off x="405993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5" name="Connector 65">
              <a:extLst>
                <a:ext uri="{FF2B5EF4-FFF2-40B4-BE49-F238E27FC236}">
                  <a16:creationId xmlns:a16="http://schemas.microsoft.com/office/drawing/2014/main" id="{9FB5FAFB-485D-AE7B-9892-CED051667C93}"/>
                </a:ext>
              </a:extLst>
            </p:cNvPr>
            <p:cNvCxnSpPr/>
            <p:nvPr/>
          </p:nvCxnSpPr>
          <p:spPr>
            <a:xfrm flipH="1" flipV="1">
              <a:off x="438912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6" name="Connector 66">
              <a:extLst>
                <a:ext uri="{FF2B5EF4-FFF2-40B4-BE49-F238E27FC236}">
                  <a16:creationId xmlns:a16="http://schemas.microsoft.com/office/drawing/2014/main" id="{DCFEC133-062C-CF53-D79C-9D3E90F10148}"/>
                </a:ext>
              </a:extLst>
            </p:cNvPr>
            <p:cNvCxnSpPr/>
            <p:nvPr/>
          </p:nvCxnSpPr>
          <p:spPr>
            <a:xfrm>
              <a:off x="1097280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7" name="Connector 67">
              <a:extLst>
                <a:ext uri="{FF2B5EF4-FFF2-40B4-BE49-F238E27FC236}">
                  <a16:creationId xmlns:a16="http://schemas.microsoft.com/office/drawing/2014/main" id="{A52E22BA-6417-3047-3AF5-47EE76329F2F}"/>
                </a:ext>
              </a:extLst>
            </p:cNvPr>
            <p:cNvCxnSpPr/>
            <p:nvPr/>
          </p:nvCxnSpPr>
          <p:spPr>
            <a:xfrm flipV="1">
              <a:off x="109728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8" name="Connector 68">
              <a:extLst>
                <a:ext uri="{FF2B5EF4-FFF2-40B4-BE49-F238E27FC236}">
                  <a16:creationId xmlns:a16="http://schemas.microsoft.com/office/drawing/2014/main" id="{CCFAB593-046C-21FB-BF03-BC9719F1F0AA}"/>
                </a:ext>
              </a:extLst>
            </p:cNvPr>
            <p:cNvCxnSpPr/>
            <p:nvPr/>
          </p:nvCxnSpPr>
          <p:spPr>
            <a:xfrm>
              <a:off x="1755648" y="352578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9" name="Connector 69">
              <a:extLst>
                <a:ext uri="{FF2B5EF4-FFF2-40B4-BE49-F238E27FC236}">
                  <a16:creationId xmlns:a16="http://schemas.microsoft.com/office/drawing/2014/main" id="{0BC31066-4668-91D0-7E68-23256FC0584F}"/>
                </a:ext>
              </a:extLst>
            </p:cNvPr>
            <p:cNvCxnSpPr/>
            <p:nvPr/>
          </p:nvCxnSpPr>
          <p:spPr>
            <a:xfrm flipH="1" flipV="1">
              <a:off x="142646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0" name="Connector 70">
              <a:extLst>
                <a:ext uri="{FF2B5EF4-FFF2-40B4-BE49-F238E27FC236}">
                  <a16:creationId xmlns:a16="http://schemas.microsoft.com/office/drawing/2014/main" id="{C40CDB5E-9F2F-7D3F-ADAA-273711D220AE}"/>
                </a:ext>
              </a:extLst>
            </p:cNvPr>
            <p:cNvCxnSpPr/>
            <p:nvPr/>
          </p:nvCxnSpPr>
          <p:spPr>
            <a:xfrm flipV="1">
              <a:off x="175564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1" name="Connector 71">
              <a:extLst>
                <a:ext uri="{FF2B5EF4-FFF2-40B4-BE49-F238E27FC236}">
                  <a16:creationId xmlns:a16="http://schemas.microsoft.com/office/drawing/2014/main" id="{7920D7C3-B569-ACFA-2B7D-7EF66C963F17}"/>
                </a:ext>
              </a:extLst>
            </p:cNvPr>
            <p:cNvCxnSpPr/>
            <p:nvPr/>
          </p:nvCxnSpPr>
          <p:spPr>
            <a:xfrm>
              <a:off x="2414015" y="352578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2" name="Connector 72">
              <a:extLst>
                <a:ext uri="{FF2B5EF4-FFF2-40B4-BE49-F238E27FC236}">
                  <a16:creationId xmlns:a16="http://schemas.microsoft.com/office/drawing/2014/main" id="{C884D606-1E27-77F1-BFF8-B50F70B194C8}"/>
                </a:ext>
              </a:extLst>
            </p:cNvPr>
            <p:cNvCxnSpPr/>
            <p:nvPr/>
          </p:nvCxnSpPr>
          <p:spPr>
            <a:xfrm flipH="1" flipV="1">
              <a:off x="208483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3" name="Connector 73">
              <a:extLst>
                <a:ext uri="{FF2B5EF4-FFF2-40B4-BE49-F238E27FC236}">
                  <a16:creationId xmlns:a16="http://schemas.microsoft.com/office/drawing/2014/main" id="{E9C3D8B3-57A9-FAF3-1D23-8E4BFCB93741}"/>
                </a:ext>
              </a:extLst>
            </p:cNvPr>
            <p:cNvCxnSpPr/>
            <p:nvPr/>
          </p:nvCxnSpPr>
          <p:spPr>
            <a:xfrm flipV="1">
              <a:off x="241401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4" name="Connector 74">
              <a:extLst>
                <a:ext uri="{FF2B5EF4-FFF2-40B4-BE49-F238E27FC236}">
                  <a16:creationId xmlns:a16="http://schemas.microsoft.com/office/drawing/2014/main" id="{7D70F73B-506A-78FD-D4C7-26FD0A30ABF4}"/>
                </a:ext>
              </a:extLst>
            </p:cNvPr>
            <p:cNvCxnSpPr/>
            <p:nvPr/>
          </p:nvCxnSpPr>
          <p:spPr>
            <a:xfrm>
              <a:off x="3072384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5" name="Connector 75">
              <a:extLst>
                <a:ext uri="{FF2B5EF4-FFF2-40B4-BE49-F238E27FC236}">
                  <a16:creationId xmlns:a16="http://schemas.microsoft.com/office/drawing/2014/main" id="{3FB44A8E-DC9D-5D64-0A67-731FA46A5B5F}"/>
                </a:ext>
              </a:extLst>
            </p:cNvPr>
            <p:cNvCxnSpPr/>
            <p:nvPr/>
          </p:nvCxnSpPr>
          <p:spPr>
            <a:xfrm flipH="1" flipV="1">
              <a:off x="274320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6" name="Connector 76">
              <a:extLst>
                <a:ext uri="{FF2B5EF4-FFF2-40B4-BE49-F238E27FC236}">
                  <a16:creationId xmlns:a16="http://schemas.microsoft.com/office/drawing/2014/main" id="{5306EE52-210E-E45F-3D0A-D88E3E6BB174}"/>
                </a:ext>
              </a:extLst>
            </p:cNvPr>
            <p:cNvCxnSpPr/>
            <p:nvPr/>
          </p:nvCxnSpPr>
          <p:spPr>
            <a:xfrm flipV="1">
              <a:off x="307238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7" name="Connector 77">
              <a:extLst>
                <a:ext uri="{FF2B5EF4-FFF2-40B4-BE49-F238E27FC236}">
                  <a16:creationId xmlns:a16="http://schemas.microsoft.com/office/drawing/2014/main" id="{DF5F0BC2-1244-67A2-52CC-508CB4C0D879}"/>
                </a:ext>
              </a:extLst>
            </p:cNvPr>
            <p:cNvCxnSpPr/>
            <p:nvPr/>
          </p:nvCxnSpPr>
          <p:spPr>
            <a:xfrm>
              <a:off x="3730752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8" name="Connector 78">
              <a:extLst>
                <a:ext uri="{FF2B5EF4-FFF2-40B4-BE49-F238E27FC236}">
                  <a16:creationId xmlns:a16="http://schemas.microsoft.com/office/drawing/2014/main" id="{AEB36ED1-88BF-41E9-57E1-B7C795BBE2D7}"/>
                </a:ext>
              </a:extLst>
            </p:cNvPr>
            <p:cNvCxnSpPr/>
            <p:nvPr/>
          </p:nvCxnSpPr>
          <p:spPr>
            <a:xfrm flipH="1" flipV="1">
              <a:off x="340156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9" name="Connector 79">
              <a:extLst>
                <a:ext uri="{FF2B5EF4-FFF2-40B4-BE49-F238E27FC236}">
                  <a16:creationId xmlns:a16="http://schemas.microsoft.com/office/drawing/2014/main" id="{10E65528-2731-7009-A63D-6F91E89E2701}"/>
                </a:ext>
              </a:extLst>
            </p:cNvPr>
            <p:cNvCxnSpPr/>
            <p:nvPr/>
          </p:nvCxnSpPr>
          <p:spPr>
            <a:xfrm flipV="1">
              <a:off x="373075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0" name="Connector 80">
              <a:extLst>
                <a:ext uri="{FF2B5EF4-FFF2-40B4-BE49-F238E27FC236}">
                  <a16:creationId xmlns:a16="http://schemas.microsoft.com/office/drawing/2014/main" id="{6C534636-4A85-94F2-589C-FFDF85D7D47B}"/>
                </a:ext>
              </a:extLst>
            </p:cNvPr>
            <p:cNvCxnSpPr/>
            <p:nvPr/>
          </p:nvCxnSpPr>
          <p:spPr>
            <a:xfrm flipH="1" flipV="1">
              <a:off x="405993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1" name="Connector 81">
              <a:extLst>
                <a:ext uri="{FF2B5EF4-FFF2-40B4-BE49-F238E27FC236}">
                  <a16:creationId xmlns:a16="http://schemas.microsoft.com/office/drawing/2014/main" id="{9B7D7E61-77F6-D1EB-80BF-8A45C803DBF4}"/>
                </a:ext>
              </a:extLst>
            </p:cNvPr>
            <p:cNvCxnSpPr/>
            <p:nvPr/>
          </p:nvCxnSpPr>
          <p:spPr>
            <a:xfrm flipV="1">
              <a:off x="438912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2" name="Connector 82">
              <a:extLst>
                <a:ext uri="{FF2B5EF4-FFF2-40B4-BE49-F238E27FC236}">
                  <a16:creationId xmlns:a16="http://schemas.microsoft.com/office/drawing/2014/main" id="{DA197AF6-549D-412E-87CA-33A3BE0DC08D}"/>
                </a:ext>
              </a:extLst>
            </p:cNvPr>
            <p:cNvCxnSpPr/>
            <p:nvPr/>
          </p:nvCxnSpPr>
          <p:spPr>
            <a:xfrm>
              <a:off x="1426464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3" name="Connector 83">
              <a:extLst>
                <a:ext uri="{FF2B5EF4-FFF2-40B4-BE49-F238E27FC236}">
                  <a16:creationId xmlns:a16="http://schemas.microsoft.com/office/drawing/2014/main" id="{2DC69DC0-ED77-8D56-0C5D-88D952409CFC}"/>
                </a:ext>
              </a:extLst>
            </p:cNvPr>
            <p:cNvCxnSpPr/>
            <p:nvPr/>
          </p:nvCxnSpPr>
          <p:spPr>
            <a:xfrm flipH="1" flipV="1">
              <a:off x="109728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4" name="Connector 84">
              <a:extLst>
                <a:ext uri="{FF2B5EF4-FFF2-40B4-BE49-F238E27FC236}">
                  <a16:creationId xmlns:a16="http://schemas.microsoft.com/office/drawing/2014/main" id="{3AE74DCE-8F75-DC68-EBD5-EB04F0309CE9}"/>
                </a:ext>
              </a:extLst>
            </p:cNvPr>
            <p:cNvCxnSpPr/>
            <p:nvPr/>
          </p:nvCxnSpPr>
          <p:spPr>
            <a:xfrm flipV="1">
              <a:off x="142646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5" name="Connector 85">
              <a:extLst>
                <a:ext uri="{FF2B5EF4-FFF2-40B4-BE49-F238E27FC236}">
                  <a16:creationId xmlns:a16="http://schemas.microsoft.com/office/drawing/2014/main" id="{080F416B-F72A-B8F4-DB93-158C6282E20C}"/>
                </a:ext>
              </a:extLst>
            </p:cNvPr>
            <p:cNvCxnSpPr/>
            <p:nvPr/>
          </p:nvCxnSpPr>
          <p:spPr>
            <a:xfrm>
              <a:off x="2084832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6" name="Connector 86">
              <a:extLst>
                <a:ext uri="{FF2B5EF4-FFF2-40B4-BE49-F238E27FC236}">
                  <a16:creationId xmlns:a16="http://schemas.microsoft.com/office/drawing/2014/main" id="{43B32E51-AD4A-A621-23C6-A3EE40407A4D}"/>
                </a:ext>
              </a:extLst>
            </p:cNvPr>
            <p:cNvCxnSpPr/>
            <p:nvPr/>
          </p:nvCxnSpPr>
          <p:spPr>
            <a:xfrm flipH="1" flipV="1">
              <a:off x="175564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7" name="Connector 87">
              <a:extLst>
                <a:ext uri="{FF2B5EF4-FFF2-40B4-BE49-F238E27FC236}">
                  <a16:creationId xmlns:a16="http://schemas.microsoft.com/office/drawing/2014/main" id="{D2741B7E-231E-257F-5F48-8F9C2AF4F154}"/>
                </a:ext>
              </a:extLst>
            </p:cNvPr>
            <p:cNvCxnSpPr/>
            <p:nvPr/>
          </p:nvCxnSpPr>
          <p:spPr>
            <a:xfrm flipV="1">
              <a:off x="208483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8" name="Connector 88">
              <a:extLst>
                <a:ext uri="{FF2B5EF4-FFF2-40B4-BE49-F238E27FC236}">
                  <a16:creationId xmlns:a16="http://schemas.microsoft.com/office/drawing/2014/main" id="{784E4225-5640-4E7F-F0F1-3E3128C6B6B9}"/>
                </a:ext>
              </a:extLst>
            </p:cNvPr>
            <p:cNvCxnSpPr/>
            <p:nvPr/>
          </p:nvCxnSpPr>
          <p:spPr>
            <a:xfrm>
              <a:off x="2743200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9" name="Connector 89">
              <a:extLst>
                <a:ext uri="{FF2B5EF4-FFF2-40B4-BE49-F238E27FC236}">
                  <a16:creationId xmlns:a16="http://schemas.microsoft.com/office/drawing/2014/main" id="{38DC030B-6A62-90A7-25C6-A6082A7CD7E2}"/>
                </a:ext>
              </a:extLst>
            </p:cNvPr>
            <p:cNvCxnSpPr/>
            <p:nvPr/>
          </p:nvCxnSpPr>
          <p:spPr>
            <a:xfrm flipH="1" flipV="1">
              <a:off x="241401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0" name="Connector 90">
              <a:extLst>
                <a:ext uri="{FF2B5EF4-FFF2-40B4-BE49-F238E27FC236}">
                  <a16:creationId xmlns:a16="http://schemas.microsoft.com/office/drawing/2014/main" id="{74EB7308-6CA7-1FE8-8075-F1F542B42E5A}"/>
                </a:ext>
              </a:extLst>
            </p:cNvPr>
            <p:cNvCxnSpPr/>
            <p:nvPr/>
          </p:nvCxnSpPr>
          <p:spPr>
            <a:xfrm flipV="1">
              <a:off x="274320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1" name="Connector 91">
              <a:extLst>
                <a:ext uri="{FF2B5EF4-FFF2-40B4-BE49-F238E27FC236}">
                  <a16:creationId xmlns:a16="http://schemas.microsoft.com/office/drawing/2014/main" id="{AC4AC1AA-8647-C0CD-BAD1-B33299828D66}"/>
                </a:ext>
              </a:extLst>
            </p:cNvPr>
            <p:cNvCxnSpPr/>
            <p:nvPr/>
          </p:nvCxnSpPr>
          <p:spPr>
            <a:xfrm>
              <a:off x="3401568" y="2955622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2" name="Connector 92">
              <a:extLst>
                <a:ext uri="{FF2B5EF4-FFF2-40B4-BE49-F238E27FC236}">
                  <a16:creationId xmlns:a16="http://schemas.microsoft.com/office/drawing/2014/main" id="{1A3285D0-BC4C-2BCE-370C-F65594E8233B}"/>
                </a:ext>
              </a:extLst>
            </p:cNvPr>
            <p:cNvCxnSpPr/>
            <p:nvPr/>
          </p:nvCxnSpPr>
          <p:spPr>
            <a:xfrm flipH="1" flipV="1">
              <a:off x="307238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3" name="Connector 93">
              <a:extLst>
                <a:ext uri="{FF2B5EF4-FFF2-40B4-BE49-F238E27FC236}">
                  <a16:creationId xmlns:a16="http://schemas.microsoft.com/office/drawing/2014/main" id="{42719B42-1F96-D62D-10A2-D13CB4988563}"/>
                </a:ext>
              </a:extLst>
            </p:cNvPr>
            <p:cNvCxnSpPr/>
            <p:nvPr/>
          </p:nvCxnSpPr>
          <p:spPr>
            <a:xfrm flipV="1">
              <a:off x="340156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4" name="Connector 94">
              <a:extLst>
                <a:ext uri="{FF2B5EF4-FFF2-40B4-BE49-F238E27FC236}">
                  <a16:creationId xmlns:a16="http://schemas.microsoft.com/office/drawing/2014/main" id="{50147082-C9B2-5565-68C4-0234E354CE2D}"/>
                </a:ext>
              </a:extLst>
            </p:cNvPr>
            <p:cNvCxnSpPr/>
            <p:nvPr/>
          </p:nvCxnSpPr>
          <p:spPr>
            <a:xfrm>
              <a:off x="4059935" y="2955622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5" name="Connector 95">
              <a:extLst>
                <a:ext uri="{FF2B5EF4-FFF2-40B4-BE49-F238E27FC236}">
                  <a16:creationId xmlns:a16="http://schemas.microsoft.com/office/drawing/2014/main" id="{BAC66368-5619-A967-CE7E-AB1E86C298C7}"/>
                </a:ext>
              </a:extLst>
            </p:cNvPr>
            <p:cNvCxnSpPr/>
            <p:nvPr/>
          </p:nvCxnSpPr>
          <p:spPr>
            <a:xfrm flipH="1" flipV="1">
              <a:off x="373075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6" name="Connector 96">
              <a:extLst>
                <a:ext uri="{FF2B5EF4-FFF2-40B4-BE49-F238E27FC236}">
                  <a16:creationId xmlns:a16="http://schemas.microsoft.com/office/drawing/2014/main" id="{15447536-D036-8461-ACCF-76C8DE699DD6}"/>
                </a:ext>
              </a:extLst>
            </p:cNvPr>
            <p:cNvCxnSpPr/>
            <p:nvPr/>
          </p:nvCxnSpPr>
          <p:spPr>
            <a:xfrm flipV="1">
              <a:off x="405993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7" name="Connector 97">
              <a:extLst>
                <a:ext uri="{FF2B5EF4-FFF2-40B4-BE49-F238E27FC236}">
                  <a16:creationId xmlns:a16="http://schemas.microsoft.com/office/drawing/2014/main" id="{AD425107-8579-ECFA-FF69-1971ED93FE58}"/>
                </a:ext>
              </a:extLst>
            </p:cNvPr>
            <p:cNvCxnSpPr/>
            <p:nvPr/>
          </p:nvCxnSpPr>
          <p:spPr>
            <a:xfrm flipH="1" flipV="1">
              <a:off x="438912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8" name="Connector 98">
              <a:extLst>
                <a:ext uri="{FF2B5EF4-FFF2-40B4-BE49-F238E27FC236}">
                  <a16:creationId xmlns:a16="http://schemas.microsoft.com/office/drawing/2014/main" id="{F2FA64FB-CECC-8ECF-1C84-97C829DBD947}"/>
                </a:ext>
              </a:extLst>
            </p:cNvPr>
            <p:cNvCxnSpPr/>
            <p:nvPr/>
          </p:nvCxnSpPr>
          <p:spPr>
            <a:xfrm>
              <a:off x="1097280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9" name="Connector 99">
              <a:extLst>
                <a:ext uri="{FF2B5EF4-FFF2-40B4-BE49-F238E27FC236}">
                  <a16:creationId xmlns:a16="http://schemas.microsoft.com/office/drawing/2014/main" id="{05C6C4B9-1DF0-491E-9BA1-68D93D576A83}"/>
                </a:ext>
              </a:extLst>
            </p:cNvPr>
            <p:cNvCxnSpPr/>
            <p:nvPr/>
          </p:nvCxnSpPr>
          <p:spPr>
            <a:xfrm>
              <a:off x="1755648" y="238545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0" name="Connector 100">
              <a:extLst>
                <a:ext uri="{FF2B5EF4-FFF2-40B4-BE49-F238E27FC236}">
                  <a16:creationId xmlns:a16="http://schemas.microsoft.com/office/drawing/2014/main" id="{59FC5EB2-FF7F-D343-6E52-919BED567645}"/>
                </a:ext>
              </a:extLst>
            </p:cNvPr>
            <p:cNvCxnSpPr/>
            <p:nvPr/>
          </p:nvCxnSpPr>
          <p:spPr>
            <a:xfrm>
              <a:off x="2414015" y="238545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1" name="Connector 101">
              <a:extLst>
                <a:ext uri="{FF2B5EF4-FFF2-40B4-BE49-F238E27FC236}">
                  <a16:creationId xmlns:a16="http://schemas.microsoft.com/office/drawing/2014/main" id="{111EFCC8-9140-42C8-52C8-495AFAA5CF59}"/>
                </a:ext>
              </a:extLst>
            </p:cNvPr>
            <p:cNvCxnSpPr/>
            <p:nvPr/>
          </p:nvCxnSpPr>
          <p:spPr>
            <a:xfrm>
              <a:off x="3072384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2" name="Connector 102">
              <a:extLst>
                <a:ext uri="{FF2B5EF4-FFF2-40B4-BE49-F238E27FC236}">
                  <a16:creationId xmlns:a16="http://schemas.microsoft.com/office/drawing/2014/main" id="{8E2672C2-8372-9860-15D9-FA83634FAB12}"/>
                </a:ext>
              </a:extLst>
            </p:cNvPr>
            <p:cNvCxnSpPr/>
            <p:nvPr/>
          </p:nvCxnSpPr>
          <p:spPr>
            <a:xfrm>
              <a:off x="3730752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5CCF210-F712-4A23-BA96-113C4F4E03F0}"/>
                </a:ext>
              </a:extLst>
            </p:cNvPr>
            <p:cNvSpPr/>
            <p:nvPr/>
          </p:nvSpPr>
          <p:spPr>
            <a:xfrm>
              <a:off x="960120" y="5669279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41ACA65-EA6B-DD56-E601-CF1F1E71DF6B}"/>
                </a:ext>
              </a:extLst>
            </p:cNvPr>
            <p:cNvSpPr/>
            <p:nvPr/>
          </p:nvSpPr>
          <p:spPr>
            <a:xfrm>
              <a:off x="1618488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0C3F571-CC62-6054-CBA6-2C1D15C77A36}"/>
                </a:ext>
              </a:extLst>
            </p:cNvPr>
            <p:cNvSpPr/>
            <p:nvPr/>
          </p:nvSpPr>
          <p:spPr>
            <a:xfrm>
              <a:off x="2276856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D87749F-189F-1848-C389-2AA09E07DCDE}"/>
                </a:ext>
              </a:extLst>
            </p:cNvPr>
            <p:cNvSpPr/>
            <p:nvPr/>
          </p:nvSpPr>
          <p:spPr>
            <a:xfrm>
              <a:off x="2935224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BD7D6CD-CA2A-22F2-9D22-D6E0DABEDF31}"/>
                </a:ext>
              </a:extLst>
            </p:cNvPr>
            <p:cNvSpPr/>
            <p:nvPr/>
          </p:nvSpPr>
          <p:spPr>
            <a:xfrm>
              <a:off x="3593592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F8B0AEA-5E80-8AC4-D1C0-20F591504FBD}"/>
                </a:ext>
              </a:extLst>
            </p:cNvPr>
            <p:cNvSpPr/>
            <p:nvPr/>
          </p:nvSpPr>
          <p:spPr>
            <a:xfrm>
              <a:off x="4251959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7BD13A6-DF76-9BBF-DBD9-0B2C49FED36C}"/>
                </a:ext>
              </a:extLst>
            </p:cNvPr>
            <p:cNvSpPr/>
            <p:nvPr/>
          </p:nvSpPr>
          <p:spPr>
            <a:xfrm>
              <a:off x="128930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A064E7C-6DEC-2DED-F4A1-CA8BB9A408B0}"/>
                </a:ext>
              </a:extLst>
            </p:cNvPr>
            <p:cNvSpPr/>
            <p:nvPr/>
          </p:nvSpPr>
          <p:spPr>
            <a:xfrm>
              <a:off x="1947672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842CEB97-F482-5E94-14C3-C996B0A72AB2}"/>
                </a:ext>
              </a:extLst>
            </p:cNvPr>
            <p:cNvSpPr/>
            <p:nvPr/>
          </p:nvSpPr>
          <p:spPr>
            <a:xfrm>
              <a:off x="2606040" y="5099116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160553A-27AB-BD64-0E34-912154527579}"/>
                </a:ext>
              </a:extLst>
            </p:cNvPr>
            <p:cNvSpPr/>
            <p:nvPr/>
          </p:nvSpPr>
          <p:spPr>
            <a:xfrm>
              <a:off x="3264408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664A41E-F8EF-F161-1BC2-727EC6E46659}"/>
                </a:ext>
              </a:extLst>
            </p:cNvPr>
            <p:cNvSpPr/>
            <p:nvPr/>
          </p:nvSpPr>
          <p:spPr>
            <a:xfrm>
              <a:off x="3922775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63C7432-CA11-0DA5-E9F2-1155765FB75C}"/>
                </a:ext>
              </a:extLst>
            </p:cNvPr>
            <p:cNvSpPr/>
            <p:nvPr/>
          </p:nvSpPr>
          <p:spPr>
            <a:xfrm>
              <a:off x="458114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02321A7-1874-DEF8-D4C3-D10B6BD24F02}"/>
                </a:ext>
              </a:extLst>
            </p:cNvPr>
            <p:cNvSpPr/>
            <p:nvPr/>
          </p:nvSpPr>
          <p:spPr>
            <a:xfrm>
              <a:off x="960120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420FAC0-1140-01D7-29D1-9E7754FFBDF5}"/>
                </a:ext>
              </a:extLst>
            </p:cNvPr>
            <p:cNvSpPr/>
            <p:nvPr/>
          </p:nvSpPr>
          <p:spPr>
            <a:xfrm>
              <a:off x="1618488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E5DA0A2-D278-BD54-7DCB-3F0741DA855B}"/>
                </a:ext>
              </a:extLst>
            </p:cNvPr>
            <p:cNvSpPr/>
            <p:nvPr/>
          </p:nvSpPr>
          <p:spPr>
            <a:xfrm>
              <a:off x="2276856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4A9CD09-B34C-06CB-ED93-2FF20C7DB93D}"/>
                </a:ext>
              </a:extLst>
            </p:cNvPr>
            <p:cNvSpPr/>
            <p:nvPr/>
          </p:nvSpPr>
          <p:spPr>
            <a:xfrm>
              <a:off x="2935224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AA9CFFA-4BC5-AB42-675F-72E9F8915909}"/>
                </a:ext>
              </a:extLst>
            </p:cNvPr>
            <p:cNvSpPr/>
            <p:nvPr/>
          </p:nvSpPr>
          <p:spPr>
            <a:xfrm>
              <a:off x="3593592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A37CA58-1A33-19D7-229F-1CA70239F9CE}"/>
                </a:ext>
              </a:extLst>
            </p:cNvPr>
            <p:cNvSpPr/>
            <p:nvPr/>
          </p:nvSpPr>
          <p:spPr>
            <a:xfrm>
              <a:off x="4251959" y="4528953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C25691C-1C44-BFD9-96C3-8D37C304BCFA}"/>
                </a:ext>
              </a:extLst>
            </p:cNvPr>
            <p:cNvSpPr/>
            <p:nvPr/>
          </p:nvSpPr>
          <p:spPr>
            <a:xfrm>
              <a:off x="1289304" y="3958789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323740D4-2283-A98F-536F-8830C070710B}"/>
                </a:ext>
              </a:extLst>
            </p:cNvPr>
            <p:cNvSpPr/>
            <p:nvPr/>
          </p:nvSpPr>
          <p:spPr>
            <a:xfrm>
              <a:off x="1947672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3861445-EE6A-7EFC-39E8-21DFF673985C}"/>
                </a:ext>
              </a:extLst>
            </p:cNvPr>
            <p:cNvSpPr/>
            <p:nvPr/>
          </p:nvSpPr>
          <p:spPr>
            <a:xfrm>
              <a:off x="2606040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186CFD5-6EC6-8DEA-B3D9-E6EA1B4BAAC6}"/>
                </a:ext>
              </a:extLst>
            </p:cNvPr>
            <p:cNvSpPr/>
            <p:nvPr/>
          </p:nvSpPr>
          <p:spPr>
            <a:xfrm>
              <a:off x="3264408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55587D8-EBB6-DBCC-76A1-1A1D70BCA02A}"/>
                </a:ext>
              </a:extLst>
            </p:cNvPr>
            <p:cNvSpPr/>
            <p:nvPr/>
          </p:nvSpPr>
          <p:spPr>
            <a:xfrm>
              <a:off x="3922775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A0A9E56-0E53-7BA7-04EC-0300A62ABF22}"/>
                </a:ext>
              </a:extLst>
            </p:cNvPr>
            <p:cNvSpPr/>
            <p:nvPr/>
          </p:nvSpPr>
          <p:spPr>
            <a:xfrm>
              <a:off x="458114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F28E31-B472-2BEB-710A-9E3164EF1158}"/>
                </a:ext>
              </a:extLst>
            </p:cNvPr>
            <p:cNvSpPr/>
            <p:nvPr/>
          </p:nvSpPr>
          <p:spPr>
            <a:xfrm>
              <a:off x="960120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B706817C-C365-BDFB-42DD-2F326F234D90}"/>
                </a:ext>
              </a:extLst>
            </p:cNvPr>
            <p:cNvSpPr/>
            <p:nvPr/>
          </p:nvSpPr>
          <p:spPr>
            <a:xfrm>
              <a:off x="1618488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8C4996E-BA47-D346-71C4-A47BF07AC6AA}"/>
                </a:ext>
              </a:extLst>
            </p:cNvPr>
            <p:cNvSpPr/>
            <p:nvPr/>
          </p:nvSpPr>
          <p:spPr>
            <a:xfrm>
              <a:off x="2276856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7C32C1F-FC62-A72C-BA8A-829CCE7E420C}"/>
                </a:ext>
              </a:extLst>
            </p:cNvPr>
            <p:cNvSpPr/>
            <p:nvPr/>
          </p:nvSpPr>
          <p:spPr>
            <a:xfrm>
              <a:off x="2935224" y="3388626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DA4DF1C-E514-4171-61A1-6AC0562C9362}"/>
                </a:ext>
              </a:extLst>
            </p:cNvPr>
            <p:cNvSpPr/>
            <p:nvPr/>
          </p:nvSpPr>
          <p:spPr>
            <a:xfrm>
              <a:off x="3593592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DD75FD1-4CA8-648E-7BF3-94ED8041C76E}"/>
                </a:ext>
              </a:extLst>
            </p:cNvPr>
            <p:cNvSpPr/>
            <p:nvPr/>
          </p:nvSpPr>
          <p:spPr>
            <a:xfrm>
              <a:off x="4251959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3E01D23-542F-833E-ABCC-065429368125}"/>
                </a:ext>
              </a:extLst>
            </p:cNvPr>
            <p:cNvSpPr/>
            <p:nvPr/>
          </p:nvSpPr>
          <p:spPr>
            <a:xfrm>
              <a:off x="128930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1053610-BEB4-6FDF-A9A9-6E02201ECEB7}"/>
                </a:ext>
              </a:extLst>
            </p:cNvPr>
            <p:cNvSpPr/>
            <p:nvPr/>
          </p:nvSpPr>
          <p:spPr>
            <a:xfrm>
              <a:off x="1947672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6E4B26EC-4169-BB54-5877-8862F28DD2BE}"/>
                </a:ext>
              </a:extLst>
            </p:cNvPr>
            <p:cNvSpPr/>
            <p:nvPr/>
          </p:nvSpPr>
          <p:spPr>
            <a:xfrm>
              <a:off x="2606040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21FCD3B-062D-1BB6-0BD0-75E9C56A3218}"/>
                </a:ext>
              </a:extLst>
            </p:cNvPr>
            <p:cNvSpPr/>
            <p:nvPr/>
          </p:nvSpPr>
          <p:spPr>
            <a:xfrm>
              <a:off x="3264408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492B5FB-B855-0A1C-CD0B-14D8A2D3F3BB}"/>
                </a:ext>
              </a:extLst>
            </p:cNvPr>
            <p:cNvSpPr/>
            <p:nvPr/>
          </p:nvSpPr>
          <p:spPr>
            <a:xfrm>
              <a:off x="3922775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4A60764-FC38-5344-B384-38D20C053F0B}"/>
                </a:ext>
              </a:extLst>
            </p:cNvPr>
            <p:cNvSpPr/>
            <p:nvPr/>
          </p:nvSpPr>
          <p:spPr>
            <a:xfrm>
              <a:off x="4581144" y="2818462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C99AC5-D1A3-9AA2-B4B4-8E33C7215FF8}"/>
                </a:ext>
              </a:extLst>
            </p:cNvPr>
            <p:cNvSpPr/>
            <p:nvPr/>
          </p:nvSpPr>
          <p:spPr>
            <a:xfrm>
              <a:off x="960120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C22DC78E-E56B-7395-7EAE-C73BEBB3D333}"/>
                </a:ext>
              </a:extLst>
            </p:cNvPr>
            <p:cNvSpPr/>
            <p:nvPr/>
          </p:nvSpPr>
          <p:spPr>
            <a:xfrm>
              <a:off x="1618488" y="2248299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BC0E19C-4DFC-5E4E-8C51-626300650330}"/>
                </a:ext>
              </a:extLst>
            </p:cNvPr>
            <p:cNvSpPr/>
            <p:nvPr/>
          </p:nvSpPr>
          <p:spPr>
            <a:xfrm>
              <a:off x="2276856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BF322EC-E01E-F872-9183-EA7B18D9C1EF}"/>
                </a:ext>
              </a:extLst>
            </p:cNvPr>
            <p:cNvSpPr/>
            <p:nvPr/>
          </p:nvSpPr>
          <p:spPr>
            <a:xfrm>
              <a:off x="2935224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66C621D-32B5-8893-4B1D-87AEB4BBF31B}"/>
                </a:ext>
              </a:extLst>
            </p:cNvPr>
            <p:cNvSpPr/>
            <p:nvPr/>
          </p:nvSpPr>
          <p:spPr>
            <a:xfrm>
              <a:off x="3593592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5524010-167E-B79D-E330-CCE781171A05}"/>
                </a:ext>
              </a:extLst>
            </p:cNvPr>
            <p:cNvSpPr/>
            <p:nvPr/>
          </p:nvSpPr>
          <p:spPr>
            <a:xfrm>
              <a:off x="4251959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17A5AAF6-1D30-C55D-C5A1-12C403527E80}"/>
                </a:ext>
              </a:extLst>
            </p:cNvPr>
            <p:cNvSpPr/>
            <p:nvPr/>
          </p:nvSpPr>
          <p:spPr>
            <a:xfrm rot="20448155">
              <a:off x="754868" y="3917556"/>
              <a:ext cx="2653388" cy="1512622"/>
            </a:xfrm>
            <a:custGeom>
              <a:avLst/>
              <a:gdLst/>
              <a:ahLst/>
              <a:cxnLst/>
              <a:rect l="l" t="t" r="r" b="b"/>
              <a:pathLst>
                <a:path w="987552" h="570163">
                  <a:moveTo>
                    <a:pt x="0" y="570163"/>
                  </a:moveTo>
                  <a:lnTo>
                    <a:pt x="658368" y="570163"/>
                  </a:lnTo>
                  <a:lnTo>
                    <a:pt x="987552" y="0"/>
                  </a:lnTo>
                  <a:lnTo>
                    <a:pt x="329184" y="0"/>
                  </a:lnTo>
                  <a:close/>
                </a:path>
              </a:pathLst>
            </a:custGeom>
            <a:noFill/>
            <a:ln w="38100">
              <a:solidFill>
                <a:srgbClr val="E04F2F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F50ADF42-DA47-6FE5-DBB1-D9F51966F89E}"/>
              </a:ext>
            </a:extLst>
          </p:cNvPr>
          <p:cNvSpPr txBox="1"/>
          <p:nvPr/>
        </p:nvSpPr>
        <p:spPr>
          <a:xfrm>
            <a:off x="2860158" y="5603358"/>
            <a:ext cx="1114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AJT_a</a:t>
            </a:r>
            <a:r>
              <a:rPr lang="en-US" dirty="0"/>
              <a:t> 1/7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0FDA6DD-9401-9A70-DF0A-F10251B20B3B}"/>
              </a:ext>
            </a:extLst>
          </p:cNvPr>
          <p:cNvSpPr txBox="1"/>
          <p:nvPr/>
        </p:nvSpPr>
        <p:spPr>
          <a:xfrm>
            <a:off x="7829151" y="5603358"/>
            <a:ext cx="112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AJT_b</a:t>
            </a:r>
            <a:r>
              <a:rPr lang="en-US" dirty="0"/>
              <a:t> 1/4</a:t>
            </a: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6A05762A-347D-6271-1ADC-1CE8E1F55B31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68D5480-FE82-3358-27C3-2C9A3C78D24A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F63E43AF-6272-D47C-5E1D-ADFF6C5E3F13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A8BC3C5C-7397-A10C-7F4C-ACBA506C18A8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EA8601FA-17E5-D539-B266-7A3C3DDE1B8B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D9631C9E-D114-DFC9-B7D1-491341DB0E95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B9C07526-81F3-E82C-E6D4-388153DDB8E9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B69BCF0B-632A-4A66-8C44-C3D9F8BB7389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D0528E74-6ADD-53E2-2FCE-BD90948CFC57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89D70C84-C14C-8D67-EA67-328C8134FE86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3B5E3617-0681-7337-7B28-D5BD5B2A2C16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F26CE625-D094-68CD-1207-C1C1824DA84E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B006B7ED-6CD4-FAE5-DC28-B186F4C71FCB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F875BECF-C689-F217-C651-6BE0188F0EFA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274FF734-9660-BF77-40F3-F2BF4116C0FA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39586ACC-092D-DBFD-1F60-FF8F1EBFE076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ED292C58-3BA4-FA6D-ABB5-67AFD047246C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7A34DB2D-310F-5308-CA59-CEE8AC4355E2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6AB769A7-29A8-019E-78B1-844488CBEE1D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0AE83FA6-0257-0D2C-055B-4B641CAA25B4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909EBDAA-D728-2228-8305-0065AE9E97C2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8CC67275-0777-D5FB-FF89-FF6803D364ED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8A5BEB4A-5E64-FF83-EBE2-73E732B2D33A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6943F46D-B8BC-7E83-165C-9F1DCD6C9577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98F7ECFB-84DD-44FC-F4E1-DF0B816096DE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14DC31D2-7A8B-F711-BF40-3062A71D3146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10FE0F62-2838-1232-84B9-9654893E478F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2D37E5B1-8873-77D2-0418-2532DED6D152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7B12DFE3-E6D3-3378-AA6E-01E6A74221F8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A3354C3A-FF1E-2F40-3824-CDB2846B51A2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07C2AD7B-BB3A-4DAB-6D91-2D4F6DAD0AF4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04CD57AB-70FD-9151-1B4E-D61C9FE32790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6E58B3A2-93E6-A6AB-C9AB-C01AA340655C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6AD993E2-418D-10A1-374D-F09B4A32C96B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3E2E2DC2-9A30-3631-49DB-47706F9C37FD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F1881CEF-11E0-CAC4-7F4E-2A80EDA6677E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A39DEDFE-6170-5852-F4F2-D4DE76B49E67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9B5849DB-EE0C-C946-CB05-24892AAD85F5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DA496EC0-62D8-D824-1957-06EBEFA3E289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145206EF-6ED6-2765-243B-832E3C21FF5B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3A78238E-277F-5125-1991-EDB73E7D0826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4BD915CD-DDA3-EAC6-4A8A-288C206696A8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A5DCF62D-03B5-01EF-0B33-3DC865976481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A873DBBC-BDF3-1202-BDAC-A3970F4B9909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051C3686-C869-CD0F-3762-A849835A8AE9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9F3A1A88-97C1-2833-1933-0930302DC3DF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9134F233-8EDC-E3F6-6B1A-3D6C37E8AA76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CE87E020-4E90-EAD6-8FFB-50C6E79EA51A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BF43FD7E-6615-D2E5-8E39-E86880EDD964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C003D4CB-2D8D-BEB9-95A3-303B901BD64C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286C7378-D483-C20E-0944-AE4F7F68DB6E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F914209B-A0D4-28B0-2468-588B53373917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844D387D-9F4F-B68A-8B0E-9AD9E8F32656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F8A5E15A-02D8-6A7A-25EA-C13A5B8310CA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89022A47-34F2-5C99-5110-8F152B24AD2D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CE2462C0-6AAA-0D98-4B83-23583191AECF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801A35AE-3FB8-C544-E192-F147FE40FB0B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DD991598-B12D-29B3-3CA3-BBF04E1D5A20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0D7EE6F9-0B48-EBE8-102A-EAB1C0EA3200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1F95BB57-14FA-97B8-8C43-734E367C077F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1F39EF76-68BC-70E6-5CC4-B81EE929A407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A124A547-848E-B6FC-1591-FC02B3BC05AC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A1EB5BB5-7CEF-751D-EE01-21DCF74C7C7E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660E7337-4E91-E71B-BE99-2FB988EC33C1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1A25F0E2-F2E9-F681-B96B-6EFC37E82E60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998693E0-545F-98BC-3429-3AE330655F65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29176D00-1162-07A1-D7AA-BB78D46C1A10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42567228-AFCB-293B-C799-75A67B524EE0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FBF13A9A-FF09-B70F-613B-CF5AAB11B70F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C1ACA787-FA32-D304-C58F-0A7CB3E11BB4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203BB7B7-7EE4-7821-40E6-B3C5DA8D13A5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2B51BDC1-2BA8-2BFF-2DDA-9474CAECAF29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E4D075AD-686D-D06B-543F-0813E93451F4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3F46A9D3-C5E6-E19C-C459-A8A8261EDE6F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5329A6F1-5BFA-0173-5BA3-D25A4E268758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78FC406D-7DF0-CC54-AEF0-7453CD2D516E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3FD7173D-F79D-788E-736D-3E3FD8B2A059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CAABAC5C-1203-F330-D8F5-B3E69E340C9C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7338F9EE-DE5A-C93C-3670-5C9E267D54B0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18938582-572D-2868-03B6-49B05A87516F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3C4AA1B8-2108-2657-00E2-9184AF89A742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0D04C9A6-4527-FCEF-AC1E-D44D34D77E37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E74E5F54-A538-B7E1-643D-66DF44A177E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30AD5445-D05E-C69F-02B1-917FDDDCE1D1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50F9F67B-BC51-4141-C7F1-6967D400878F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430B1705-B120-0678-E9D2-F40566D25B9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9EC49152-E6B7-5405-C713-E43C6A6C5083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B45F9378-BF70-AC58-4525-C98F4F8AB2FB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A2226BD2-0F1D-FD2D-393D-1192CC4BB70C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1B8F80B7-F442-934E-0A11-FFB0F90C96EF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AB8C833E-7EAD-3EF9-A5E3-182CA5F44F3B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C8B8F067-8961-CFF9-F1B3-4AAFE8FB8618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47390CC4-1A48-457F-9ADB-B546191E6634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76CA6A1E-EAFD-43A3-5176-B2605B665207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9A3DBB8F-AF39-5590-F885-E4F788D4B47F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C49BEDB8-78AC-635D-DD2F-1D6E8FD35058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63FF11AE-3B43-C5A8-CBB7-47C6EAC956BD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FECB2EF2-E4D7-2DFE-7EAF-749822F5B5CA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0002DC98-F137-B187-F844-3B8D0D4D6273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21427695-2D73-5639-C5B2-71AAA3891E51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E53CFADD-79F8-6E5D-46C7-9DB5155A01EC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3C3E577C-FE59-BE32-838F-47227D56E75E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FC8748FE-4DFB-764A-2E45-05AB69FCACA4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606653F-C5F9-3F24-31EC-D7890D8D212E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71D35368-CB66-CC8C-339F-6D1F6B70E927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4C1156C4-4AA5-C084-D7AF-0F9EE4FE1879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06DF9913-FC02-9245-B018-5576DCF66319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E4ECB8EE-67E1-43A3-75C9-605FC28D6381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996BDFCD-9730-319E-3C6E-BFA27F445907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99C5672D-CA54-E17A-43E2-F67837B2876A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E13344E4-C192-E7D3-0F2F-6BF8B40184B9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2CCDA86A-F0C0-CB8D-425F-13E2653B709E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C0DBB9C8-89AB-AAE6-12DB-AF6774A74747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F7EC2-0F8A-A528-ABE0-D44D5D65B644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659CF87D-2A55-167C-32E4-5A5B229BC6F9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1C88D00D-89A5-31F0-9C83-8556B801272D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F6ACB54E-8049-FED9-6AA4-177F9F2662B5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5093FAE5-304B-00E7-FE66-451D5914BB19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EA9CD999-D58A-94F4-2F86-9AF8820EBDA0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5AAAD3B7-9E2D-016C-1830-5521450565D1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E9CB05AC-7652-A7E2-F078-C9B56DEA0B1A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0FE73B80-5671-0CED-BD00-B9DD72AB5F62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3C9F6627-6A73-0FED-51FB-0CCC65F69197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A3545BBE-B05A-DA3D-A779-E514F5D05846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F51261B0-EB1D-ABA1-C8C1-7CBC993A6324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AA7A6FC2-9744-41EC-F150-8C0F9476DC99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494CB81C-6AEF-16CF-0FFA-6F82042B4938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64C4D8E0-CF51-463A-FF03-574F3F4AA3C9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52B65911-DA31-5137-5DED-1912FDA2E5CB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AAB951B3-C7F4-7A5C-CBB0-F61EB1489F00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C7EB2CAA-9139-49C2-90FD-3931BF842B5E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5292B97C-5F44-FC48-D112-5C3D97DADA7A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09E55F9A-8FF9-3942-ED71-E5C4E86CD314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83F80457-F6A9-9397-E7A3-E892C5583127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CA90EF65-C333-D922-06BF-841A606FCDAA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B63F5A1B-3B4D-F628-9E48-3EA8016021E2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5AA46D56-44CD-D03B-2940-19D528EA192F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74C085BC-376F-1DD5-15B3-4220DD45B21A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49DE9187-ABBE-B36C-E6D5-0CA45C982F87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78CF1D45-8CE5-E320-C6B7-306869D3E0E6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D17F21D6-E4A8-EE74-74E8-2FEFC998D173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822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3706B4DE-6AB6-5344-554F-237296A461F0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7B21974A-C020-8A17-1C80-7CF3E86A4410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A425B53-86F9-AFFF-0398-F1D0CC94FCD1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82E4FA3-6162-038D-A86D-45A3FF96C3A6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6D11AE6A-757E-3775-2E44-1ABF042DEBDE}"/>
                </a:ext>
              </a:extLst>
            </p:cNvPr>
            <p:cNvSpPr/>
            <p:nvPr/>
          </p:nvSpPr>
          <p:spPr>
            <a:xfrm rot="1787514">
              <a:off x="7025103" y="3615900"/>
              <a:ext cx="1137793" cy="1341557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357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B2DD-23A2-F007-1CE2-E54A2624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13EBDA0-8DF2-7EEA-B26A-57FA1DD15BE3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960120" y="2248299"/>
            <a:chExt cx="3895344" cy="3695300"/>
          </a:xfrm>
        </p:grpSpPr>
        <p:cxnSp>
          <p:nvCxnSpPr>
            <p:cNvPr id="2" name="Connector 2">
              <a:extLst>
                <a:ext uri="{FF2B5EF4-FFF2-40B4-BE49-F238E27FC236}">
                  <a16:creationId xmlns:a16="http://schemas.microsoft.com/office/drawing/2014/main" id="{44A5A7A2-C0E3-4AB4-7422-82B65E84B8FE}"/>
                </a:ext>
              </a:extLst>
            </p:cNvPr>
            <p:cNvCxnSpPr/>
            <p:nvPr/>
          </p:nvCxnSpPr>
          <p:spPr>
            <a:xfrm>
              <a:off x="1097280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" name="Connector 3">
              <a:extLst>
                <a:ext uri="{FF2B5EF4-FFF2-40B4-BE49-F238E27FC236}">
                  <a16:creationId xmlns:a16="http://schemas.microsoft.com/office/drawing/2014/main" id="{365F898D-33A1-050D-2A43-8C9C49BC0094}"/>
                </a:ext>
              </a:extLst>
            </p:cNvPr>
            <p:cNvCxnSpPr/>
            <p:nvPr/>
          </p:nvCxnSpPr>
          <p:spPr>
            <a:xfrm flipV="1">
              <a:off x="109728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" name="Connector 4">
              <a:extLst>
                <a:ext uri="{FF2B5EF4-FFF2-40B4-BE49-F238E27FC236}">
                  <a16:creationId xmlns:a16="http://schemas.microsoft.com/office/drawing/2014/main" id="{25F5AD7C-C3FC-EE20-6080-AF9DDED41DD4}"/>
                </a:ext>
              </a:extLst>
            </p:cNvPr>
            <p:cNvCxnSpPr/>
            <p:nvPr/>
          </p:nvCxnSpPr>
          <p:spPr>
            <a:xfrm>
              <a:off x="1755648" y="5806440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" name="Connector 5">
              <a:extLst>
                <a:ext uri="{FF2B5EF4-FFF2-40B4-BE49-F238E27FC236}">
                  <a16:creationId xmlns:a16="http://schemas.microsoft.com/office/drawing/2014/main" id="{072537EF-CD56-6459-248A-C4277FE01B7C}"/>
                </a:ext>
              </a:extLst>
            </p:cNvPr>
            <p:cNvCxnSpPr/>
            <p:nvPr/>
          </p:nvCxnSpPr>
          <p:spPr>
            <a:xfrm flipH="1" flipV="1">
              <a:off x="142646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D374ACCB-388F-FA7E-C71B-009ADFB07094}"/>
                </a:ext>
              </a:extLst>
            </p:cNvPr>
            <p:cNvCxnSpPr/>
            <p:nvPr/>
          </p:nvCxnSpPr>
          <p:spPr>
            <a:xfrm flipV="1">
              <a:off x="175564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" name="Connector 7">
              <a:extLst>
                <a:ext uri="{FF2B5EF4-FFF2-40B4-BE49-F238E27FC236}">
                  <a16:creationId xmlns:a16="http://schemas.microsoft.com/office/drawing/2014/main" id="{C3C9E00C-1D88-83D5-7A03-6BEC5A04764F}"/>
                </a:ext>
              </a:extLst>
            </p:cNvPr>
            <p:cNvCxnSpPr/>
            <p:nvPr/>
          </p:nvCxnSpPr>
          <p:spPr>
            <a:xfrm>
              <a:off x="2414015" y="5806440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" name="Connector 8">
              <a:extLst>
                <a:ext uri="{FF2B5EF4-FFF2-40B4-BE49-F238E27FC236}">
                  <a16:creationId xmlns:a16="http://schemas.microsoft.com/office/drawing/2014/main" id="{4484F9A8-4F1F-4E43-B7AC-2E71F54420BB}"/>
                </a:ext>
              </a:extLst>
            </p:cNvPr>
            <p:cNvCxnSpPr/>
            <p:nvPr/>
          </p:nvCxnSpPr>
          <p:spPr>
            <a:xfrm flipH="1" flipV="1">
              <a:off x="208483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EC344AD8-9BD6-09E2-D0C9-0CD85DED7568}"/>
                </a:ext>
              </a:extLst>
            </p:cNvPr>
            <p:cNvCxnSpPr/>
            <p:nvPr/>
          </p:nvCxnSpPr>
          <p:spPr>
            <a:xfrm flipV="1">
              <a:off x="241401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D830FD9E-F930-C715-DACD-C07AE45B74B8}"/>
                </a:ext>
              </a:extLst>
            </p:cNvPr>
            <p:cNvCxnSpPr/>
            <p:nvPr/>
          </p:nvCxnSpPr>
          <p:spPr>
            <a:xfrm>
              <a:off x="3072384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03E0AA55-ED32-B0F5-49D1-36FCDA338C68}"/>
                </a:ext>
              </a:extLst>
            </p:cNvPr>
            <p:cNvCxnSpPr/>
            <p:nvPr/>
          </p:nvCxnSpPr>
          <p:spPr>
            <a:xfrm flipH="1" flipV="1">
              <a:off x="274320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2" name="Connector 12">
              <a:extLst>
                <a:ext uri="{FF2B5EF4-FFF2-40B4-BE49-F238E27FC236}">
                  <a16:creationId xmlns:a16="http://schemas.microsoft.com/office/drawing/2014/main" id="{3F408A13-D81F-220C-B08E-3E4C4DEBB607}"/>
                </a:ext>
              </a:extLst>
            </p:cNvPr>
            <p:cNvCxnSpPr/>
            <p:nvPr/>
          </p:nvCxnSpPr>
          <p:spPr>
            <a:xfrm flipV="1">
              <a:off x="307238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3" name="Connector 13">
              <a:extLst>
                <a:ext uri="{FF2B5EF4-FFF2-40B4-BE49-F238E27FC236}">
                  <a16:creationId xmlns:a16="http://schemas.microsoft.com/office/drawing/2014/main" id="{B0152893-DB20-9953-3CE7-D79E28384D56}"/>
                </a:ext>
              </a:extLst>
            </p:cNvPr>
            <p:cNvCxnSpPr/>
            <p:nvPr/>
          </p:nvCxnSpPr>
          <p:spPr>
            <a:xfrm>
              <a:off x="3730752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37A8E54F-6965-E544-16C7-E37D59890853}"/>
                </a:ext>
              </a:extLst>
            </p:cNvPr>
            <p:cNvCxnSpPr/>
            <p:nvPr/>
          </p:nvCxnSpPr>
          <p:spPr>
            <a:xfrm flipH="1" flipV="1">
              <a:off x="340156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12C83F2B-0BF4-5065-CFE2-CA4D26CB4998}"/>
                </a:ext>
              </a:extLst>
            </p:cNvPr>
            <p:cNvCxnSpPr/>
            <p:nvPr/>
          </p:nvCxnSpPr>
          <p:spPr>
            <a:xfrm flipV="1">
              <a:off x="373075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26CB9729-F124-C244-20C2-CC4C8B8F6C88}"/>
                </a:ext>
              </a:extLst>
            </p:cNvPr>
            <p:cNvCxnSpPr/>
            <p:nvPr/>
          </p:nvCxnSpPr>
          <p:spPr>
            <a:xfrm flipH="1" flipV="1">
              <a:off x="405993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" name="Connector 17">
              <a:extLst>
                <a:ext uri="{FF2B5EF4-FFF2-40B4-BE49-F238E27FC236}">
                  <a16:creationId xmlns:a16="http://schemas.microsoft.com/office/drawing/2014/main" id="{6EDFAEBE-68A4-E13B-8902-E99E1B155438}"/>
                </a:ext>
              </a:extLst>
            </p:cNvPr>
            <p:cNvCxnSpPr/>
            <p:nvPr/>
          </p:nvCxnSpPr>
          <p:spPr>
            <a:xfrm flipV="1">
              <a:off x="438912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" name="Connector 18">
              <a:extLst>
                <a:ext uri="{FF2B5EF4-FFF2-40B4-BE49-F238E27FC236}">
                  <a16:creationId xmlns:a16="http://schemas.microsoft.com/office/drawing/2014/main" id="{5ED5E6A1-A8CB-A788-F4AD-29371EA06887}"/>
                </a:ext>
              </a:extLst>
            </p:cNvPr>
            <p:cNvCxnSpPr/>
            <p:nvPr/>
          </p:nvCxnSpPr>
          <p:spPr>
            <a:xfrm>
              <a:off x="1426464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" name="Connector 19">
              <a:extLst>
                <a:ext uri="{FF2B5EF4-FFF2-40B4-BE49-F238E27FC236}">
                  <a16:creationId xmlns:a16="http://schemas.microsoft.com/office/drawing/2014/main" id="{1009235D-D22E-5BC3-B97F-2FFE6BBD9902}"/>
                </a:ext>
              </a:extLst>
            </p:cNvPr>
            <p:cNvCxnSpPr/>
            <p:nvPr/>
          </p:nvCxnSpPr>
          <p:spPr>
            <a:xfrm flipH="1" flipV="1">
              <a:off x="109728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" name="Connector 20">
              <a:extLst>
                <a:ext uri="{FF2B5EF4-FFF2-40B4-BE49-F238E27FC236}">
                  <a16:creationId xmlns:a16="http://schemas.microsoft.com/office/drawing/2014/main" id="{E53A97FD-4262-403F-978F-062E573467BE}"/>
                </a:ext>
              </a:extLst>
            </p:cNvPr>
            <p:cNvCxnSpPr/>
            <p:nvPr/>
          </p:nvCxnSpPr>
          <p:spPr>
            <a:xfrm flipV="1">
              <a:off x="142646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" name="Connector 21">
              <a:extLst>
                <a:ext uri="{FF2B5EF4-FFF2-40B4-BE49-F238E27FC236}">
                  <a16:creationId xmlns:a16="http://schemas.microsoft.com/office/drawing/2014/main" id="{3E9F359F-17A8-F62F-6187-D71918577AF2}"/>
                </a:ext>
              </a:extLst>
            </p:cNvPr>
            <p:cNvCxnSpPr/>
            <p:nvPr/>
          </p:nvCxnSpPr>
          <p:spPr>
            <a:xfrm>
              <a:off x="2084832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" name="Connector 22">
              <a:extLst>
                <a:ext uri="{FF2B5EF4-FFF2-40B4-BE49-F238E27FC236}">
                  <a16:creationId xmlns:a16="http://schemas.microsoft.com/office/drawing/2014/main" id="{FD170428-4929-CBFD-3F35-FA645FBF64C4}"/>
                </a:ext>
              </a:extLst>
            </p:cNvPr>
            <p:cNvCxnSpPr/>
            <p:nvPr/>
          </p:nvCxnSpPr>
          <p:spPr>
            <a:xfrm flipH="1" flipV="1">
              <a:off x="175564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" name="Connector 23">
              <a:extLst>
                <a:ext uri="{FF2B5EF4-FFF2-40B4-BE49-F238E27FC236}">
                  <a16:creationId xmlns:a16="http://schemas.microsoft.com/office/drawing/2014/main" id="{B8906A03-1AC2-A7E1-3678-04BA792B6D37}"/>
                </a:ext>
              </a:extLst>
            </p:cNvPr>
            <p:cNvCxnSpPr/>
            <p:nvPr/>
          </p:nvCxnSpPr>
          <p:spPr>
            <a:xfrm flipV="1">
              <a:off x="208483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" name="Connector 24">
              <a:extLst>
                <a:ext uri="{FF2B5EF4-FFF2-40B4-BE49-F238E27FC236}">
                  <a16:creationId xmlns:a16="http://schemas.microsoft.com/office/drawing/2014/main" id="{4B76ACD1-2AC0-52FA-60E1-D45B1D0D9428}"/>
                </a:ext>
              </a:extLst>
            </p:cNvPr>
            <p:cNvCxnSpPr/>
            <p:nvPr/>
          </p:nvCxnSpPr>
          <p:spPr>
            <a:xfrm>
              <a:off x="2743200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" name="Connector 25">
              <a:extLst>
                <a:ext uri="{FF2B5EF4-FFF2-40B4-BE49-F238E27FC236}">
                  <a16:creationId xmlns:a16="http://schemas.microsoft.com/office/drawing/2014/main" id="{E8BD2064-8E5F-1143-15AC-689BFD66A83C}"/>
                </a:ext>
              </a:extLst>
            </p:cNvPr>
            <p:cNvCxnSpPr/>
            <p:nvPr/>
          </p:nvCxnSpPr>
          <p:spPr>
            <a:xfrm flipH="1" flipV="1">
              <a:off x="241401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" name="Connector 26">
              <a:extLst>
                <a:ext uri="{FF2B5EF4-FFF2-40B4-BE49-F238E27FC236}">
                  <a16:creationId xmlns:a16="http://schemas.microsoft.com/office/drawing/2014/main" id="{6A87E362-13E7-F5FD-7589-CFD6E8E12F35}"/>
                </a:ext>
              </a:extLst>
            </p:cNvPr>
            <p:cNvCxnSpPr/>
            <p:nvPr/>
          </p:nvCxnSpPr>
          <p:spPr>
            <a:xfrm flipV="1">
              <a:off x="274320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" name="Connector 27">
              <a:extLst>
                <a:ext uri="{FF2B5EF4-FFF2-40B4-BE49-F238E27FC236}">
                  <a16:creationId xmlns:a16="http://schemas.microsoft.com/office/drawing/2014/main" id="{7AC3A2A4-8D64-7CA2-37C2-EBF8F97F5CD9}"/>
                </a:ext>
              </a:extLst>
            </p:cNvPr>
            <p:cNvCxnSpPr/>
            <p:nvPr/>
          </p:nvCxnSpPr>
          <p:spPr>
            <a:xfrm>
              <a:off x="3401568" y="523627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" name="Connector 28">
              <a:extLst>
                <a:ext uri="{FF2B5EF4-FFF2-40B4-BE49-F238E27FC236}">
                  <a16:creationId xmlns:a16="http://schemas.microsoft.com/office/drawing/2014/main" id="{413FDC19-4F67-9435-0E3A-6915834CFE22}"/>
                </a:ext>
              </a:extLst>
            </p:cNvPr>
            <p:cNvCxnSpPr/>
            <p:nvPr/>
          </p:nvCxnSpPr>
          <p:spPr>
            <a:xfrm flipH="1" flipV="1">
              <a:off x="307238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" name="Connector 29">
              <a:extLst>
                <a:ext uri="{FF2B5EF4-FFF2-40B4-BE49-F238E27FC236}">
                  <a16:creationId xmlns:a16="http://schemas.microsoft.com/office/drawing/2014/main" id="{23144D6C-D8A9-DEBA-D2AA-C4342002613D}"/>
                </a:ext>
              </a:extLst>
            </p:cNvPr>
            <p:cNvCxnSpPr/>
            <p:nvPr/>
          </p:nvCxnSpPr>
          <p:spPr>
            <a:xfrm flipV="1">
              <a:off x="340156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" name="Connector 30">
              <a:extLst>
                <a:ext uri="{FF2B5EF4-FFF2-40B4-BE49-F238E27FC236}">
                  <a16:creationId xmlns:a16="http://schemas.microsoft.com/office/drawing/2014/main" id="{A813FE8F-7F0D-DE6C-CC91-FC4CDBEEE373}"/>
                </a:ext>
              </a:extLst>
            </p:cNvPr>
            <p:cNvCxnSpPr/>
            <p:nvPr/>
          </p:nvCxnSpPr>
          <p:spPr>
            <a:xfrm>
              <a:off x="4059935" y="523627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" name="Connector 31">
              <a:extLst>
                <a:ext uri="{FF2B5EF4-FFF2-40B4-BE49-F238E27FC236}">
                  <a16:creationId xmlns:a16="http://schemas.microsoft.com/office/drawing/2014/main" id="{992BE981-3624-0AF4-9B1C-B2116378D06D}"/>
                </a:ext>
              </a:extLst>
            </p:cNvPr>
            <p:cNvCxnSpPr/>
            <p:nvPr/>
          </p:nvCxnSpPr>
          <p:spPr>
            <a:xfrm flipH="1" flipV="1">
              <a:off x="373075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" name="Connector 32">
              <a:extLst>
                <a:ext uri="{FF2B5EF4-FFF2-40B4-BE49-F238E27FC236}">
                  <a16:creationId xmlns:a16="http://schemas.microsoft.com/office/drawing/2014/main" id="{64329F03-89E8-45CD-AD7D-E7419C407BE1}"/>
                </a:ext>
              </a:extLst>
            </p:cNvPr>
            <p:cNvCxnSpPr/>
            <p:nvPr/>
          </p:nvCxnSpPr>
          <p:spPr>
            <a:xfrm flipV="1">
              <a:off x="405993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" name="Connector 33">
              <a:extLst>
                <a:ext uri="{FF2B5EF4-FFF2-40B4-BE49-F238E27FC236}">
                  <a16:creationId xmlns:a16="http://schemas.microsoft.com/office/drawing/2014/main" id="{5461123F-1287-1384-FBF6-0D6EEE280BEA}"/>
                </a:ext>
              </a:extLst>
            </p:cNvPr>
            <p:cNvCxnSpPr/>
            <p:nvPr/>
          </p:nvCxnSpPr>
          <p:spPr>
            <a:xfrm flipH="1" flipV="1">
              <a:off x="438912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" name="Connector 34">
              <a:extLst>
                <a:ext uri="{FF2B5EF4-FFF2-40B4-BE49-F238E27FC236}">
                  <a16:creationId xmlns:a16="http://schemas.microsoft.com/office/drawing/2014/main" id="{2D9A61B0-038F-F96E-EF6F-9EF323C87705}"/>
                </a:ext>
              </a:extLst>
            </p:cNvPr>
            <p:cNvCxnSpPr/>
            <p:nvPr/>
          </p:nvCxnSpPr>
          <p:spPr>
            <a:xfrm>
              <a:off x="1097280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" name="Connector 35">
              <a:extLst>
                <a:ext uri="{FF2B5EF4-FFF2-40B4-BE49-F238E27FC236}">
                  <a16:creationId xmlns:a16="http://schemas.microsoft.com/office/drawing/2014/main" id="{F10A14E3-D9E1-B04C-B238-74E1015076F5}"/>
                </a:ext>
              </a:extLst>
            </p:cNvPr>
            <p:cNvCxnSpPr/>
            <p:nvPr/>
          </p:nvCxnSpPr>
          <p:spPr>
            <a:xfrm flipV="1">
              <a:off x="109728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" name="Connector 36">
              <a:extLst>
                <a:ext uri="{FF2B5EF4-FFF2-40B4-BE49-F238E27FC236}">
                  <a16:creationId xmlns:a16="http://schemas.microsoft.com/office/drawing/2014/main" id="{F30BA944-D51B-A088-C2C7-768A7FC9F83B}"/>
                </a:ext>
              </a:extLst>
            </p:cNvPr>
            <p:cNvCxnSpPr/>
            <p:nvPr/>
          </p:nvCxnSpPr>
          <p:spPr>
            <a:xfrm>
              <a:off x="1755648" y="4666113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7" name="Connector 37">
              <a:extLst>
                <a:ext uri="{FF2B5EF4-FFF2-40B4-BE49-F238E27FC236}">
                  <a16:creationId xmlns:a16="http://schemas.microsoft.com/office/drawing/2014/main" id="{FAA8238F-17C7-1737-5A77-80DF48761A92}"/>
                </a:ext>
              </a:extLst>
            </p:cNvPr>
            <p:cNvCxnSpPr/>
            <p:nvPr/>
          </p:nvCxnSpPr>
          <p:spPr>
            <a:xfrm flipH="1" flipV="1">
              <a:off x="142646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8" name="Connector 38">
              <a:extLst>
                <a:ext uri="{FF2B5EF4-FFF2-40B4-BE49-F238E27FC236}">
                  <a16:creationId xmlns:a16="http://schemas.microsoft.com/office/drawing/2014/main" id="{DBD917D0-BCCA-6E80-21D2-76354A59FD20}"/>
                </a:ext>
              </a:extLst>
            </p:cNvPr>
            <p:cNvCxnSpPr/>
            <p:nvPr/>
          </p:nvCxnSpPr>
          <p:spPr>
            <a:xfrm flipV="1">
              <a:off x="175564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9" name="Connector 39">
              <a:extLst>
                <a:ext uri="{FF2B5EF4-FFF2-40B4-BE49-F238E27FC236}">
                  <a16:creationId xmlns:a16="http://schemas.microsoft.com/office/drawing/2014/main" id="{3761B022-E255-B4E3-36C5-52C3188CCFC8}"/>
                </a:ext>
              </a:extLst>
            </p:cNvPr>
            <p:cNvCxnSpPr/>
            <p:nvPr/>
          </p:nvCxnSpPr>
          <p:spPr>
            <a:xfrm>
              <a:off x="2414015" y="4666113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0" name="Connector 40">
              <a:extLst>
                <a:ext uri="{FF2B5EF4-FFF2-40B4-BE49-F238E27FC236}">
                  <a16:creationId xmlns:a16="http://schemas.microsoft.com/office/drawing/2014/main" id="{FCEB5D88-1236-E9AB-676F-E29C0549D41F}"/>
                </a:ext>
              </a:extLst>
            </p:cNvPr>
            <p:cNvCxnSpPr/>
            <p:nvPr/>
          </p:nvCxnSpPr>
          <p:spPr>
            <a:xfrm flipH="1" flipV="1">
              <a:off x="208483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1" name="Connector 41">
              <a:extLst>
                <a:ext uri="{FF2B5EF4-FFF2-40B4-BE49-F238E27FC236}">
                  <a16:creationId xmlns:a16="http://schemas.microsoft.com/office/drawing/2014/main" id="{C9AB9BEF-8B7C-6AC0-A4C9-E75ACDCAEAD1}"/>
                </a:ext>
              </a:extLst>
            </p:cNvPr>
            <p:cNvCxnSpPr/>
            <p:nvPr/>
          </p:nvCxnSpPr>
          <p:spPr>
            <a:xfrm flipV="1">
              <a:off x="241401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2" name="Connector 42">
              <a:extLst>
                <a:ext uri="{FF2B5EF4-FFF2-40B4-BE49-F238E27FC236}">
                  <a16:creationId xmlns:a16="http://schemas.microsoft.com/office/drawing/2014/main" id="{7764C0C7-1924-4BB2-1540-8724B941F89C}"/>
                </a:ext>
              </a:extLst>
            </p:cNvPr>
            <p:cNvCxnSpPr/>
            <p:nvPr/>
          </p:nvCxnSpPr>
          <p:spPr>
            <a:xfrm>
              <a:off x="3072384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3" name="Connector 43">
              <a:extLst>
                <a:ext uri="{FF2B5EF4-FFF2-40B4-BE49-F238E27FC236}">
                  <a16:creationId xmlns:a16="http://schemas.microsoft.com/office/drawing/2014/main" id="{1DA53033-7992-877B-55C5-B597B1A8A91B}"/>
                </a:ext>
              </a:extLst>
            </p:cNvPr>
            <p:cNvCxnSpPr/>
            <p:nvPr/>
          </p:nvCxnSpPr>
          <p:spPr>
            <a:xfrm flipH="1" flipV="1">
              <a:off x="274320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4" name="Connector 44">
              <a:extLst>
                <a:ext uri="{FF2B5EF4-FFF2-40B4-BE49-F238E27FC236}">
                  <a16:creationId xmlns:a16="http://schemas.microsoft.com/office/drawing/2014/main" id="{D06E46D5-B90B-45DE-ACCC-D954FC4DCA6E}"/>
                </a:ext>
              </a:extLst>
            </p:cNvPr>
            <p:cNvCxnSpPr/>
            <p:nvPr/>
          </p:nvCxnSpPr>
          <p:spPr>
            <a:xfrm flipV="1">
              <a:off x="307238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5" name="Connector 45">
              <a:extLst>
                <a:ext uri="{FF2B5EF4-FFF2-40B4-BE49-F238E27FC236}">
                  <a16:creationId xmlns:a16="http://schemas.microsoft.com/office/drawing/2014/main" id="{D357F04F-BFC3-EDFD-82CB-D9E2B3EE2AEC}"/>
                </a:ext>
              </a:extLst>
            </p:cNvPr>
            <p:cNvCxnSpPr/>
            <p:nvPr/>
          </p:nvCxnSpPr>
          <p:spPr>
            <a:xfrm>
              <a:off x="3730752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6" name="Connector 46">
              <a:extLst>
                <a:ext uri="{FF2B5EF4-FFF2-40B4-BE49-F238E27FC236}">
                  <a16:creationId xmlns:a16="http://schemas.microsoft.com/office/drawing/2014/main" id="{0D72CDF4-4E19-754C-8FD9-54D453B5C524}"/>
                </a:ext>
              </a:extLst>
            </p:cNvPr>
            <p:cNvCxnSpPr/>
            <p:nvPr/>
          </p:nvCxnSpPr>
          <p:spPr>
            <a:xfrm flipH="1" flipV="1">
              <a:off x="340156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7" name="Connector 47">
              <a:extLst>
                <a:ext uri="{FF2B5EF4-FFF2-40B4-BE49-F238E27FC236}">
                  <a16:creationId xmlns:a16="http://schemas.microsoft.com/office/drawing/2014/main" id="{0865C91D-01A7-6306-BB2C-7A66286A9B41}"/>
                </a:ext>
              </a:extLst>
            </p:cNvPr>
            <p:cNvCxnSpPr/>
            <p:nvPr/>
          </p:nvCxnSpPr>
          <p:spPr>
            <a:xfrm flipV="1">
              <a:off x="373075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8" name="Connector 48">
              <a:extLst>
                <a:ext uri="{FF2B5EF4-FFF2-40B4-BE49-F238E27FC236}">
                  <a16:creationId xmlns:a16="http://schemas.microsoft.com/office/drawing/2014/main" id="{63CE9046-0214-E202-7194-72F6BBFE1326}"/>
                </a:ext>
              </a:extLst>
            </p:cNvPr>
            <p:cNvCxnSpPr/>
            <p:nvPr/>
          </p:nvCxnSpPr>
          <p:spPr>
            <a:xfrm flipH="1" flipV="1">
              <a:off x="405993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9" name="Connector 49">
              <a:extLst>
                <a:ext uri="{FF2B5EF4-FFF2-40B4-BE49-F238E27FC236}">
                  <a16:creationId xmlns:a16="http://schemas.microsoft.com/office/drawing/2014/main" id="{B3C6B82E-1332-D627-612F-AEB6E7F4C81B}"/>
                </a:ext>
              </a:extLst>
            </p:cNvPr>
            <p:cNvCxnSpPr/>
            <p:nvPr/>
          </p:nvCxnSpPr>
          <p:spPr>
            <a:xfrm flipV="1">
              <a:off x="438912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0" name="Connector 50">
              <a:extLst>
                <a:ext uri="{FF2B5EF4-FFF2-40B4-BE49-F238E27FC236}">
                  <a16:creationId xmlns:a16="http://schemas.microsoft.com/office/drawing/2014/main" id="{40D6E4B9-F0FC-D8A3-8380-140DC297B554}"/>
                </a:ext>
              </a:extLst>
            </p:cNvPr>
            <p:cNvCxnSpPr/>
            <p:nvPr/>
          </p:nvCxnSpPr>
          <p:spPr>
            <a:xfrm>
              <a:off x="1426464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1" name="Connector 51">
              <a:extLst>
                <a:ext uri="{FF2B5EF4-FFF2-40B4-BE49-F238E27FC236}">
                  <a16:creationId xmlns:a16="http://schemas.microsoft.com/office/drawing/2014/main" id="{5437CC10-2625-6775-B34E-948CB0DEDB36}"/>
                </a:ext>
              </a:extLst>
            </p:cNvPr>
            <p:cNvCxnSpPr/>
            <p:nvPr/>
          </p:nvCxnSpPr>
          <p:spPr>
            <a:xfrm flipH="1" flipV="1">
              <a:off x="109728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2" name="Connector 52">
              <a:extLst>
                <a:ext uri="{FF2B5EF4-FFF2-40B4-BE49-F238E27FC236}">
                  <a16:creationId xmlns:a16="http://schemas.microsoft.com/office/drawing/2014/main" id="{FD85538F-443F-2BF0-FA79-4568715D7F1A}"/>
                </a:ext>
              </a:extLst>
            </p:cNvPr>
            <p:cNvCxnSpPr/>
            <p:nvPr/>
          </p:nvCxnSpPr>
          <p:spPr>
            <a:xfrm flipV="1">
              <a:off x="142646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3" name="Connector 53">
              <a:extLst>
                <a:ext uri="{FF2B5EF4-FFF2-40B4-BE49-F238E27FC236}">
                  <a16:creationId xmlns:a16="http://schemas.microsoft.com/office/drawing/2014/main" id="{3BA61EDF-A7C8-4A74-C85D-B8F7A651427A}"/>
                </a:ext>
              </a:extLst>
            </p:cNvPr>
            <p:cNvCxnSpPr/>
            <p:nvPr/>
          </p:nvCxnSpPr>
          <p:spPr>
            <a:xfrm>
              <a:off x="2084832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4" name="Connector 54">
              <a:extLst>
                <a:ext uri="{FF2B5EF4-FFF2-40B4-BE49-F238E27FC236}">
                  <a16:creationId xmlns:a16="http://schemas.microsoft.com/office/drawing/2014/main" id="{E3DFB953-9DBF-1F2C-3004-D2A664D75B07}"/>
                </a:ext>
              </a:extLst>
            </p:cNvPr>
            <p:cNvCxnSpPr/>
            <p:nvPr/>
          </p:nvCxnSpPr>
          <p:spPr>
            <a:xfrm flipH="1" flipV="1">
              <a:off x="175564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5" name="Connector 55">
              <a:extLst>
                <a:ext uri="{FF2B5EF4-FFF2-40B4-BE49-F238E27FC236}">
                  <a16:creationId xmlns:a16="http://schemas.microsoft.com/office/drawing/2014/main" id="{77BD99D7-5A71-784C-73CB-CA4A65975561}"/>
                </a:ext>
              </a:extLst>
            </p:cNvPr>
            <p:cNvCxnSpPr/>
            <p:nvPr/>
          </p:nvCxnSpPr>
          <p:spPr>
            <a:xfrm flipV="1">
              <a:off x="208483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6" name="Connector 56">
              <a:extLst>
                <a:ext uri="{FF2B5EF4-FFF2-40B4-BE49-F238E27FC236}">
                  <a16:creationId xmlns:a16="http://schemas.microsoft.com/office/drawing/2014/main" id="{9B144276-E59E-8713-0959-3D899D378BCC}"/>
                </a:ext>
              </a:extLst>
            </p:cNvPr>
            <p:cNvCxnSpPr/>
            <p:nvPr/>
          </p:nvCxnSpPr>
          <p:spPr>
            <a:xfrm>
              <a:off x="2743200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7" name="Connector 57">
              <a:extLst>
                <a:ext uri="{FF2B5EF4-FFF2-40B4-BE49-F238E27FC236}">
                  <a16:creationId xmlns:a16="http://schemas.microsoft.com/office/drawing/2014/main" id="{DA818F23-E720-D096-A7AA-DB2E1532C4F3}"/>
                </a:ext>
              </a:extLst>
            </p:cNvPr>
            <p:cNvCxnSpPr/>
            <p:nvPr/>
          </p:nvCxnSpPr>
          <p:spPr>
            <a:xfrm flipH="1" flipV="1">
              <a:off x="241401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8" name="Connector 58">
              <a:extLst>
                <a:ext uri="{FF2B5EF4-FFF2-40B4-BE49-F238E27FC236}">
                  <a16:creationId xmlns:a16="http://schemas.microsoft.com/office/drawing/2014/main" id="{2BB94F58-A17E-1BE7-C981-CACD6076015C}"/>
                </a:ext>
              </a:extLst>
            </p:cNvPr>
            <p:cNvCxnSpPr/>
            <p:nvPr/>
          </p:nvCxnSpPr>
          <p:spPr>
            <a:xfrm flipV="1">
              <a:off x="274320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9" name="Connector 59">
              <a:extLst>
                <a:ext uri="{FF2B5EF4-FFF2-40B4-BE49-F238E27FC236}">
                  <a16:creationId xmlns:a16="http://schemas.microsoft.com/office/drawing/2014/main" id="{AA4F8345-71D1-2549-C01B-4FE337DBDE31}"/>
                </a:ext>
              </a:extLst>
            </p:cNvPr>
            <p:cNvCxnSpPr/>
            <p:nvPr/>
          </p:nvCxnSpPr>
          <p:spPr>
            <a:xfrm>
              <a:off x="3401568" y="409594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0" name="Connector 60">
              <a:extLst>
                <a:ext uri="{FF2B5EF4-FFF2-40B4-BE49-F238E27FC236}">
                  <a16:creationId xmlns:a16="http://schemas.microsoft.com/office/drawing/2014/main" id="{FECF0581-28B4-BAF4-2CA9-2BB37FD80321}"/>
                </a:ext>
              </a:extLst>
            </p:cNvPr>
            <p:cNvCxnSpPr/>
            <p:nvPr/>
          </p:nvCxnSpPr>
          <p:spPr>
            <a:xfrm flipH="1" flipV="1">
              <a:off x="307238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1" name="Connector 61">
              <a:extLst>
                <a:ext uri="{FF2B5EF4-FFF2-40B4-BE49-F238E27FC236}">
                  <a16:creationId xmlns:a16="http://schemas.microsoft.com/office/drawing/2014/main" id="{DCAF41C1-EE32-496B-40FE-F6337D1D4677}"/>
                </a:ext>
              </a:extLst>
            </p:cNvPr>
            <p:cNvCxnSpPr/>
            <p:nvPr/>
          </p:nvCxnSpPr>
          <p:spPr>
            <a:xfrm flipV="1">
              <a:off x="340156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2" name="Connector 62">
              <a:extLst>
                <a:ext uri="{FF2B5EF4-FFF2-40B4-BE49-F238E27FC236}">
                  <a16:creationId xmlns:a16="http://schemas.microsoft.com/office/drawing/2014/main" id="{C9D48C4F-E30E-8513-9030-5D2DEDC218E2}"/>
                </a:ext>
              </a:extLst>
            </p:cNvPr>
            <p:cNvCxnSpPr/>
            <p:nvPr/>
          </p:nvCxnSpPr>
          <p:spPr>
            <a:xfrm>
              <a:off x="4059935" y="409594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3" name="Connector 63">
              <a:extLst>
                <a:ext uri="{FF2B5EF4-FFF2-40B4-BE49-F238E27FC236}">
                  <a16:creationId xmlns:a16="http://schemas.microsoft.com/office/drawing/2014/main" id="{BB087337-6443-B8F3-A1E7-FF08CC49447B}"/>
                </a:ext>
              </a:extLst>
            </p:cNvPr>
            <p:cNvCxnSpPr/>
            <p:nvPr/>
          </p:nvCxnSpPr>
          <p:spPr>
            <a:xfrm flipH="1" flipV="1">
              <a:off x="373075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4" name="Connector 64">
              <a:extLst>
                <a:ext uri="{FF2B5EF4-FFF2-40B4-BE49-F238E27FC236}">
                  <a16:creationId xmlns:a16="http://schemas.microsoft.com/office/drawing/2014/main" id="{E84A29A7-8709-55E8-D298-3C0EAF1887FD}"/>
                </a:ext>
              </a:extLst>
            </p:cNvPr>
            <p:cNvCxnSpPr/>
            <p:nvPr/>
          </p:nvCxnSpPr>
          <p:spPr>
            <a:xfrm flipV="1">
              <a:off x="405993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5" name="Connector 65">
              <a:extLst>
                <a:ext uri="{FF2B5EF4-FFF2-40B4-BE49-F238E27FC236}">
                  <a16:creationId xmlns:a16="http://schemas.microsoft.com/office/drawing/2014/main" id="{E8950A71-01A4-2B4F-2ED7-6336EBF9996B}"/>
                </a:ext>
              </a:extLst>
            </p:cNvPr>
            <p:cNvCxnSpPr/>
            <p:nvPr/>
          </p:nvCxnSpPr>
          <p:spPr>
            <a:xfrm flipH="1" flipV="1">
              <a:off x="438912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6" name="Connector 66">
              <a:extLst>
                <a:ext uri="{FF2B5EF4-FFF2-40B4-BE49-F238E27FC236}">
                  <a16:creationId xmlns:a16="http://schemas.microsoft.com/office/drawing/2014/main" id="{297FF895-87C9-C474-6F0F-17973CD30768}"/>
                </a:ext>
              </a:extLst>
            </p:cNvPr>
            <p:cNvCxnSpPr/>
            <p:nvPr/>
          </p:nvCxnSpPr>
          <p:spPr>
            <a:xfrm>
              <a:off x="1097280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7" name="Connector 67">
              <a:extLst>
                <a:ext uri="{FF2B5EF4-FFF2-40B4-BE49-F238E27FC236}">
                  <a16:creationId xmlns:a16="http://schemas.microsoft.com/office/drawing/2014/main" id="{BEDFE88D-A87D-417A-0B3F-C8A26B9E0648}"/>
                </a:ext>
              </a:extLst>
            </p:cNvPr>
            <p:cNvCxnSpPr/>
            <p:nvPr/>
          </p:nvCxnSpPr>
          <p:spPr>
            <a:xfrm flipV="1">
              <a:off x="109728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8" name="Connector 68">
              <a:extLst>
                <a:ext uri="{FF2B5EF4-FFF2-40B4-BE49-F238E27FC236}">
                  <a16:creationId xmlns:a16="http://schemas.microsoft.com/office/drawing/2014/main" id="{FD8219B0-E45D-9EC4-0617-430A78010EE1}"/>
                </a:ext>
              </a:extLst>
            </p:cNvPr>
            <p:cNvCxnSpPr/>
            <p:nvPr/>
          </p:nvCxnSpPr>
          <p:spPr>
            <a:xfrm>
              <a:off x="1755648" y="352578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9" name="Connector 69">
              <a:extLst>
                <a:ext uri="{FF2B5EF4-FFF2-40B4-BE49-F238E27FC236}">
                  <a16:creationId xmlns:a16="http://schemas.microsoft.com/office/drawing/2014/main" id="{FADBFFF0-4C94-AB48-1E29-179A5A2C9702}"/>
                </a:ext>
              </a:extLst>
            </p:cNvPr>
            <p:cNvCxnSpPr/>
            <p:nvPr/>
          </p:nvCxnSpPr>
          <p:spPr>
            <a:xfrm flipH="1" flipV="1">
              <a:off x="142646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0" name="Connector 70">
              <a:extLst>
                <a:ext uri="{FF2B5EF4-FFF2-40B4-BE49-F238E27FC236}">
                  <a16:creationId xmlns:a16="http://schemas.microsoft.com/office/drawing/2014/main" id="{7EEE78E9-F9EC-BF1A-E0DC-89DA061A438E}"/>
                </a:ext>
              </a:extLst>
            </p:cNvPr>
            <p:cNvCxnSpPr/>
            <p:nvPr/>
          </p:nvCxnSpPr>
          <p:spPr>
            <a:xfrm flipV="1">
              <a:off x="175564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1" name="Connector 71">
              <a:extLst>
                <a:ext uri="{FF2B5EF4-FFF2-40B4-BE49-F238E27FC236}">
                  <a16:creationId xmlns:a16="http://schemas.microsoft.com/office/drawing/2014/main" id="{41B58190-FFA9-933F-60EE-A4F6FF5D5F85}"/>
                </a:ext>
              </a:extLst>
            </p:cNvPr>
            <p:cNvCxnSpPr/>
            <p:nvPr/>
          </p:nvCxnSpPr>
          <p:spPr>
            <a:xfrm>
              <a:off x="2414015" y="352578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2" name="Connector 72">
              <a:extLst>
                <a:ext uri="{FF2B5EF4-FFF2-40B4-BE49-F238E27FC236}">
                  <a16:creationId xmlns:a16="http://schemas.microsoft.com/office/drawing/2014/main" id="{50A6FE92-96AC-5539-848B-66D700D02586}"/>
                </a:ext>
              </a:extLst>
            </p:cNvPr>
            <p:cNvCxnSpPr/>
            <p:nvPr/>
          </p:nvCxnSpPr>
          <p:spPr>
            <a:xfrm flipH="1" flipV="1">
              <a:off x="208483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3" name="Connector 73">
              <a:extLst>
                <a:ext uri="{FF2B5EF4-FFF2-40B4-BE49-F238E27FC236}">
                  <a16:creationId xmlns:a16="http://schemas.microsoft.com/office/drawing/2014/main" id="{9B21716B-C137-6935-F846-C3C0D5E5223A}"/>
                </a:ext>
              </a:extLst>
            </p:cNvPr>
            <p:cNvCxnSpPr/>
            <p:nvPr/>
          </p:nvCxnSpPr>
          <p:spPr>
            <a:xfrm flipV="1">
              <a:off x="241401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4" name="Connector 74">
              <a:extLst>
                <a:ext uri="{FF2B5EF4-FFF2-40B4-BE49-F238E27FC236}">
                  <a16:creationId xmlns:a16="http://schemas.microsoft.com/office/drawing/2014/main" id="{F18E6893-850F-C2C3-9CA8-D146440A8A8C}"/>
                </a:ext>
              </a:extLst>
            </p:cNvPr>
            <p:cNvCxnSpPr/>
            <p:nvPr/>
          </p:nvCxnSpPr>
          <p:spPr>
            <a:xfrm>
              <a:off x="3072384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5" name="Connector 75">
              <a:extLst>
                <a:ext uri="{FF2B5EF4-FFF2-40B4-BE49-F238E27FC236}">
                  <a16:creationId xmlns:a16="http://schemas.microsoft.com/office/drawing/2014/main" id="{B1E1291E-EF6F-6123-7B05-5BB6D014732E}"/>
                </a:ext>
              </a:extLst>
            </p:cNvPr>
            <p:cNvCxnSpPr/>
            <p:nvPr/>
          </p:nvCxnSpPr>
          <p:spPr>
            <a:xfrm flipH="1" flipV="1">
              <a:off x="274320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6" name="Connector 76">
              <a:extLst>
                <a:ext uri="{FF2B5EF4-FFF2-40B4-BE49-F238E27FC236}">
                  <a16:creationId xmlns:a16="http://schemas.microsoft.com/office/drawing/2014/main" id="{D02398CC-1192-039A-E4C2-38430931EB14}"/>
                </a:ext>
              </a:extLst>
            </p:cNvPr>
            <p:cNvCxnSpPr/>
            <p:nvPr/>
          </p:nvCxnSpPr>
          <p:spPr>
            <a:xfrm flipV="1">
              <a:off x="307238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7" name="Connector 77">
              <a:extLst>
                <a:ext uri="{FF2B5EF4-FFF2-40B4-BE49-F238E27FC236}">
                  <a16:creationId xmlns:a16="http://schemas.microsoft.com/office/drawing/2014/main" id="{F2C4CAAF-96BE-23CE-9129-971B2546D260}"/>
                </a:ext>
              </a:extLst>
            </p:cNvPr>
            <p:cNvCxnSpPr/>
            <p:nvPr/>
          </p:nvCxnSpPr>
          <p:spPr>
            <a:xfrm>
              <a:off x="3730752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8" name="Connector 78">
              <a:extLst>
                <a:ext uri="{FF2B5EF4-FFF2-40B4-BE49-F238E27FC236}">
                  <a16:creationId xmlns:a16="http://schemas.microsoft.com/office/drawing/2014/main" id="{B29EC79D-6BD4-233C-B3BC-F58A45CC047F}"/>
                </a:ext>
              </a:extLst>
            </p:cNvPr>
            <p:cNvCxnSpPr/>
            <p:nvPr/>
          </p:nvCxnSpPr>
          <p:spPr>
            <a:xfrm flipH="1" flipV="1">
              <a:off x="340156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9" name="Connector 79">
              <a:extLst>
                <a:ext uri="{FF2B5EF4-FFF2-40B4-BE49-F238E27FC236}">
                  <a16:creationId xmlns:a16="http://schemas.microsoft.com/office/drawing/2014/main" id="{CA9B6164-EBBE-1234-1870-B9C2CFE27BB7}"/>
                </a:ext>
              </a:extLst>
            </p:cNvPr>
            <p:cNvCxnSpPr/>
            <p:nvPr/>
          </p:nvCxnSpPr>
          <p:spPr>
            <a:xfrm flipV="1">
              <a:off x="373075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0" name="Connector 80">
              <a:extLst>
                <a:ext uri="{FF2B5EF4-FFF2-40B4-BE49-F238E27FC236}">
                  <a16:creationId xmlns:a16="http://schemas.microsoft.com/office/drawing/2014/main" id="{84BA1306-0A41-EDB0-750B-1CAF7E283FCB}"/>
                </a:ext>
              </a:extLst>
            </p:cNvPr>
            <p:cNvCxnSpPr/>
            <p:nvPr/>
          </p:nvCxnSpPr>
          <p:spPr>
            <a:xfrm flipH="1" flipV="1">
              <a:off x="405993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1" name="Connector 81">
              <a:extLst>
                <a:ext uri="{FF2B5EF4-FFF2-40B4-BE49-F238E27FC236}">
                  <a16:creationId xmlns:a16="http://schemas.microsoft.com/office/drawing/2014/main" id="{2296FCB8-710B-646B-CEE9-C4C8BC0FBB2C}"/>
                </a:ext>
              </a:extLst>
            </p:cNvPr>
            <p:cNvCxnSpPr/>
            <p:nvPr/>
          </p:nvCxnSpPr>
          <p:spPr>
            <a:xfrm flipV="1">
              <a:off x="438912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2" name="Connector 82">
              <a:extLst>
                <a:ext uri="{FF2B5EF4-FFF2-40B4-BE49-F238E27FC236}">
                  <a16:creationId xmlns:a16="http://schemas.microsoft.com/office/drawing/2014/main" id="{19FFD9CA-BD22-28EF-DAC2-478433B8A8B0}"/>
                </a:ext>
              </a:extLst>
            </p:cNvPr>
            <p:cNvCxnSpPr/>
            <p:nvPr/>
          </p:nvCxnSpPr>
          <p:spPr>
            <a:xfrm>
              <a:off x="1426464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3" name="Connector 83">
              <a:extLst>
                <a:ext uri="{FF2B5EF4-FFF2-40B4-BE49-F238E27FC236}">
                  <a16:creationId xmlns:a16="http://schemas.microsoft.com/office/drawing/2014/main" id="{4085E717-B3B1-7600-45EC-4C88C922B2CD}"/>
                </a:ext>
              </a:extLst>
            </p:cNvPr>
            <p:cNvCxnSpPr/>
            <p:nvPr/>
          </p:nvCxnSpPr>
          <p:spPr>
            <a:xfrm flipH="1" flipV="1">
              <a:off x="109728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4" name="Connector 84">
              <a:extLst>
                <a:ext uri="{FF2B5EF4-FFF2-40B4-BE49-F238E27FC236}">
                  <a16:creationId xmlns:a16="http://schemas.microsoft.com/office/drawing/2014/main" id="{44A2898F-7696-73E3-D2A3-03E7BEF445C0}"/>
                </a:ext>
              </a:extLst>
            </p:cNvPr>
            <p:cNvCxnSpPr/>
            <p:nvPr/>
          </p:nvCxnSpPr>
          <p:spPr>
            <a:xfrm flipV="1">
              <a:off x="142646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5" name="Connector 85">
              <a:extLst>
                <a:ext uri="{FF2B5EF4-FFF2-40B4-BE49-F238E27FC236}">
                  <a16:creationId xmlns:a16="http://schemas.microsoft.com/office/drawing/2014/main" id="{DBC665E2-5387-C1FA-AD57-D80311172FAD}"/>
                </a:ext>
              </a:extLst>
            </p:cNvPr>
            <p:cNvCxnSpPr/>
            <p:nvPr/>
          </p:nvCxnSpPr>
          <p:spPr>
            <a:xfrm>
              <a:off x="2084832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6" name="Connector 86">
              <a:extLst>
                <a:ext uri="{FF2B5EF4-FFF2-40B4-BE49-F238E27FC236}">
                  <a16:creationId xmlns:a16="http://schemas.microsoft.com/office/drawing/2014/main" id="{9ECA983B-7795-E011-733B-48276E7009C5}"/>
                </a:ext>
              </a:extLst>
            </p:cNvPr>
            <p:cNvCxnSpPr/>
            <p:nvPr/>
          </p:nvCxnSpPr>
          <p:spPr>
            <a:xfrm flipH="1" flipV="1">
              <a:off x="175564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7" name="Connector 87">
              <a:extLst>
                <a:ext uri="{FF2B5EF4-FFF2-40B4-BE49-F238E27FC236}">
                  <a16:creationId xmlns:a16="http://schemas.microsoft.com/office/drawing/2014/main" id="{61827C2F-B8C4-157D-0B5A-7225470FFF02}"/>
                </a:ext>
              </a:extLst>
            </p:cNvPr>
            <p:cNvCxnSpPr/>
            <p:nvPr/>
          </p:nvCxnSpPr>
          <p:spPr>
            <a:xfrm flipV="1">
              <a:off x="208483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8" name="Connector 88">
              <a:extLst>
                <a:ext uri="{FF2B5EF4-FFF2-40B4-BE49-F238E27FC236}">
                  <a16:creationId xmlns:a16="http://schemas.microsoft.com/office/drawing/2014/main" id="{1C889E83-52BF-962A-036E-A0578ED66094}"/>
                </a:ext>
              </a:extLst>
            </p:cNvPr>
            <p:cNvCxnSpPr/>
            <p:nvPr/>
          </p:nvCxnSpPr>
          <p:spPr>
            <a:xfrm>
              <a:off x="2743200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9" name="Connector 89">
              <a:extLst>
                <a:ext uri="{FF2B5EF4-FFF2-40B4-BE49-F238E27FC236}">
                  <a16:creationId xmlns:a16="http://schemas.microsoft.com/office/drawing/2014/main" id="{45DB5E9B-72D2-A611-7D2D-657E7E384045}"/>
                </a:ext>
              </a:extLst>
            </p:cNvPr>
            <p:cNvCxnSpPr/>
            <p:nvPr/>
          </p:nvCxnSpPr>
          <p:spPr>
            <a:xfrm flipH="1" flipV="1">
              <a:off x="241401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0" name="Connector 90">
              <a:extLst>
                <a:ext uri="{FF2B5EF4-FFF2-40B4-BE49-F238E27FC236}">
                  <a16:creationId xmlns:a16="http://schemas.microsoft.com/office/drawing/2014/main" id="{7A6F51CE-C191-15DF-6C74-686B272D33A4}"/>
                </a:ext>
              </a:extLst>
            </p:cNvPr>
            <p:cNvCxnSpPr/>
            <p:nvPr/>
          </p:nvCxnSpPr>
          <p:spPr>
            <a:xfrm flipV="1">
              <a:off x="274320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1" name="Connector 91">
              <a:extLst>
                <a:ext uri="{FF2B5EF4-FFF2-40B4-BE49-F238E27FC236}">
                  <a16:creationId xmlns:a16="http://schemas.microsoft.com/office/drawing/2014/main" id="{25DB4685-1386-143E-4439-6410D3498407}"/>
                </a:ext>
              </a:extLst>
            </p:cNvPr>
            <p:cNvCxnSpPr/>
            <p:nvPr/>
          </p:nvCxnSpPr>
          <p:spPr>
            <a:xfrm>
              <a:off x="3401568" y="2955622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2" name="Connector 92">
              <a:extLst>
                <a:ext uri="{FF2B5EF4-FFF2-40B4-BE49-F238E27FC236}">
                  <a16:creationId xmlns:a16="http://schemas.microsoft.com/office/drawing/2014/main" id="{45A6006B-0665-C3E6-55CA-64D043741176}"/>
                </a:ext>
              </a:extLst>
            </p:cNvPr>
            <p:cNvCxnSpPr/>
            <p:nvPr/>
          </p:nvCxnSpPr>
          <p:spPr>
            <a:xfrm flipH="1" flipV="1">
              <a:off x="307238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3" name="Connector 93">
              <a:extLst>
                <a:ext uri="{FF2B5EF4-FFF2-40B4-BE49-F238E27FC236}">
                  <a16:creationId xmlns:a16="http://schemas.microsoft.com/office/drawing/2014/main" id="{D86171E5-ADC3-E696-67E2-4C81047CB7FC}"/>
                </a:ext>
              </a:extLst>
            </p:cNvPr>
            <p:cNvCxnSpPr/>
            <p:nvPr/>
          </p:nvCxnSpPr>
          <p:spPr>
            <a:xfrm flipV="1">
              <a:off x="340156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4" name="Connector 94">
              <a:extLst>
                <a:ext uri="{FF2B5EF4-FFF2-40B4-BE49-F238E27FC236}">
                  <a16:creationId xmlns:a16="http://schemas.microsoft.com/office/drawing/2014/main" id="{51B79F93-7800-6857-70A6-484134D0924B}"/>
                </a:ext>
              </a:extLst>
            </p:cNvPr>
            <p:cNvCxnSpPr/>
            <p:nvPr/>
          </p:nvCxnSpPr>
          <p:spPr>
            <a:xfrm>
              <a:off x="4059935" y="2955622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5" name="Connector 95">
              <a:extLst>
                <a:ext uri="{FF2B5EF4-FFF2-40B4-BE49-F238E27FC236}">
                  <a16:creationId xmlns:a16="http://schemas.microsoft.com/office/drawing/2014/main" id="{1963B41A-38DF-C0B4-7FBD-1C180F63172B}"/>
                </a:ext>
              </a:extLst>
            </p:cNvPr>
            <p:cNvCxnSpPr/>
            <p:nvPr/>
          </p:nvCxnSpPr>
          <p:spPr>
            <a:xfrm flipH="1" flipV="1">
              <a:off x="373075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6" name="Connector 96">
              <a:extLst>
                <a:ext uri="{FF2B5EF4-FFF2-40B4-BE49-F238E27FC236}">
                  <a16:creationId xmlns:a16="http://schemas.microsoft.com/office/drawing/2014/main" id="{D4405659-6465-B77D-307E-9D7687983C4E}"/>
                </a:ext>
              </a:extLst>
            </p:cNvPr>
            <p:cNvCxnSpPr/>
            <p:nvPr/>
          </p:nvCxnSpPr>
          <p:spPr>
            <a:xfrm flipV="1">
              <a:off x="405993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7" name="Connector 97">
              <a:extLst>
                <a:ext uri="{FF2B5EF4-FFF2-40B4-BE49-F238E27FC236}">
                  <a16:creationId xmlns:a16="http://schemas.microsoft.com/office/drawing/2014/main" id="{44430E27-29B6-B774-ABC0-C66906CF9F31}"/>
                </a:ext>
              </a:extLst>
            </p:cNvPr>
            <p:cNvCxnSpPr/>
            <p:nvPr/>
          </p:nvCxnSpPr>
          <p:spPr>
            <a:xfrm flipH="1" flipV="1">
              <a:off x="438912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8" name="Connector 98">
              <a:extLst>
                <a:ext uri="{FF2B5EF4-FFF2-40B4-BE49-F238E27FC236}">
                  <a16:creationId xmlns:a16="http://schemas.microsoft.com/office/drawing/2014/main" id="{391F3E5B-2306-4968-779C-8C377BBE85C1}"/>
                </a:ext>
              </a:extLst>
            </p:cNvPr>
            <p:cNvCxnSpPr/>
            <p:nvPr/>
          </p:nvCxnSpPr>
          <p:spPr>
            <a:xfrm>
              <a:off x="1097280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9" name="Connector 99">
              <a:extLst>
                <a:ext uri="{FF2B5EF4-FFF2-40B4-BE49-F238E27FC236}">
                  <a16:creationId xmlns:a16="http://schemas.microsoft.com/office/drawing/2014/main" id="{BB3DC5F5-9854-9C76-3421-8925881BC0D3}"/>
                </a:ext>
              </a:extLst>
            </p:cNvPr>
            <p:cNvCxnSpPr/>
            <p:nvPr/>
          </p:nvCxnSpPr>
          <p:spPr>
            <a:xfrm>
              <a:off x="1755648" y="238545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0" name="Connector 100">
              <a:extLst>
                <a:ext uri="{FF2B5EF4-FFF2-40B4-BE49-F238E27FC236}">
                  <a16:creationId xmlns:a16="http://schemas.microsoft.com/office/drawing/2014/main" id="{DC8B242A-ED7D-2182-2128-7368D0BD9EFA}"/>
                </a:ext>
              </a:extLst>
            </p:cNvPr>
            <p:cNvCxnSpPr/>
            <p:nvPr/>
          </p:nvCxnSpPr>
          <p:spPr>
            <a:xfrm>
              <a:off x="2414015" y="238545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1" name="Connector 101">
              <a:extLst>
                <a:ext uri="{FF2B5EF4-FFF2-40B4-BE49-F238E27FC236}">
                  <a16:creationId xmlns:a16="http://schemas.microsoft.com/office/drawing/2014/main" id="{85C5F55F-D227-FECD-9410-9FC4358A4D85}"/>
                </a:ext>
              </a:extLst>
            </p:cNvPr>
            <p:cNvCxnSpPr/>
            <p:nvPr/>
          </p:nvCxnSpPr>
          <p:spPr>
            <a:xfrm>
              <a:off x="3072384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2" name="Connector 102">
              <a:extLst>
                <a:ext uri="{FF2B5EF4-FFF2-40B4-BE49-F238E27FC236}">
                  <a16:creationId xmlns:a16="http://schemas.microsoft.com/office/drawing/2014/main" id="{466DEE81-4E7C-E2F7-BDE8-BB7251932F22}"/>
                </a:ext>
              </a:extLst>
            </p:cNvPr>
            <p:cNvCxnSpPr/>
            <p:nvPr/>
          </p:nvCxnSpPr>
          <p:spPr>
            <a:xfrm>
              <a:off x="3730752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11BF4FA-A030-95FA-EBED-D0CACE676615}"/>
                </a:ext>
              </a:extLst>
            </p:cNvPr>
            <p:cNvSpPr/>
            <p:nvPr/>
          </p:nvSpPr>
          <p:spPr>
            <a:xfrm>
              <a:off x="960120" y="5669279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FD7A74B-3DC4-654B-6833-2CA73AFF9673}"/>
                </a:ext>
              </a:extLst>
            </p:cNvPr>
            <p:cNvSpPr/>
            <p:nvPr/>
          </p:nvSpPr>
          <p:spPr>
            <a:xfrm>
              <a:off x="1618488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1F05D12-D5AE-0B03-D793-3A14D75BABC7}"/>
                </a:ext>
              </a:extLst>
            </p:cNvPr>
            <p:cNvSpPr/>
            <p:nvPr/>
          </p:nvSpPr>
          <p:spPr>
            <a:xfrm>
              <a:off x="2276856" y="566927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BD02BAE-E8A6-FC73-FC71-5D04F91D0156}"/>
                </a:ext>
              </a:extLst>
            </p:cNvPr>
            <p:cNvSpPr/>
            <p:nvPr/>
          </p:nvSpPr>
          <p:spPr>
            <a:xfrm>
              <a:off x="2935224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0A0028A-06E6-1E65-CAC9-5D9668D3CA2C}"/>
                </a:ext>
              </a:extLst>
            </p:cNvPr>
            <p:cNvSpPr/>
            <p:nvPr/>
          </p:nvSpPr>
          <p:spPr>
            <a:xfrm>
              <a:off x="3593592" y="566927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A6101C9-E2DC-27C9-E2FB-E396E06ED173}"/>
                </a:ext>
              </a:extLst>
            </p:cNvPr>
            <p:cNvSpPr/>
            <p:nvPr/>
          </p:nvSpPr>
          <p:spPr>
            <a:xfrm>
              <a:off x="4251959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ECC1F75-F3B3-38A0-6CFA-627E053068E4}"/>
                </a:ext>
              </a:extLst>
            </p:cNvPr>
            <p:cNvSpPr/>
            <p:nvPr/>
          </p:nvSpPr>
          <p:spPr>
            <a:xfrm>
              <a:off x="128930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D9250F2-0D8C-7785-8A95-39E069A5C230}"/>
                </a:ext>
              </a:extLst>
            </p:cNvPr>
            <p:cNvSpPr/>
            <p:nvPr/>
          </p:nvSpPr>
          <p:spPr>
            <a:xfrm>
              <a:off x="1947672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9412DAD-CC5F-2702-9C66-2ECD7A564CFA}"/>
                </a:ext>
              </a:extLst>
            </p:cNvPr>
            <p:cNvSpPr/>
            <p:nvPr/>
          </p:nvSpPr>
          <p:spPr>
            <a:xfrm>
              <a:off x="2606040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C6C731-F128-803B-14EF-3B05F71DF44D}"/>
                </a:ext>
              </a:extLst>
            </p:cNvPr>
            <p:cNvSpPr/>
            <p:nvPr/>
          </p:nvSpPr>
          <p:spPr>
            <a:xfrm>
              <a:off x="3264408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B1D49D8-1015-E58B-409A-ADA326B3CD1B}"/>
                </a:ext>
              </a:extLst>
            </p:cNvPr>
            <p:cNvSpPr/>
            <p:nvPr/>
          </p:nvSpPr>
          <p:spPr>
            <a:xfrm>
              <a:off x="3922775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8D811E5-85C1-4DD4-6764-E191BBF9B4CE}"/>
                </a:ext>
              </a:extLst>
            </p:cNvPr>
            <p:cNvSpPr/>
            <p:nvPr/>
          </p:nvSpPr>
          <p:spPr>
            <a:xfrm>
              <a:off x="458114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07D1CDA-9F0D-C00B-C86C-2E6005F7E40B}"/>
                </a:ext>
              </a:extLst>
            </p:cNvPr>
            <p:cNvSpPr/>
            <p:nvPr/>
          </p:nvSpPr>
          <p:spPr>
            <a:xfrm>
              <a:off x="960120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96F512F-C8D8-801A-0B60-7269E512D87C}"/>
                </a:ext>
              </a:extLst>
            </p:cNvPr>
            <p:cNvSpPr/>
            <p:nvPr/>
          </p:nvSpPr>
          <p:spPr>
            <a:xfrm>
              <a:off x="1618488" y="4528953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703263D-95CF-5491-802C-5311517296D2}"/>
                </a:ext>
              </a:extLst>
            </p:cNvPr>
            <p:cNvSpPr/>
            <p:nvPr/>
          </p:nvSpPr>
          <p:spPr>
            <a:xfrm>
              <a:off x="2276856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EC87558-C8E4-9B47-23C9-6EB10819DBBE}"/>
                </a:ext>
              </a:extLst>
            </p:cNvPr>
            <p:cNvSpPr/>
            <p:nvPr/>
          </p:nvSpPr>
          <p:spPr>
            <a:xfrm>
              <a:off x="2935224" y="4528953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6AD4ABA-4517-E18D-E295-906672D4D9C2}"/>
                </a:ext>
              </a:extLst>
            </p:cNvPr>
            <p:cNvSpPr/>
            <p:nvPr/>
          </p:nvSpPr>
          <p:spPr>
            <a:xfrm>
              <a:off x="3593592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C332C24-20CA-A9C9-708D-135EC3CE620D}"/>
                </a:ext>
              </a:extLst>
            </p:cNvPr>
            <p:cNvSpPr/>
            <p:nvPr/>
          </p:nvSpPr>
          <p:spPr>
            <a:xfrm>
              <a:off x="4251959" y="4528953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63C8039-43C3-0CF8-4A71-7EE4A963623A}"/>
                </a:ext>
              </a:extLst>
            </p:cNvPr>
            <p:cNvSpPr/>
            <p:nvPr/>
          </p:nvSpPr>
          <p:spPr>
            <a:xfrm>
              <a:off x="128930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05C0CC13-6C8F-F679-C0A8-D7114E081D45}"/>
                </a:ext>
              </a:extLst>
            </p:cNvPr>
            <p:cNvSpPr/>
            <p:nvPr/>
          </p:nvSpPr>
          <p:spPr>
            <a:xfrm>
              <a:off x="1947672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BAF2FA1-0B7A-5E3C-CFA2-F765688B3650}"/>
                </a:ext>
              </a:extLst>
            </p:cNvPr>
            <p:cNvSpPr/>
            <p:nvPr/>
          </p:nvSpPr>
          <p:spPr>
            <a:xfrm>
              <a:off x="2606040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B6E86C9-7EA1-00C2-8B42-F73D9324F0D7}"/>
                </a:ext>
              </a:extLst>
            </p:cNvPr>
            <p:cNvSpPr/>
            <p:nvPr/>
          </p:nvSpPr>
          <p:spPr>
            <a:xfrm>
              <a:off x="3264408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06C3775E-CB9E-1A84-72A3-822F2A65E4DF}"/>
                </a:ext>
              </a:extLst>
            </p:cNvPr>
            <p:cNvSpPr/>
            <p:nvPr/>
          </p:nvSpPr>
          <p:spPr>
            <a:xfrm>
              <a:off x="3922775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8CC731C0-6636-3787-563A-D344BF51EB44}"/>
                </a:ext>
              </a:extLst>
            </p:cNvPr>
            <p:cNvSpPr/>
            <p:nvPr/>
          </p:nvSpPr>
          <p:spPr>
            <a:xfrm>
              <a:off x="458114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9D3C162D-068B-D854-D542-88FA286B39CA}"/>
                </a:ext>
              </a:extLst>
            </p:cNvPr>
            <p:cNvSpPr/>
            <p:nvPr/>
          </p:nvSpPr>
          <p:spPr>
            <a:xfrm>
              <a:off x="960120" y="338862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5BEC1EF-D0DA-09EE-ED18-738DE8D5A83F}"/>
                </a:ext>
              </a:extLst>
            </p:cNvPr>
            <p:cNvSpPr/>
            <p:nvPr/>
          </p:nvSpPr>
          <p:spPr>
            <a:xfrm>
              <a:off x="1618488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7C6AA3E-9896-75BB-46A2-AC046F47BE5F}"/>
                </a:ext>
              </a:extLst>
            </p:cNvPr>
            <p:cNvSpPr/>
            <p:nvPr/>
          </p:nvSpPr>
          <p:spPr>
            <a:xfrm>
              <a:off x="2276856" y="338862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CD85585-EEA6-EBAF-C459-1C564ABCA7C3}"/>
                </a:ext>
              </a:extLst>
            </p:cNvPr>
            <p:cNvSpPr/>
            <p:nvPr/>
          </p:nvSpPr>
          <p:spPr>
            <a:xfrm>
              <a:off x="2935224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B73D0D0-6FA2-D635-AF5F-8C8DF8B1689F}"/>
                </a:ext>
              </a:extLst>
            </p:cNvPr>
            <p:cNvSpPr/>
            <p:nvPr/>
          </p:nvSpPr>
          <p:spPr>
            <a:xfrm>
              <a:off x="3593592" y="338862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0B62FAB5-D2E8-A131-7CA9-EB153AE98287}"/>
                </a:ext>
              </a:extLst>
            </p:cNvPr>
            <p:cNvSpPr/>
            <p:nvPr/>
          </p:nvSpPr>
          <p:spPr>
            <a:xfrm>
              <a:off x="4251959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94EC613-5831-C7FF-4B21-DDD9C660BBC3}"/>
                </a:ext>
              </a:extLst>
            </p:cNvPr>
            <p:cNvSpPr/>
            <p:nvPr/>
          </p:nvSpPr>
          <p:spPr>
            <a:xfrm>
              <a:off x="128930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580D89E0-661A-373F-140D-8487D2DE2C0A}"/>
                </a:ext>
              </a:extLst>
            </p:cNvPr>
            <p:cNvSpPr/>
            <p:nvPr/>
          </p:nvSpPr>
          <p:spPr>
            <a:xfrm>
              <a:off x="1947672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FB13BDD-17D3-4043-FD81-326B7C130E5E}"/>
                </a:ext>
              </a:extLst>
            </p:cNvPr>
            <p:cNvSpPr/>
            <p:nvPr/>
          </p:nvSpPr>
          <p:spPr>
            <a:xfrm>
              <a:off x="2606040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85446C5-BD68-3B1D-506F-510965DA47E6}"/>
                </a:ext>
              </a:extLst>
            </p:cNvPr>
            <p:cNvSpPr/>
            <p:nvPr/>
          </p:nvSpPr>
          <p:spPr>
            <a:xfrm>
              <a:off x="3264408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E60C329-60EC-1DA3-6791-7163D26EA4BF}"/>
                </a:ext>
              </a:extLst>
            </p:cNvPr>
            <p:cNvSpPr/>
            <p:nvPr/>
          </p:nvSpPr>
          <p:spPr>
            <a:xfrm>
              <a:off x="3922775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F81BCBC6-25FA-23A0-90B4-A0C9939D3AFF}"/>
                </a:ext>
              </a:extLst>
            </p:cNvPr>
            <p:cNvSpPr/>
            <p:nvPr/>
          </p:nvSpPr>
          <p:spPr>
            <a:xfrm>
              <a:off x="458114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2FD10CE-F04A-0194-B779-CBA793064F0E}"/>
                </a:ext>
              </a:extLst>
            </p:cNvPr>
            <p:cNvSpPr/>
            <p:nvPr/>
          </p:nvSpPr>
          <p:spPr>
            <a:xfrm>
              <a:off x="960120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72AF33E-F550-9D90-34E5-6E0079D4261E}"/>
                </a:ext>
              </a:extLst>
            </p:cNvPr>
            <p:cNvSpPr/>
            <p:nvPr/>
          </p:nvSpPr>
          <p:spPr>
            <a:xfrm>
              <a:off x="1618488" y="2248299"/>
              <a:ext cx="274320" cy="274320"/>
            </a:xfrm>
            <a:prstGeom prst="ellipse">
              <a:avLst/>
            </a:prstGeom>
            <a:solidFill>
              <a:srgbClr val="E6B822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E6C955E-2AF1-6867-51B3-A22FEE6A5C73}"/>
                </a:ext>
              </a:extLst>
            </p:cNvPr>
            <p:cNvSpPr/>
            <p:nvPr/>
          </p:nvSpPr>
          <p:spPr>
            <a:xfrm>
              <a:off x="2276856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519DEE-342E-8166-D640-F8493631B71F}"/>
                </a:ext>
              </a:extLst>
            </p:cNvPr>
            <p:cNvSpPr/>
            <p:nvPr/>
          </p:nvSpPr>
          <p:spPr>
            <a:xfrm>
              <a:off x="2935224" y="224829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0C2317D-DBDB-B94F-8F10-E92C495CDE2B}"/>
                </a:ext>
              </a:extLst>
            </p:cNvPr>
            <p:cNvSpPr/>
            <p:nvPr/>
          </p:nvSpPr>
          <p:spPr>
            <a:xfrm>
              <a:off x="3593592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1FC3CDA-4BDD-D15C-1988-472945E3AF99}"/>
                </a:ext>
              </a:extLst>
            </p:cNvPr>
            <p:cNvSpPr/>
            <p:nvPr/>
          </p:nvSpPr>
          <p:spPr>
            <a:xfrm>
              <a:off x="4251959" y="224829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87AE67AD-DB7C-E994-2847-9C7A1C5D38ED}"/>
                </a:ext>
              </a:extLst>
            </p:cNvPr>
            <p:cNvSpPr/>
            <p:nvPr/>
          </p:nvSpPr>
          <p:spPr>
            <a:xfrm>
              <a:off x="1084521" y="4664790"/>
              <a:ext cx="1988287" cy="1153620"/>
            </a:xfrm>
            <a:custGeom>
              <a:avLst/>
              <a:gdLst/>
              <a:ahLst/>
              <a:cxnLst/>
              <a:rect l="l" t="t" r="r" b="b"/>
              <a:pathLst>
                <a:path w="987552" h="570163">
                  <a:moveTo>
                    <a:pt x="0" y="570163"/>
                  </a:moveTo>
                  <a:lnTo>
                    <a:pt x="658368" y="570163"/>
                  </a:lnTo>
                  <a:lnTo>
                    <a:pt x="987552" y="0"/>
                  </a:lnTo>
                  <a:lnTo>
                    <a:pt x="329184" y="0"/>
                  </a:lnTo>
                  <a:close/>
                </a:path>
              </a:pathLst>
            </a:custGeom>
            <a:noFill/>
            <a:ln w="38100">
              <a:solidFill>
                <a:srgbClr val="E04F2F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3AAC8CBD-D831-7A84-DD7E-8B5F1A764DC7}"/>
              </a:ext>
            </a:extLst>
          </p:cNvPr>
          <p:cNvSpPr txBox="1"/>
          <p:nvPr/>
        </p:nvSpPr>
        <p:spPr>
          <a:xfrm>
            <a:off x="2860158" y="5603358"/>
            <a:ext cx="111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AJT_c</a:t>
            </a:r>
            <a:r>
              <a:rPr lang="en-US" dirty="0"/>
              <a:t> 1/4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2F5CA9A6-8753-8672-0257-12ECC2DC6A1F}"/>
              </a:ext>
            </a:extLst>
          </p:cNvPr>
          <p:cNvSpPr txBox="1"/>
          <p:nvPr/>
        </p:nvSpPr>
        <p:spPr>
          <a:xfrm>
            <a:off x="7829151" y="5603358"/>
            <a:ext cx="26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AJT_d</a:t>
            </a:r>
            <a:r>
              <a:rPr lang="en-US" dirty="0"/>
              <a:t>, </a:t>
            </a:r>
            <a:r>
              <a:rPr lang="en-US" dirty="0" err="1"/>
              <a:t>XC_a</a:t>
            </a:r>
            <a:r>
              <a:rPr lang="en-US" dirty="0"/>
              <a:t>, </a:t>
            </a:r>
            <a:r>
              <a:rPr lang="en-US" dirty="0" err="1"/>
              <a:t>JMAS_a</a:t>
            </a:r>
            <a:r>
              <a:rPr lang="en-US" dirty="0"/>
              <a:t> 1/3</a:t>
            </a: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60F5C246-9462-B2E1-96B0-A6A62E13661B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AB70452-E2C8-1208-167E-1DAA0697B363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5AEFE81E-0429-8D7A-4C19-1A2697A28FC8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B3A43E5C-2C83-E437-FF17-328C95A956D0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67350528-AE26-E7B4-1C0C-DE730F3B2238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B9DB745A-A4E1-560E-AD08-AC9195689B16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91EAA90E-C9E7-95C1-2BF7-80810D2ECF2C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ADA73CDC-99DC-AA88-2A75-8EF27540B4C1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D0D4F184-F41C-7C92-EDCD-DFAE2942505B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B670B1D1-21CE-D3CE-4EFF-ECFDEAC72B0F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BFD313F5-7CDA-611B-9B20-ACC720430E46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847DCA91-B8E6-07DF-B7D4-A14A858B4AD1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5B09879B-4BA4-E27E-31C3-68C23D474D94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36D1EFEB-C85C-952C-7598-1D70A6FC62D3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5F49D1B1-EB94-6BA2-44C3-E82DADFEBC94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7FF227B6-8EF9-ED0E-4666-93BDD76292D4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FE4D6699-40C8-D00E-EC15-CDC36F8CE093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7F1D25A0-6FC7-25B5-E509-D60F04D63B16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70DA263D-724A-300F-B8E1-80A8A30194D5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E476EBB5-E2C4-B5C4-C7F2-69AE4629D20A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3A0E4AE1-20D1-1D49-CF13-32E7B11AA447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9639C0E5-624C-874D-870E-5B8E9F4019E9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6D5F5754-5A64-ED87-F2CF-3E46807D0992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E53C698D-7D34-AD51-9161-92A314E90F09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D757F0C1-A7A3-946F-ED3A-278FAD018613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DED8745A-355D-2060-167A-F1EF4DDE616B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D17948D3-E755-A41C-9EA3-B8BA7EB0DF59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AA8E866D-3F6D-CC03-239A-9089BF8D66EA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E1F507FB-8128-3F83-F2DD-2CA07D3F60CC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63210B84-FE58-DD7E-E627-3E8A75023ED1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86518FF7-D404-FF6B-559F-C4919E056441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7A4B8B3D-ED15-1236-3FFD-AE2DC1DBAA82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0F858F26-9433-2D74-C028-82DA0FABB23D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12EA351B-60C9-7E57-752C-2E6A36695D22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F869AD86-0F42-00B8-A454-83E6A62CAA4B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6C2B2EA8-D2BB-0CFE-9B2D-C3B8DA0B522C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5BB2812E-9594-FF64-9155-EBFE9CF538B9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80961A6B-9D8A-83B9-59E1-4963F5198FC6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A23937F8-B4B3-E176-F219-61574168051D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E6D64389-6BC1-C76E-A1DF-08C27FC4FB61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C9486747-7853-14C2-5C3E-EE9D2368C539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859E51B1-06CA-559A-1095-285F9E82A20A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C13E7EED-098E-B4C2-2C2C-D9AA31DA8591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2EF8430F-ADD0-EBB3-1BF6-1CEFB15AAC9E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3E101114-2868-25EE-4123-B1A06625F340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380E41E4-3A2B-8807-3289-3F60258AA40E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A7EDF6C9-3ECB-68B3-709B-A244E2EE9F08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ED75C10C-D7DC-691A-8CCD-ADBD4E77CC18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D67DA60D-1554-1518-39E1-3F4483F68E9F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708731A4-B629-7FEB-98FD-BD033594B3C4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F32CC610-3633-E44A-6708-12198BCBCE7E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458633D7-5A9E-1E6D-16E0-8C586389598B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DD0B0AF6-BA84-525A-F00F-3FFC7A5D7A4E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4A4A0CD9-9C66-5927-E058-0A890BE3FCEC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268B9533-E46E-8A9B-54EA-DD5A8B51C9E2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6149BCC5-C505-700B-6B6D-140A766108C1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357D70A6-6E6B-1983-A7E6-DEEF4E058128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6A6AAB3F-863D-480F-3EE8-94F33F2C45F3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11F884E7-E4B8-70EC-4568-93E1E783F74A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1CEB86C7-927D-A01A-B9CC-AF6810BFB3D9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660C194F-A006-64A5-876E-D2302DDE07FC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9205D7B0-42FF-549D-B008-B50C93E0F2CB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95E2FCB2-D37A-5EA3-7CB3-090DB42625EA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215B43FD-E7E1-B315-753A-780FE3443FBC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AB9751CF-BDF1-8915-0902-D337F9F07C43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D8189B07-0C7A-9A82-C55E-3218879EBD1F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49F1366A-676C-C4DF-F527-32D3AF0C4428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3EB73089-CBA3-83F3-3AFE-4A0B9569DFE5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C6DB8991-D1E5-38F7-F1F9-737C7E2AE295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DB93B1F0-ECC3-F8E2-1A91-5F1433A193E3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9E5CCF47-4638-01E2-FA08-1B9844A5AA1F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1BF6079C-5523-2499-ECE8-DAC52913522E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1D884FFB-A423-8BA3-FE49-69C479D94930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ABBE7DCD-6C0E-8DCC-A315-7D2066E1B38D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7EC3BE79-8E92-98E2-0691-C66D99B417A7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3AD8A175-8E44-1972-F9D0-2D2818E06826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327E8D06-88E4-47C5-9101-69CEDD0857E3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848D7BF5-C345-FAF9-F312-7F3DA7DA3BE4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B9D2AD27-2567-32A0-1990-AADE5102B6A9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DCDFA485-D220-AAAF-690D-A0D0F131F485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688D79FE-1517-990C-1741-50E1FBE2F745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663ED2A3-F09E-BB86-BD1F-50947E38FE8F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3E21F2FC-CBDE-FF61-C45D-73879FF2FA57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5A6968F1-9E79-A0EE-8359-9EB3871325C7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D9036D05-1532-57EA-6FB0-07C714E513D6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D7D988A3-2650-495B-C508-62C8EC06D264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B0987D52-410A-7235-B9CD-F9900C056F07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C10DF559-89E3-CDDF-3291-E8271A10606A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FDAA9764-4350-E453-58D6-7BF901F6CF1E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BCAA615C-D506-618F-D0C6-F36A7B3F5773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154735EE-1F72-EC5C-91E9-032DB634859B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70C6EE46-42DB-FEAB-7F2A-78F4E58F435B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9E372E8E-CA42-87E8-0221-142B5EA0F89C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016CE95B-2BDD-0041-0350-FEC797E89898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85ECAE04-DD4A-0A93-7515-FCF9947FAAD9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F8DA7551-3CE5-482E-CB84-BEB887E94ECB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8CA3E257-DB6C-D141-273E-645F2AACEA6C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D91B3AEA-80D5-32A5-8177-D9D6ECE605EA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6DF8447D-4AC7-927B-1098-AFBC15D86091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F89B4A12-C85E-03A4-B7F3-DCE72B63A41A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CFAFF483-51A0-A181-5DBE-7A528F747E9A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96FA3CA3-6F0A-C338-D36F-39C20D74A8D6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0BD0B136-AC5C-6930-C8BF-F91D170AE4A1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12CD78E2-1890-ED41-0031-D54E38FAFF29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00482AE2-5173-9381-D6A6-7E013949B53A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402AF10F-8803-8A64-3ED9-CAB29675418A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340FB19-76D7-0368-C7CF-C5F80522DE6E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1DD9BBA8-5CFD-1A9E-3FE2-9F919BE3C00B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369500B6-0830-3ABA-AB54-6419CAC8E2A9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C5F2A2F8-160A-49BF-FB9A-D6264BEC5D5D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9771FD82-17B6-06BD-9BB9-7CCA4A61F232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63534231-045A-BB6B-7D80-423B5D7236C2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671380E8-50A8-C53A-7C0F-40CD595ACF98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F63329C-ED78-4BE4-CA81-FC0F7F6EFC8B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97DC65A5-4B4A-4EDE-464C-A7FFA14E7DFC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FC7F7FF2-589A-4A5F-539B-A6C11E494D37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A48D53AD-742B-48E1-BE0C-A8A898CDE7BE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B9BD3237-A516-22B2-8680-07E2E10497D2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4A9CBA80-D522-0138-15B4-9AC4C5600B67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442733C4-E149-A83D-ECF5-78CDD9A6F244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3DC49323-E43C-7954-B4DB-A54CCAD01877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97D084F2-D359-1F7A-DFB2-0103CEFD5A57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1B25B082-7B09-222D-10A7-D56232CFB22B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6B0DEA26-273B-4099-9FCA-7802D22E46E8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CF385D02-C38F-5DB3-297C-2E507E69E547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15B5A49D-3B21-4788-0B82-231AF29EADF1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57ED6EE5-756E-34FF-3980-D4E7D8CCF4A5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54240BCB-B4B9-A27F-C380-98C3A5B1BD0B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D11D80C7-DA00-FA77-7515-8A070184C8D0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47EB36CC-1530-C495-C888-D916B02A7BAE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5C49D95-63CF-CFF2-89B5-C322E62BB394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F8234F19-29A6-FA48-2360-F3EFE9356CB5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E35DAFFE-7812-2C42-3AB4-F793611BC49C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B263DB32-6B6F-BBA0-C8B7-BB3CCF1820BB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7D3C3E05-BBE9-BEB2-30FD-718EA80C8DAC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9723CFA0-F8CA-D0B1-0A68-EF6A13726CD5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568F941E-0111-7B8F-3A72-A58DA4868AFA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4CC737E9-FED2-7FCD-247B-AE3C857C537C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54CCEFD3-EEBA-B6B5-DC73-3C476495576B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81A3E238-1D9A-67A1-EAC9-8156D593DEF8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09C04532-7139-C37E-59BF-1D5E9DDAD20E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80B21120-7DE4-2EB4-7B2C-BC47017FC180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8B3EE9B-6FA2-685F-846D-F022C66BA96F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15D136CE-A057-AE44-8D21-957CB0CBE5B9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94A3285B-8C68-26F0-9514-EEE80ED7DE70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5" name="Diamond 294">
              <a:extLst>
                <a:ext uri="{FF2B5EF4-FFF2-40B4-BE49-F238E27FC236}">
                  <a16:creationId xmlns:a16="http://schemas.microsoft.com/office/drawing/2014/main" id="{628E49F8-13A8-A8DD-EA0C-8008C6783559}"/>
                </a:ext>
              </a:extLst>
            </p:cNvPr>
            <p:cNvSpPr/>
            <p:nvPr/>
          </p:nvSpPr>
          <p:spPr>
            <a:xfrm>
              <a:off x="6772939" y="4008474"/>
              <a:ext cx="1977655" cy="1137684"/>
            </a:xfrm>
            <a:prstGeom prst="diamond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421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850A3-9A22-6A54-906B-1AD07BDC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188B872D-0838-B014-E9FC-7C98F3B6F3A9}"/>
              </a:ext>
            </a:extLst>
          </p:cNvPr>
          <p:cNvSpPr txBox="1"/>
          <p:nvPr/>
        </p:nvSpPr>
        <p:spPr>
          <a:xfrm>
            <a:off x="2860158" y="5603358"/>
            <a:ext cx="111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AJT_e</a:t>
            </a:r>
            <a:r>
              <a:rPr lang="en-US" dirty="0"/>
              <a:t> 1/3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2E9964A-0172-8F88-4FE0-32942C7593D6}"/>
              </a:ext>
            </a:extLst>
          </p:cNvPr>
          <p:cNvSpPr txBox="1"/>
          <p:nvPr/>
        </p:nvSpPr>
        <p:spPr>
          <a:xfrm>
            <a:off x="7829151" y="5603358"/>
            <a:ext cx="192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AJT_f</a:t>
            </a:r>
            <a:r>
              <a:rPr lang="en-US" dirty="0"/>
              <a:t>, </a:t>
            </a:r>
            <a:r>
              <a:rPr lang="en-US" dirty="0" err="1"/>
              <a:t>JMAS_b</a:t>
            </a:r>
            <a:r>
              <a:rPr lang="en-US" dirty="0"/>
              <a:t> 2/5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7A11EB6-F3BF-DD07-EB54-ABFC0E9B13F1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80C6BB0-0C03-3C30-3821-93156DFE044B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A23AD590-BDF1-E27C-D326-14E9CB9421DD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89C34009-5316-FB54-C502-C386DDD30B5F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3A1CFF08-5AFC-3239-C2A6-8C002847225F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DB1949FB-B90B-5C89-E16A-EC24EBFFC639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8D625DDC-09BD-27A3-5AA7-6B705193CFDA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64C4461C-D35D-4710-8D22-5F42030B6123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84B8B804-C442-6A17-8533-2273B2C99703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DFCEB7A0-961F-FB1E-8142-76D7E40D3575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A6586790-6A4D-4351-CBEB-9B25C74080FB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7787F5A1-BEB9-B2A7-0E0F-9CB0DE53FEE5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C5939272-DD59-77CB-C867-1DB480ECCA05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2ABD2BED-7126-FAF2-27B2-4658C4E7C70F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955B56DB-C715-67D7-20D0-44F13F8605BC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9BF29296-346C-E0F2-E7B3-5F5840D54ACD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5DFF3DEF-4873-0525-2E79-0D784C54ECFD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DFFF405E-95CF-E5E5-4D47-C7606BFF4AC2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A31D6D44-0782-C207-5227-6E4C00BDEC95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8788E249-EDB6-6220-1CA0-B235536A6325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E1F9C8C7-863D-99D3-AB35-5DC24D71689E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DFF5D316-3659-2ACC-6000-79D6FE063FF8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0129A021-17F1-7DA9-56CE-3647E15A4F62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9A0FE32F-8A37-A2DF-DE7D-982184B844EC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1FA74FF4-123C-5A91-6BB9-4EA947E81485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9D913EB6-4031-CB0C-E149-7494C232893A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7A6C8C39-E90E-F82C-A906-F0D0CD418E73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8A6AD0B6-48AC-A6BD-577E-837C05FB5F51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D2884640-0394-CF10-791B-00D882647C8C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29E54C48-A1AC-B8A6-23E5-D6BF948A1DEB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569A2A24-1388-0E19-71A6-05E27AB523BF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3507642F-296C-ADD8-D04B-7685C7D01E8C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0AFE949F-20C0-DD44-079F-D4F31AD2F86A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E4CEDDAE-D344-AFEE-5205-89BA919A94B3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9F3F9CA2-5C7F-F1ED-854E-3BBE56C5591A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45BACA3A-3D66-C1DD-2626-DB72B66BC81F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DF047A41-DE34-E6F8-C89C-FA8EBBDBFBE5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9B19623B-4BFB-3AD7-B84B-B96F9EAEF702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BD7C0A1E-405A-4F05-5FDC-8EDA5BF42131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6B9A65A5-08C0-522D-A653-04A39B9A2D6B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9EC51048-F7BD-8122-6D28-87396A45F7AF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4CACCA25-3F88-CFB9-AF79-154C9B889569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B2D2400A-1D1A-68FC-655E-615267EB4C49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FF94A3C3-258C-0E1E-A455-42B81C4C8679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264D2A35-E05F-2864-AF30-44EAE33F06E4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C156D054-48FD-D23E-2A46-AC46BEC83F12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D558C0DA-0744-2576-52D8-9437DE2C84EB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F8FF94E6-8765-94AF-B37C-BB8236E8C7EB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BB7E1E3B-2CBB-1A67-440B-7CB1BB34F400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B2E6B9A3-2527-8397-931C-9FF10D5420AB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5D2F3A7E-B2EC-35A3-0764-AA50742E1545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954A98E5-1B1B-AD88-54A9-B345DC7CA562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69C1E3D2-804F-2C5A-C150-550F845078BB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CEE671D5-B803-9FC7-B624-A306221E7819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BCDF71CF-CA07-E05F-13C6-91390E37681C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D05CD679-1BF7-6051-C83B-236AB2899125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3E71427C-A07E-B6ED-22CC-54A4CBFB5552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F6BDD3EF-A63F-2E08-358F-126A6C0D717F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6F1F1776-CEB1-C8B9-EE0A-C88833CDCFE9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DBDDC14C-8845-209F-235E-B5DB3DC971B2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CD916971-469A-E6EF-615F-42B13D30AC3B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FBC728DD-C258-3CA7-7517-F5DF47F2C848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202DB699-3CA0-40D5-94A7-FBFCD7A0727D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32F3D6C7-B5D6-96B0-A5B8-050A81B01216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5CD105DE-F795-BFD7-CB38-685EC268A216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F26B751E-E6F2-95EE-434A-0812DBD0C9D8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F9B8E08B-A016-7F5D-3373-C697EDF7999B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9E95400A-F3F4-B35D-2630-28C26F7E320B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3150B75E-61DA-E74B-A361-36237998D9B2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E8091DD1-40BF-67EF-192B-56A9D1DD67E0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64485A5F-FD20-B6A7-A88E-1D0D75AB3582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C7F45355-2152-860A-DEBD-B93B7083A5C3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89EA0539-E1D1-0170-8D36-912BAFC5DF1D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B9536A7C-155D-3189-16FA-4373F7670B95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DD1DC7C7-2CEE-4096-E1E0-EDC1A6C9961A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D263BA1F-9D50-99AE-4361-F53648EC452F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6F44CF57-142A-60A7-8B5E-7E0858E14CCF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1B4FAFA9-841B-FC47-455B-8F85C8FA9EAF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9A0165E2-B124-C870-FE66-394930973CCB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533513CA-FD73-351B-4EB6-CFCBD2F1D6BA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5009E6F2-A4E5-228E-8C93-B32ABBC60E2F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3C2F816C-F8A1-1E7E-92FC-9C4092F0E803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F32FB5D0-177B-7508-0D0F-73CC5BE912E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D4BBD8C0-B924-6E26-2C4F-380967E85D29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404F6C31-050F-45EE-D80F-AF2702E973DA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3F0DDD23-0969-1444-DA08-A38617E21406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032477E8-E5F8-E1E5-7F28-69CF9AD478E9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D26475C1-8C4B-6260-7708-DDBD3898C835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E578F7F0-39EB-E0FB-D289-537D1A6F08DE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A727544D-FD7E-ACE5-062F-F9EBF507AC7F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5FD33ADC-CE9F-F7A0-61E9-7648EDC8823B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F3D0B8D6-5CB6-FD6A-B705-A10C88FB66B2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C30DEE49-25CF-669B-8154-46AB0ACCDF69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F1AE33D2-8164-98C5-D9DB-A02482E8F953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477B8FD4-311B-CB80-E42F-FFA4D0796A16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DAD0DE6D-5328-EC1B-976A-E6C5176FFDD4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9CA36C3B-2A18-8066-F468-062208F50B4B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0A8D2D81-1D71-1A63-64AF-1F2C57B497BD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5FE14CC7-BCFD-4B08-5DB3-975350CCDC4A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0C735392-AA0F-3CD2-55CA-03A16CA501AB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FC084E2F-E71E-FCA5-D893-D3D85A03AB47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D80998AA-2960-5D76-575B-36398CD5B24D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66EFD1A5-12A0-9EE2-9FC5-380CE8B7BC11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A81A908C-9ED3-D70D-28BD-EB613BD2C139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822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C02CBAEE-7975-1391-77F8-9D0F66B6F4CE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DD408D1-A1EF-ED08-7EAA-205D1088937D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FF2D4D03-73C3-0845-4593-6DF13588E1D3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F460F4E-83F9-F6C9-2006-8CF6FCAFD28B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5FEA443-A717-460F-BBF9-954744080688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B23E4DB7-84BF-CA55-5EFB-62D06394E043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9A609F5-0ACA-D3F4-AB46-683F59F85815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71973E2-A770-8763-909A-C61D2A4F5FDD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890CF37-3700-9BEE-50F5-BD354236FCEA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1C56735-80FD-9976-BD80-D09030B09AA8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450F8273-EA9E-5667-16AB-A365F4E9B6BF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F18A8DE-B542-732E-88CA-FA1B4C02A642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FB249E0F-1A5A-97AA-D505-CA9E69C40EE3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417C6C1-6E7F-FE19-DF52-0CC074BA3A42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409C1DE5-36FA-1377-7762-677ED8F81835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1E227B0C-BCB8-C426-0154-6C4A50F83002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C2F5BA3-3AEB-E290-FE71-F3905960FA22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822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3DA1002-CF28-97DD-3E13-1478D19CE000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ACDC22E-13C6-378A-8A13-A2DDEEFDEFD3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FAFB68A2-BCB3-D007-E2DE-6CD8195763C4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935A7331-E4D9-E6B0-3C00-6DCF93C1D59B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5BA29A19-8B8D-A629-50EC-CB20D3C4D96C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AEDAC874-5E4F-E00E-82D2-E1ECA9D0FB5C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4C9F64C-B461-F208-8B40-8A4A1CEC6983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526ED79-6C09-1338-3911-C98B799AC4D2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9CCDAE14-D0E5-BDD5-1920-CCAF6F4730E6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498E7F1A-9035-82E2-FD3E-5D74481A9679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5BADB0C-9A49-45CA-05CF-3594795B33D3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40297C83-0B8D-B5CD-F767-39A543C8DFEA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C920BAA4-84FF-D3B1-5FB2-03F346045E57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6B24BE58-A4E3-CCFA-B27E-19B588B7C3EB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0A53BA44-98B2-6683-453F-1D503EAC66D8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403A11B-F8CB-0EF8-5FA5-245D2D9252D5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0B07D7D8-21DF-580D-A827-2998B57E792C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ADBEF42-A228-5BEE-55D1-F1E5E3BF5F35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FEE48F63-16E9-1D96-4F01-956B95028053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7621DC8B-0C8F-29FA-5090-D6CEF9DEAE33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0A0E63A-8D0D-086E-B733-2308949E8AEF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C32A331-4423-61B6-D074-4CC609FFC080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0046B435-1B37-B9A7-4BC4-A6E7B2C16BED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9A6261A9-CBF9-D370-F4E5-06C6FDCECC92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AB6984DB-7BC4-981C-D781-05547C2423F2}"/>
                </a:ext>
              </a:extLst>
            </p:cNvPr>
            <p:cNvSpPr/>
            <p:nvPr/>
          </p:nvSpPr>
          <p:spPr>
            <a:xfrm rot="18005629">
              <a:off x="1798212" y="3434162"/>
              <a:ext cx="1980712" cy="1139204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5E7E30C-2CEE-3CD5-518D-CD41C4487312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A988EC6-DC51-1D17-7B52-8F8BB88FE262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C1758BC9-1254-FB75-F42A-9441660F63F9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104DC597-3294-A821-AC61-ACA8EE8150C6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6ED2AF4D-346E-0A15-79F0-647FC587D0BF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7C110278-0E7C-EFEA-ACF5-BC64ACA23343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BAA9FB82-9FCD-55A1-D262-7A28BC12033A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24F3C540-8EF3-5803-280D-F5E3E95D93EB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DDE7CAB8-AC74-186D-9EE4-EAEC56C20FDC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EDD6DB08-0CCB-0F93-C438-DD0B84371F4D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FB88341A-7126-9B24-58CD-40EA4F56CD5A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9867BA1C-241E-F383-CECE-2DF5426B8B18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1691CFD2-9D18-73A0-8E46-FDA61C585CBE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621188E8-09DD-7B6F-C2D3-5459B455A867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5567F784-B5FF-6C18-8E6F-595545345424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387877C6-52C1-D21B-88ED-A8A9BE546D8D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0ED63226-0D4E-90F3-9B35-40CB87ECC92F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AAEDF05D-ABFE-A465-1BD0-D6B58B317AE5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E8B024DF-DE39-1EDD-6452-22271AE22237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E94019B3-2372-8EBD-8113-7C239B456859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8AEFC2E9-1E20-647A-F793-AF1578AE1AF2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FD5BEBA5-9637-A7CF-E72C-88CFEA39AC7E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E1E5079B-2C07-7289-9DE9-A3FE9F97A8DA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679F3C48-AA60-DFC1-F856-31178475D4EF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3FD6C1BC-FD23-C95B-74D3-C26E03B033C0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67E7218E-4CA5-1DD1-46FB-5DE7FDBC7F4D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E2C85DBA-DEF3-E235-C870-40E3C9153A30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A51A428B-424F-CC05-4178-80E00091A391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A4B823FE-2CD6-765D-A15B-5B2557EF92E9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E4A195F4-1997-5B92-E997-DFEF4A4B4A7C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A4882D69-68D3-811C-CD41-B35347CC6CA9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8505E0B2-C3D9-178F-A766-371B201D4CB2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83FC81A1-91E6-EF93-E82D-1ABFE5A29F55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F0925742-6851-DCDD-B80C-4B45CC0DFF44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FD038725-AAAD-1337-FAF1-2942F54CD36E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AD4B5C62-BB62-72A1-2DBD-AE8DE3635302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94DAAD35-0F2B-660C-8A39-62A941A6184B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68A32C12-095D-25B9-FFF8-0C804041F007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41A82859-3088-9C48-0FFE-3C6D15C4E5A8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7F2E1F18-025F-9FF4-A840-1AEA2F18AB74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73290866-E74F-4402-800F-8C53D67D77BC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88FB66D0-9BC6-8058-3688-EDB1B1E25CD3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A339879D-AA2C-4F90-3F8E-F069B65C687B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0C114999-4923-A009-5B8D-93F2DA3868D1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721B2BB9-341A-9872-1A87-CFB9B61138EA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D2362498-28E6-F945-C20F-8BB11A603534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AFE8A329-A69B-F8D8-67F6-369EFD013C05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7AD8F703-3057-F52C-0BA6-846327FCB6AC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0ABD2A7D-6A49-7BA0-B8E7-8F19BFCE63A1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63713094-4A78-F0B0-63AC-F30ACBEDEAE1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CD51B88C-78D7-2DA9-540C-B8A7798AAF0F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E313E9F7-BBEA-E6A1-7AE9-5560F64D692B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0FE21CE0-5849-F00F-AAB5-D11B4B53F856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7F596849-0F20-615C-C224-F20584AFAC6E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D4A3F55D-2127-C343-0569-48DC061A6FF4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5C8122F1-6B14-CB19-E7FE-E9A5C0F45D3D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8E26F9A4-6667-B9D1-C07A-1590381B5D8C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50137807-D5D7-3471-1C0B-7F0225A3082D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3CE7FC1C-1525-406F-DD81-AE0ECDB1391D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C7746838-54B5-8A18-F1E1-E1C37C1AFFC8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289D94ED-459E-71BA-BE9D-4655F57CE936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51DC1775-F2F9-8496-6EE4-41C9ABF1C6B8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0D7A3AB0-BB8F-CA36-7D89-3436FEC00BF1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7ADB7760-957C-C286-AB26-9B99DC998925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396ED0EF-0D45-0AFC-6559-7CD071AC8018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94757253-E0F5-AE0B-7AEA-9B9763C0DFC7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537A6C7D-7097-9125-DBE6-C47F58E58267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2D8F453E-A183-EB94-31ED-326AA13488F0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4A9D8F18-DF8E-3FC3-E82C-4CEB11AB4094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2794A63F-894D-CC41-7C72-91185294AE02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F8F8DED4-F4BA-20E8-DF12-C7A612FF0EEF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30AB47AE-1CA6-21B7-7038-E8C94EE921A8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401A80DA-3521-0819-7AC5-802BF8F8BD3A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AD5AEFD3-2EE6-5D17-4454-447C72E6EF60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FFF938E1-45E0-A038-1CCD-540A7D0ED09C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8F9B5C2F-E492-48E8-F2C3-65E8D228EC6C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AE61C8F0-A2B0-E9CB-DCF4-7A03EEE94B71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ED75926C-992D-454A-4FFE-17D3812BC779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E384AA69-624F-05A3-1512-1CB7609CF17C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6EB37864-6FFA-D145-CDD5-3209AD0D6D63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DB7B8329-8C6B-AA3E-5DB6-5010966EEACF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5DCC1D26-D038-4577-82C5-BF86F2B0B7D9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D2EFB170-4C47-18B8-8D78-2B6A38DE281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9C3D17C9-B734-B3D7-98B8-27B7E8B4D54C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3F4BB9D0-54F5-15B7-D7F2-656D5486D11A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25C9265C-B3FC-91B3-E6D7-B653433A91EB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91B68FAE-8FA9-A88E-F106-71F45708BB52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4C7CC387-1D40-F43D-2C65-0C993BD80590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4CB3B164-6E53-60D6-C913-2D13CB5B7613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0AB899E4-C8ED-1977-1332-AB39069C37A4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6062C863-2F50-3768-19A4-6551756929C7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079661AF-088A-8EEE-E768-2F33E094F531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6A977199-C93C-EB0A-4DFA-402EB9DB1016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37DB6211-CB22-1A89-69C9-A47ADDB0ABDF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80F8B9B8-2252-5AD1-4ABD-131DC0184637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C7465ACE-2D67-02D6-077D-DF61B6865DBE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A0CF679A-7CE5-B97F-79B6-6FAA6DE18489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3E4C022D-5BBE-4627-9D73-BC73EFBB0904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403F51F7-963A-97FF-3E1F-F637F7893965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DA91C9D0-8F4D-5CE5-4106-63BCEE1EF799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87FC15B1-F54F-C4DE-6A38-2F70C22D1AC1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971EE79C-8175-43E3-2C7B-41A1271F42C1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6BAD676E-0E0D-0F88-3005-E99F83852A63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31B08BC-E7BF-EFE3-7761-DC8E0DFFE9A8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DD0F3618-CBFF-2FAF-4D05-F962956A927B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95F1474F-5E0B-7E35-F50C-838344546212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182639B0-A614-F11F-9FA3-BFB8CCA49490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D2944E20-35A0-D28D-3920-E56D8EE3C88C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0F58ED6B-CCE3-EE15-7B09-83C5A0F2BB51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D3301ED9-BA10-ACAB-02C0-672E0FB2E3E6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853AFD80-A93D-7C39-C1BD-D169CCBF5587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0C00830-2B92-03E7-5BFA-F7DF57D745AC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39F5D2B1-7210-CDF4-330D-2E7DEAD429CC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D3D85BED-E7AC-7546-8A9E-C272BD2EEE64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1F7E3BB1-C1E8-99DC-FC87-9B488AB9B6E3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EB6199AB-FD2F-1E51-6D60-80ECE5350AFE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E24152C2-E091-5F34-6F2F-0AD9D4189F7C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6FE8953A-AF5B-878D-B674-160284DBD011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01DDA086-6616-C55F-AC92-0C804CFE05B2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14FEF64-A873-688F-F233-0C8F02167781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F5474A7E-76A4-2669-A01E-301A974C76A0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A56618D1-95D3-D48D-A943-1B2DDBB7D9FC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C97CF2D1-4EED-69B0-9C1C-CE079FB3E614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9F977732-E89B-779C-2A12-922C52734A56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C485221F-ABFA-202C-9E46-5FD8E8560962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37B354E9-08DB-4F1F-0404-A2340F7ECAD4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52E04E75-659D-2748-E33E-EEC27502C478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E2B3ECE7-F97F-1CDE-4FD0-ED5C58DAA990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E66AAEC3-4BF5-3592-EDD3-26CCD9D177BD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78138494-5EC5-9F79-13C7-C122A86261FE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580FFD4A-5B78-8B84-8A36-360391FC7DE2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0BF3CE7D-3D4F-FFA0-0C7A-AB7E38E28CB0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7EE37254-E8CE-B371-1614-F29ECE7DC886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7CFD3F72-4B7C-1216-1008-8D341F98BA51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6D704C2C-92E2-96F8-9255-96EC63626D9A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A81DA494-C3C0-DD93-D0EF-477CAC7C01C1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15E0D52B-212E-7E2E-03B9-F0F6DA040EBA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8DBDE143-7A5B-9D85-5548-78989A8C7269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8F3DD2B0-2F93-E1F8-BEB3-0F4CB2089635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E80B1C1E-E6F2-1F8E-5FD5-21C0DD16FC25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9A8F5323-B83D-0C4F-1CDA-CA613600BA2A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13CF95D7-15D3-136D-EEF7-79FE035D49EA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7F9778BA-277B-B400-E18E-553235A3299A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6A51FB1-0615-7D04-1D88-277DF5189B53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5A4197CF-507C-E84F-1250-59F403895654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6" name="Parallelogram 295">
              <a:extLst>
                <a:ext uri="{FF2B5EF4-FFF2-40B4-BE49-F238E27FC236}">
                  <a16:creationId xmlns:a16="http://schemas.microsoft.com/office/drawing/2014/main" id="{239DF7D4-E74C-8D3E-73D4-E2574041F754}"/>
                </a:ext>
              </a:extLst>
            </p:cNvPr>
            <p:cNvSpPr/>
            <p:nvPr/>
          </p:nvSpPr>
          <p:spPr>
            <a:xfrm rot="19763664">
              <a:off x="6560209" y="3181936"/>
              <a:ext cx="1735794" cy="1640670"/>
            </a:xfrm>
            <a:prstGeom prst="parallelogram">
              <a:avLst>
                <a:gd name="adj" fmla="val 36375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817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447-AFC5-6ECC-7A6D-1CBFEDB5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BD7AE8C1-9C07-BCEA-A780-2F34F46637B5}"/>
              </a:ext>
            </a:extLst>
          </p:cNvPr>
          <p:cNvSpPr txBox="1"/>
          <p:nvPr/>
        </p:nvSpPr>
        <p:spPr>
          <a:xfrm>
            <a:off x="2860158" y="5603358"/>
            <a:ext cx="17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AJT_g</a:t>
            </a:r>
            <a:r>
              <a:rPr lang="en-US" dirty="0"/>
              <a:t>, </a:t>
            </a:r>
            <a:r>
              <a:rPr lang="en-US" dirty="0" err="1"/>
              <a:t>CD_a</a:t>
            </a:r>
            <a:r>
              <a:rPr lang="en-US" dirty="0"/>
              <a:t> 1/2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97F6B71D-12F3-0088-7B74-A0249BF722AF}"/>
              </a:ext>
            </a:extLst>
          </p:cNvPr>
          <p:cNvSpPr txBox="1"/>
          <p:nvPr/>
        </p:nvSpPr>
        <p:spPr>
          <a:xfrm>
            <a:off x="7829151" y="5603358"/>
            <a:ext cx="111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AJT_h</a:t>
            </a:r>
            <a:r>
              <a:rPr lang="en-US" dirty="0"/>
              <a:t> 3/5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A00B396-F08D-7A30-ED2F-71840584CA48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9199D0E-147E-A7A8-8FD9-5F75B77A7D4E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15095C81-7750-3AA3-0808-1298EC62F586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80D092E4-A6E9-FC7D-7EC0-DE10906E0957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6D964376-304C-ED46-4F6E-766B6B2C2AFD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213D41D7-2518-8B4A-AEB0-26D309AE86F4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AC6FC0F2-0F1A-8272-9E40-9A471F578D3C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6E2B9E09-E70E-BB7D-23A9-6BD2CD586744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1F0F6E00-1EEA-9D08-96D7-86368ED49261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958141AA-A9DE-6D8A-7411-9195407A2DB5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7BE25840-5ECD-E6DD-E3FF-6B9EFC762FBE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09B25D24-BFAE-68DF-1A63-404004FF6BCF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30FB65ED-30CB-3072-048F-F15D403794B5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411DA35A-A1EB-67CC-CA4C-251478206443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8E3700AA-3FBB-6F2D-F402-5D9EA88B637C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8C851A86-DF77-3D5C-1EEE-5442584E38C4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D9775147-74B6-A439-BCD5-BF00AFF8FEAC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BB8852A5-D9D1-0B1F-F4BA-1B2BC119F850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1DB59E40-15D9-197F-CE34-5A4A58415792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BA9D4B38-BFFC-C188-FB68-1A2A8FB5D08A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3CAAB52A-9C2D-D41B-CD69-5FD032140897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FD09857B-FD4F-70CB-7490-EC91C8B37CF6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EB3A114E-2929-7A9E-B05F-0B918EFE8F4F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70EA516A-711D-57BD-434A-BC11399B0702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AB80A693-154D-E4AE-B74A-54638EE30235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CAF1FC5A-14EF-2ABE-3CB2-C37DCCDE9A18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57057040-7EFB-30C1-6FC3-9E26D9DA2324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0F0C246B-AEDC-9C0B-D6B4-834E9BFFC2BA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5FD39D64-2C5F-8AB3-3FDA-E576A5FB8F49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6E08FE6A-8F9D-7503-870C-006A566E5D78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79C0A1BF-7701-C032-50AF-DB60E017D3E2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155AC4B4-7331-9C92-FABD-CF912367983A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82463CBA-84D0-F679-C391-636D6803615C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9A0DAAE3-A6AF-8693-8685-87060F6926FF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9282D45A-E550-FF9A-65F4-6338BE56F0D8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55AF0D1D-BA2F-9E16-839B-562DB5DC700A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D0E235E5-E5BB-883A-FED4-8B9181639811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E9F664DA-D875-CF04-6468-1708CC4836A0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90B0BD23-2802-75C9-CA7C-355D451A5395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93B79FF7-4F7F-BCFF-F2E3-BDB53146D322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27919433-AAF4-1080-81A6-903DB771FD0F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DC9908D9-3A37-ABD8-47AA-81EDA43535C2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B45834FC-303C-5713-031B-C59FC7D8EEBA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9C4399F6-7A7A-4F9C-00AE-C09F69EEA8C4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CFE17849-AC12-F310-8F9E-E8E4585C171D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60F2AB33-86B5-4DAC-F3B7-4DDC7C43A52E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8A64DDEB-72DA-0C36-5746-50573258C279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8F209E82-AEA8-335E-A8B0-294A8C794292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26B2B354-48AD-592B-4D99-78138E795EDB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45054271-9CF7-D1B8-9CE2-3EB1DEF1C1A2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BB33809A-96C5-38CB-44A1-7CA060FAA95D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A796CC5A-981D-8C26-BA69-08F774BD3B76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4B56ED72-4165-95BA-2464-DC96EAC6B827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3ACA07FD-5BE5-4C46-53F9-E5E8EC30714C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8965DC26-798E-83D0-8FA9-57E298D9837E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A985A103-530F-FB2D-0C24-2CA68EC07BFD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080B5260-7AF5-A99C-FFCB-7F46D524F314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1B11943F-75D3-5F39-B21E-338CBD6596B4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A47B4577-C8AF-83FC-D0BC-183D97B753D4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97C65B7D-C24F-CF02-AF22-BC430826032E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53A6442D-34F7-5C0A-D85C-5F5E1F1BF961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2C8A83D9-3E31-2DBA-9CDE-0B437ED6A6BD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8438F5DB-819A-B066-6325-41B4B04E1399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2884C57B-538A-51AA-E5BD-BC7A27EAC4B3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FB5F730C-5330-AA1B-264D-5E2B66319966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0F3F03A0-E66D-CE40-5DF1-E497AF96BA20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66740052-8EE7-2D27-19EB-91472D1AEE80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6E954007-394F-FFFB-3836-1A912B942653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0028227B-71F1-7F1F-D732-70828CF6F95B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920AC3D8-494B-050E-B98A-4DE3AA8056B9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389960C8-C351-4AC3-E8BE-07099EF1E1C9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44D96677-5B83-E79F-2916-0EDC52C8DAC1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0E72F1DE-7962-EB55-2A31-45D1008559AE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31739FC9-20C9-1447-9EA4-61C0421C41A9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1EF4356D-288F-70E4-D4DA-5B7DF8BDA09B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7247C2AF-2030-49B4-3874-7F15F924910F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0C51F7CD-D8C2-7823-85C5-B11A14198420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B6DFC21D-E9FF-8C9D-68F8-F4C9951CE9AB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DCA0DB56-0540-28CD-ABC4-AE7727CC209A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C287B6E5-2559-9F31-0555-DB8EA00AFDC2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94FFB050-2DAB-3AD3-C50C-2AF19C0DB1D3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2F6515A7-2872-93D6-5218-626389E64CD6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A28F98D0-C17D-3EF8-1763-90C480E19375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665602CE-B2D3-78C8-5FB2-3E61D10BCBF2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99F98111-499A-2DF6-673E-C02ACD4CFFB6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A84ABD22-3D65-53FE-39D6-A7A1CDA8E77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2E344752-CFE7-7456-3D73-46CCE9213F1B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7EB798E6-9E7B-AF28-4F80-4EBDA2F09E93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A673B0DD-D505-F1B8-98FD-B93524447695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6771554A-D573-2487-302C-F59443A8AB61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141E4747-EED9-6D0F-7F41-8331702860F0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1CE1E895-82BC-F9CF-B92D-EE5ACA455C9A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9A826453-D310-6367-AF26-040AB1A17BA8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15982D78-2BF0-D1F3-5244-C5420F4DE1E9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77A1FB57-941B-7899-8654-91E7B58CFFE4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BE2BC8F3-6D98-CD04-9D9F-03B3644B8B3C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AAFDC8A9-95F5-3976-678E-38225619494C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7DDCC7FB-3483-6C89-949E-52560B301440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2CE01D9D-E6F7-14EE-71C2-D3C9D467EE65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6F31E648-C5DB-B15C-36BA-C60E2267B4FF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CDCAF0FC-578F-65DA-1BBA-9FBBD3A8002A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46C69428-E160-7718-0727-AAF0E813EB57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0510D7AA-D7A3-A05C-338F-726045289B11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59694838-1C8F-7CC7-97BD-006C157833A9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B5F1AD26-C91E-4E9D-A3BC-0906643AF544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E787904C-3403-CA2B-0C68-B1A40B14C798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8544CF51-9505-9E00-B3DE-FF51F3D48F61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FD794BD9-F68D-3D50-6A35-4134A2EA8C08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A5C818E3-227F-4E94-A6FC-01BB5EAF03B1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3AC9C255-362A-31DB-6BFD-FC0D37CBD703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B5B0445A-A5F7-FF30-D98C-AF00AA6AC196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CCAC85BE-CA9D-8414-85BB-958E34DF93A8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5048217E-2186-09F2-FF47-A45C48AAC44B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53B2255E-3CDB-3C62-4550-5408D69BCFC6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D326471C-798C-A500-AC1A-9D525AFDA756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8460B09D-4FC1-C6AD-0329-5249B834A8AC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5AF2957F-9AE1-C82E-8926-A93C4CD56D2E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6C5ACEE0-33DA-43D9-1B32-4880AAF5765A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CE0D8149-4D0C-FAB0-7AC8-0ADD91AC4E96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FC109488-015F-4902-CC13-E275D3814E2B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64370DA2-E5CD-36C8-BC15-2B5D3A370EE1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3AD21E1-53FF-59D3-DD2C-8A9EEC2B683F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D2A2A32D-D98A-1A30-CD21-E6D2C6429BE0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328B9B1-D742-9F00-60A1-5CC535A3D9C7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29C261C1-2118-A4CC-8593-EA4CF706701E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4DB3A8B2-3629-5844-59CD-286A996ACA28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680F56F0-B69A-CA47-1F44-DFAB836A35FE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97F9EFDA-1305-5E5F-DB15-9722143CE830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78B88C1D-2612-C5AF-0C2A-B70586C0CE3A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6742CCF8-06DE-B3B6-48D9-43F0EF588520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C23F1633-CADF-7DFE-3679-305582E7B338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DDCDEDAE-5B63-E0B6-D06B-849CDFC55671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338E7BCC-D388-0A0B-9E88-B41DA616B7C8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8987C8CB-391E-E983-F60E-86CC31945960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C308E2BA-3455-DA5F-F946-0E80730803A9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4B707BCE-D8FB-1790-6B32-38C6A396E249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7E59D7D7-5383-4C36-169F-783977DF1416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D00CCAB5-7D34-AFC9-62D5-0E2DCE20D723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C9910CB6-E1C0-6615-D860-45FDCC7EC769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75F30E5D-01D7-7298-4854-23C677BD30E2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A9F0BDC8-1269-9F4B-2C73-FD2A8CEC65A0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73862D28-60E7-9195-2D1C-44FE2F0B1A25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0DF374B-7972-C850-1175-096A70A7AE37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BD1F3327-B3D8-3069-C6D1-45400442D581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DF2AB8A7-3DA3-D281-9AD3-234D4AFA4750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1BB6EAE-1D47-133F-FBE0-FA8C52CE0778}"/>
                </a:ext>
              </a:extLst>
            </p:cNvPr>
            <p:cNvSpPr/>
            <p:nvPr/>
          </p:nvSpPr>
          <p:spPr>
            <a:xfrm rot="18003613">
              <a:off x="6432864" y="2862100"/>
              <a:ext cx="3299312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CF540FD-1116-3A41-C271-144CCD3D1B4B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3A28BFF-BAD6-CAE3-9C0B-AF65A804E85F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  <a:solidFill>
              <a:srgbClr val="E6B921"/>
            </a:solidFill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5C96C8B4-F9BD-E240-B553-8E309E0FE55F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E6785F24-9715-5A6F-C313-4F20F8AC0C7E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CC20CF12-F2A3-980D-AD34-EF08475E0880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4FE32DF2-075E-9A09-38E6-7B3F952C0215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F4599070-3931-FC8D-E698-CB88BEA60501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4161ACB4-FA05-D07F-EA9D-B338AB3C0C6E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596ECC6C-25B7-CF13-1190-CC45F19FC606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D3CFFFE1-8B10-001C-7C4C-DC72331D52C1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30CAC6E0-1CB8-B6C7-27C7-D676F8041CDC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15A63B8F-8A82-381F-6A05-06D96CA87D86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5A56074E-9674-5E84-B17E-30076FFFBF7C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C2203299-4403-26B7-D4E4-606845CCD210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B183C362-88CC-3694-59B0-4FD4177836D5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D6D0B5C2-0370-DEBA-36C2-E60D1D90A766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6266DBAE-7370-1745-CEF0-D2DE5DDB4F0A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7FD39AFC-D641-C59A-8BBA-BD5AFCF1DBDB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658CD6E5-0F10-EA4A-CEFE-4A2EFDC9F032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35A56241-1E96-C22D-AE90-56B155469AD5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3EE30B71-295A-8ABA-0148-517B3C270F61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FE75DA23-A95C-C35D-C9CE-07B5FFE2D7B1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33BAAB7A-8F03-4400-4B23-658695000BD0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16DCCAE8-617C-1FA8-CE86-EBE4D9D696ED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B8C53661-DEBB-7EE8-3565-1398AB4B30E9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4BED8CEB-1AC0-E93E-0093-87E57D65F3D1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72CE9129-8266-2D20-AEBB-6AB4877A55CD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E065C1BB-CE37-ADBC-7164-E8E42F33CA27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19AA6328-962D-4F71-6A96-649B0E1D0562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15897BEE-802B-5064-679A-E24BD741C7E7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7A7308CE-10D4-DFEB-1189-FD1816AD6C1A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F09FB2C3-1D58-58F2-9938-A6EEC6305F89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C54C854F-D541-9BCE-8E37-2804C363AE65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289B03EA-110C-E0D8-D633-529F897F6C17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F37BD368-4940-9187-F4B3-3654382C29C1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5D53F16A-9CD2-0C3D-6CE0-AF264F40121F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221BDD7A-F08D-2470-FC10-F38384E8019C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71B6BC13-C8B9-914F-FFE8-6C948978AA5A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A0578C26-46E6-D982-C832-0502F043BC84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BB1D42A2-AFE9-319B-F53B-17172718EDC1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D42E7A18-3C79-6CC0-88B5-17536D698A2B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D0FD9C2B-6A3E-47C1-3FB8-95FC63DDDF98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5090F637-2987-8752-2879-D4E9FF5867D9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94F5A1E6-D689-34FF-D6EA-E22E1BE93D78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56CDDA72-EBB7-63C3-CE6F-409C6FF9F247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9939BB97-6703-B23E-3B2E-74CF5E8FD85C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A74987D9-1050-CB5C-0992-61A66A7A09E5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4C2B70B7-2C07-BC84-07DE-474E8F6EF5E9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02E883EB-23DC-F46F-CEEA-1307EB88DC36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20C3C9BA-8A38-3763-24B3-5E7C361831A2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A48852C8-28D2-0E78-0D29-6DE257B1CC2F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D6A87F5F-EB9B-9D87-7F65-14B1622A9AE6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BA4C463E-EC5D-8BD8-93F4-B7A722878AAA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A8092A00-3F48-9DFE-56B4-1F9D3D46F0B6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4FE77B76-CE46-4C65-867D-34441BA38BD4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33C588A0-EBC1-CB5C-6782-11AFC1EF1DEB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77A1484D-739D-A442-5573-2C74478D02A5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DECA31F4-D0D5-2789-CB38-B9404C1274F2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5918BF18-CAED-4963-C2EF-E4D38032A23D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FBDEBD11-FA08-DB01-C40A-A4FDEDBE0159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5AB4CDE9-08BC-D229-7EF7-59BC8695E764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A4570725-8C65-00F7-7E72-EAAB52ABF580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8D97BF11-2E62-434D-76A2-908EC08EF038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5D3827A0-1C9B-6C94-A69D-1CA2A87AC6BF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6577C11F-0154-049F-325A-6D925E4D5CA5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C8A0069C-952A-245F-74A9-5D9677464170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5D1E99B7-B288-4820-A4E8-FA17E46732D8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2F48073A-05F9-5412-83E5-C1D92E079846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8E1FA812-8A90-4C73-CEF4-5D9A4E4F72F9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1B444DB6-CC04-E400-E36B-137295981AD8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B4E04B8B-F66F-8F44-FB54-0D3991D75D44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CC2321AC-E130-5463-54D0-C621E0A00F50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DA11FC8D-1B4A-A2DF-53C6-4DFF54FA6057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87E3224E-B9F8-3402-DB1F-5003073C762B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812D9829-9528-16AE-BF33-3D91F9D754EF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E95531E7-AFC3-CB51-CB13-76E8D7441D67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6B1E4681-AFCF-1C0A-1C1F-C82870B9FCF8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C7068E59-11B3-3997-FB46-00410467417B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4DFEEA3F-9491-C0BF-7730-40520F493D8D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AE21972E-A3FA-AB07-D8AB-EC6C2DCE1238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BCCCA6A0-D179-5832-BC3B-8AA239ED7CA6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489B4133-0541-4DA3-1262-61D0934AAE73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68950A86-E373-7C72-BA5A-A474D7CF132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4E1DF537-7922-AA21-6393-9D1592D9E40A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25BFD545-C3F3-8DA3-CD37-5FA851819ED6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7E2E33CF-0E8F-92F4-9DED-F8286CA3F9CF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9192EA88-365A-6F37-B825-AF1F7B37C695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37D2968E-5D39-658E-EC17-91CB859E51C9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C6F14135-187A-C884-1DD4-6D1879EB8976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3E8AFD8E-86DA-9EB7-6667-B080EE1B8572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3CD63DBF-3A06-2FB8-DF13-F822661CE115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27723A8E-C51F-2F6D-8F74-39DE9A4BDAD1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6BC952F1-757F-5B4F-DAAC-E1DD2B939F99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21BD390D-553E-737A-28A3-575D1CA13849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99AC4380-58FE-2364-5EF2-5F40870CFCB1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9D60D717-0682-178E-953C-985226E22D40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0588C995-1DCC-475B-B31E-6E8CB3B5E298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78E3E8E5-3881-7F33-8B52-D224FFE9D476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B7649ED1-1615-FEF2-3D88-890D90D39B29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1EA748E4-76F8-D86B-DBD1-7BB5B45F1178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678C1BA3-2415-D788-C731-4E71463B4690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0F4CB33E-8303-131D-D947-F04295F3C321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45DFE434-8BB0-FEC5-1AB4-6ADA18F63973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DF33E81-B2BE-37A4-25FE-4C6E8A37314C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6DF8129-AAFE-8FE6-AD9B-A8C79D926A19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6DEB627A-DEFC-0FA7-7BEA-02AD8DC3E145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EF093DB7-EEF9-B1F4-A536-9E7BCD647222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B572F03-6A50-EC69-9E39-F187290C34F6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91BD7AA9-D9EB-0AEF-1368-4B4CD06F6F3E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E07DCBE-A4AC-4971-F6B7-CBE058839209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9ACFF18B-2F50-0171-309B-F2899AF1A5E3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EA33B5B-C738-FC56-DAA3-598B9CBCB2F5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3A031E2-2F21-C7FE-2A06-EF68B513FAED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812B2693-0CF1-325E-D7AD-B44D740ED376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8CFAF77-58C2-7283-4F63-D901D4892BD6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08792469-2EBD-C4B2-5CAE-ABF0EF04B247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EDD73FE2-A597-9959-FB16-1BD75E640819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95A4D54F-BE1C-2939-1DE1-2499735E8900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630AA7F-47D0-DA8D-CB85-E73CD245F3CF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AB198F0A-5F7B-38C0-6EE5-9AFB966F50C5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FA40A6B3-BA32-6BD8-AFB2-40E9AF5B8505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D3B1EB8-77AD-57AB-0C36-D13209ECD464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1147F2EB-A7DB-3464-C7B5-CEC580090070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B9B6D583-3182-564D-4B9C-75203AD055BB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7ADE0C86-BE02-555D-6B60-2E80437FD6D9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E439FE5F-9899-42FF-F692-B6AA0FD5050E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9A0969F-E508-29F9-B900-AD706C3C4E58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FBDE55A-5F9C-484D-F72A-4D2C7A871DAB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3C65A083-0795-4F2F-4EB0-AD4B036E2E22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65388EA-DD7E-E9DF-F575-2641002A3068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AA56626-502B-27EE-DBEA-27752CDD3594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C11ACF0-94E2-814A-1AB7-EAEEC8AE9C2B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1671D7E9-320A-0F9E-7A89-A50810CA40B9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B646F6E0-3EEE-A382-1B18-6F630EE49783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E0500748-D2A0-2801-28B8-1124667BD628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DC8DBB00-7D78-E849-4A15-DA26CC752D21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DA315D9D-3E1F-E1D9-19BE-34AD2B9EEEA7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22794C8-0B22-74F1-D3E4-BF3ED569609A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9CB50E0-48D6-D631-F6CA-39D368E3355A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720B083-79BC-FE0C-B465-E1D8E22A0D95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C63B82AC-0AF3-BDA5-90ED-F12116FEDA93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B39B7849-FEC4-BA08-4F80-10AEFB0D6EEA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2A419B7-4A39-7310-DA20-3CBC4A01401A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96FA5845-5687-2986-5446-6294B7E31863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5182A23-ACC2-CDDA-F560-33A38159D997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675752C-823E-FBAB-3D5F-50C25BA725FC}"/>
                </a:ext>
              </a:extLst>
            </p:cNvPr>
            <p:cNvSpPr/>
            <p:nvPr/>
          </p:nvSpPr>
          <p:spPr>
            <a:xfrm rot="18003613">
              <a:off x="1959377" y="3720082"/>
              <a:ext cx="1316682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417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C7D9-1586-EF56-AB02-F6AF82EE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FD647778-FF55-EA33-7BA9-C690E96A9DCB}"/>
              </a:ext>
            </a:extLst>
          </p:cNvPr>
          <p:cNvSpPr txBox="1"/>
          <p:nvPr/>
        </p:nvSpPr>
        <p:spPr>
          <a:xfrm>
            <a:off x="2860158" y="5603358"/>
            <a:ext cx="1045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AJT_i</a:t>
            </a:r>
            <a:r>
              <a:rPr lang="en-US" dirty="0"/>
              <a:t> 5/8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7C608A0-5D2C-6219-82E8-788C6A7DF6DE}"/>
              </a:ext>
            </a:extLst>
          </p:cNvPr>
          <p:cNvSpPr txBox="1"/>
          <p:nvPr/>
        </p:nvSpPr>
        <p:spPr>
          <a:xfrm>
            <a:off x="7829151" y="5603358"/>
            <a:ext cx="110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AJT_k</a:t>
            </a:r>
            <a:r>
              <a:rPr lang="en-US" dirty="0"/>
              <a:t> 2/3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C3B616A-5BF8-9781-A0D8-01EEF9375E92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0B5CBA8-B32D-85ED-CFEA-D41D7EE04D74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D0105321-8135-04F9-3483-6026D386FABD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70E87F33-BA52-F0BB-A623-179A16290348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1DD977FD-88D4-98A0-5676-E6EB79BCA755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8717D4B8-C805-4BA0-3E4B-66E3381564A0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0DFCF79A-43A3-E539-E8B3-ACD283192100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EDC422DC-2563-AF11-4E4D-9E5805FE21BE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70EC285E-EDEE-5AD6-B59F-82824CD7AD7A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9A79423F-8C69-D71B-F553-0EC11F214032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AFC43774-9CEC-AFA4-5461-3CF035ED457D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7555F7DD-DFB7-3AAD-9ECF-6713C9AA98EB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937CA23B-F29B-C214-633A-0693A1F4DF17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2309B237-518B-05B5-2F28-38F3584854F4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A2534D39-4B49-00A5-827D-9822AF884941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DCE383F6-5914-4C2E-F1D8-F2866E84D7CB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00E22654-2DF5-9863-BF99-F601F034EA30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9C50D619-7008-553E-B4C8-B2775AA40148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8270E1FC-3D96-69FF-F556-8D6EB378BD43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6631B04B-7562-BC0B-E5AC-EA5848ECC13C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24007854-9744-C2DC-6D64-379C9902E53D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5C5C4F62-F539-D232-FD56-B3A9DC12A017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1681540A-91C6-3409-0DA9-84FCF78DF176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83424332-F873-B141-331D-CEA10FAD5D19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92CDC902-EDFE-E1D1-2F5D-A5722B95EFA1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CC9E4D59-D269-4699-4970-05EAB5DFBD69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36769622-9F50-AAD2-E816-62F41075267C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B3EDF74B-D67E-4BDD-6B9B-6038C3465101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EA5FD2BD-76D8-525A-3FA2-0BBF0422EBE3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3E831855-7C20-8E48-212D-275B05AC9D01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3FEB4323-C9D9-7F1C-0BBF-A490683E1D9E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080D2721-EB31-7104-DB39-9720F99FC7D5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E282EF82-9654-2CD4-FA1B-F891D0D1CC91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4C872838-89BF-CFBB-AC70-80C4B7194938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90C69DBC-473A-2626-41DB-85B545171C18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C83B6448-5EBD-E461-9641-E824F87B0F19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8AEBC406-5AD2-D29B-1830-4EBBAA02F648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84D21C05-35D2-DF6E-13C8-DDA773266778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7415007C-E64F-3F29-E3EA-F35EC9A8DAA0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A277E0F5-893E-0203-3DC1-45E2023A5E2E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25CF972E-7B1F-3225-6882-E8C8A477D739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62E165E0-7BF0-AB51-5046-2B6EDCF70E2B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7E4866FA-AF32-90BB-1CF4-7ECD4C1706EC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DF540D70-2800-873F-740F-000FCCCD8188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DC73AF16-88E3-D920-1CA8-7D15809B3D49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DA361443-A409-E14E-1CA8-394DD2277C72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1D36DABF-51A1-FC7D-AC75-82FDE63899CE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1689B295-A81E-E9D8-3AD7-0350EE35B077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D34A0500-56F7-A0C0-1822-022B8E1530DF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F580CE7D-99AC-7C57-BB83-83C159553695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D68D58C5-D0BC-2001-E1D2-1538E84E6C8E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8C30E806-86BD-4F93-4F93-886C35B3C34D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AA7EBA73-ED19-B96F-ED08-2A26D1CB1362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E47ADC20-16B9-2B8E-CC95-F4E9E53D9039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D2344AC1-FEF6-D0D6-B54F-C2E3AFC3CEA4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8ACC7347-8B6F-427A-C130-3A5A5913F702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36EB0CDF-507B-08E7-936D-FB445B4000F0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3B083870-2915-551F-BFC9-5F7B40306973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17AC5D0C-3832-7108-D1E9-B97562774CD0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3F6D7804-6020-0613-3C8D-8E924DCDB0BB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A9A89363-6431-F2DD-80B1-9CBDDAE9540E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EBDC5F77-422E-A1D2-4948-76348CA462E3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54E38FF3-FD92-5979-5BCC-EB104A597A4C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DB0037EE-24F9-2A93-82AE-1F447E8493F7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EEE9A7B8-5F58-F835-7283-647D2D0D9E06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CEFBFBB5-53B9-EA7D-1103-AAF4A940B3BF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D0651396-869A-98DD-0CED-08B518F7AA39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27E07BD5-96E1-88AB-35BA-6B1528C43513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BF30ACFA-6B95-9EEE-7224-566621D3E94A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EA73AA7D-EDB4-4145-565F-A33694E623B0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C5732261-F851-B73E-0E0B-DA7497CB8232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A606E1FF-FBB5-674E-F28A-C2B34C319543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CC398B44-F9B7-5939-510B-04F334E89A6E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2829E247-5D26-9853-BE3E-EB5D9E5681BE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024E565E-7567-5019-8F7D-D150E09F15EB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9AC86CAF-8A42-EA3F-AE78-24C5DBC2FADC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03FAF839-7E64-31C3-37FC-D924F26976AE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8DFA6770-A0FD-9081-4277-9EDE0EFCBF56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EE74DB2F-5AF1-DEB9-4AA6-E850B1F52723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FCB5DFDB-C9A1-B9C3-6E37-8D40C59B547D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E437E0C1-885C-A6E7-5F06-D4DF96A1D74A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4BFA1605-0CC9-4D79-424D-C86EE1680187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C74369D5-8A37-723F-C4C9-6D953FEC0E52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037BEDC9-4965-9B46-9553-9BD32A4AAE67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A7E989AF-A94E-532C-9E5E-38951F9C3E3C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AD3FFBAF-F55F-B78E-61B0-31124175762E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8E42B0DC-3661-4D5B-DAEE-5B4F8330C8B0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D89B67B7-1015-BEFD-802F-2940360051F5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97FB58A1-1DBE-8A55-DB78-704F07B58521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070C1380-AE00-4A07-A8A2-0715F5EFE15D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F9F14B64-2478-88C4-C28C-91CD047A5FB0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AC80425C-F5B4-05FA-4B2B-102EAAD4F2D9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907E7025-149B-B710-038C-F6B40D8987C5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79E515FF-9C8D-2582-ED1D-9931B52A83CF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DE727F48-AAF8-EDD6-8083-7A00A00937E9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FAE5882E-290F-CA25-56C6-732544D3A802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DE1451D8-6A51-CDE2-778C-91A1DF803E43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7F1D857B-DCFA-849F-2969-49108199DE6E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440CD979-8EBE-9960-691F-6C785A21AA56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29F594CB-FFEA-33A8-C34F-787AF760E8C0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7385B700-AABF-BA67-4706-876F9E1A0667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791722B8-AD70-7588-B360-E087753C2BBB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678D2ADD-5611-8F52-34A4-C8D301FB6007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69D43DDA-0583-CC2A-D99B-F05408999822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9E21FB04-2AA5-D28F-C1F3-8B26A365D8CE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8C2A5EA2-385A-6328-23E9-46591924EC7A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CAC7AD04-EE2A-DA05-AB17-B57E3E9FA8B6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58288E6F-BC6E-6FA6-E500-16A59AC01781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65FE28EA-CCD9-4FAC-1AA4-C2C24EB6B88A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25E3AD27-F25D-DEB1-0854-5B35429857DE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F92814E4-E6BD-4D7F-979C-098F44301AEC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991B0468-7D8E-E192-88B9-3E37F964C1C2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26D671A7-813D-2648-6E87-D5643EFC0FB9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751F200-5661-E23D-6E85-E0124D0C9C44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169D7DF3-9479-0E47-463E-4DFDE1D8C923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31944964-013D-69C2-8CCD-0F9821D17891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03376938-0894-42F9-1DFF-7448495221B9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A61E8689-E6DC-E19E-5928-04E7DED2C153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6AC8FFE-9C81-50A1-08D0-3C1B6571D371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8EC2777D-F2F4-E7C1-4B27-B25C1C038631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F86F16EE-BED2-3F28-9595-B7145E198624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D9DF787E-58A3-BB82-FF30-3021250774F5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DB242086-0E9A-D153-FC24-B6CA8F4705EF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94BF00DA-F42F-2D7F-96FC-F561AAB33AC2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2FDEB926-BF2A-EC27-288F-FC27DD17523C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8B493930-3B9B-BA46-A870-5409D5209D36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FDB217F3-1AEF-D656-55B6-F9FEF90877C3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465C6EF3-5F50-03D0-E7C5-4ACA170BEF6A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8CBCE856-1105-4202-FBC0-2961B6893C69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EB5C819E-72CD-34AC-5572-5FE240275770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AE8F5156-B7B9-2AD7-2484-02CA1EDC038A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FF85F24A-A8F4-A574-BCDD-6903B9A34426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384FEE4A-8D74-CC35-B190-406C5F09411F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6F4B1A33-F38E-76F0-2137-A56BFBA3732F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C59C67E7-24AF-7D58-226F-11799172A9A2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D51F29B9-56B3-E0BE-5E2A-6A57AFB78581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3269581A-E554-E0BB-FFF8-27DE88681404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22BCA50E-0C9F-CF5C-8921-37F44D04CF0B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96317D7F-82D7-9161-040C-1E9CD0170CFC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AEDF164E-A000-59C7-7B2C-CFB210C91DDD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2884720C-2D26-8A55-6AC2-3A0A7F210FCF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E98D0D3B-7F37-B688-B90D-22DDD088D49D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3861DBB7-8FD6-D6FB-752A-16AC15B7BF92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1B695E1A-4B57-1314-92FE-AE5B214C3A2D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B56B3C2E-CCF2-C268-DEEA-EE645361179E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22BDF3C-8F08-2D19-2A73-5702229F64CE}"/>
                </a:ext>
              </a:extLst>
            </p:cNvPr>
            <p:cNvSpPr/>
            <p:nvPr/>
          </p:nvSpPr>
          <p:spPr>
            <a:xfrm rot="18003613">
              <a:off x="6763306" y="3435138"/>
              <a:ext cx="1975134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84A4762-040E-AEF2-60B3-55A222BEC41C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63A93F1A-3FC3-D76F-C880-81E703602E94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F3053A14-FB8D-AB7C-FB2B-BC32131C5177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B40C492A-9D5F-9BB7-4C90-46A471811A95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13068F31-7AD5-1C97-85AD-0879103FBF89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4D6731DB-9B01-5EED-83F4-664296CD412F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D9E49DF0-BA21-1A23-7213-344D358D96B7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C9404CBC-F65E-9873-BE41-4359931A01BD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BA22D6AB-4CFB-843A-3731-C21B6EAA0FA2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05BA3809-05E9-E60F-6893-1BD6F9869DD4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2CE97866-42DB-2949-EF9F-F54FAFE68A7B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5CC7A74F-43A0-A82A-5A46-9DDDD442B8F4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AE6286D1-5788-A197-3259-184832F90474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2D964AC7-37EA-F3B4-9493-4A350FC760F2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4508AE2E-F5C3-CF43-A5CA-7283EF3492B2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D3989BBB-4DBB-3C49-96B2-0C7EEB9A3DF6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4FD856FF-83E1-4979-8CCB-26B8887C7AB5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F436E3E7-C128-A282-D515-1C8A485B3F69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18EF6118-A80B-B050-DF14-0CDA12B79358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62909A0A-4B59-9CDF-40B4-C530F486E612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FDC40D68-240B-8FB2-00B7-BAB4EA4E1BE7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6010A2A5-EE88-3882-45A6-A901C1496A2E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AF818D4E-E076-CB38-EBC5-90F2F7025AF0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F2A89E4F-9424-A762-72FB-2EC2D5CADC54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E284878D-E75E-094E-543C-6AF55EA78BA4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95BCCD86-82E7-1F73-37AD-D583366BABCD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E34742AE-6278-1D4A-072A-B0FBBE980FFB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C5C4B3E4-9DB6-CC66-3EC2-15904D447A2D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DE9C1824-7FD9-4162-7D37-9CF73B02A69A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FAF1D500-0347-DAD6-8095-6B8874D03A96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30414FD1-EAB8-2851-13FE-EA41BB6A9CB2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27794C14-A574-51E0-C40D-29340C60B340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D739F624-1E20-A4F7-4F21-B895D8C56A4B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F59FBDFF-59FA-17CB-7E49-C27B050F74FC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2B19B785-EFD3-20FE-0B68-89FE135DE997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11714A85-1A69-800B-53E1-EE14CCEC7702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68EE5ED5-5FD6-D264-AD22-2AB4FAC527F2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6FA20671-FA29-1E02-B174-0D99544647B0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39FC4DA9-E781-DF56-7988-25C8B318A9D4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670EEDCB-022A-CE98-4C23-E6697429E2B3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A3DE3B0D-5AB3-0548-C02A-67DD2DBF6388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0FD28F8F-884F-C869-AAF9-8D3785385F61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D3550FE2-95A3-2E42-BF18-39F4574A8D39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82B6A690-3507-963D-C13C-0AF20A3AA50E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068A227A-63CF-771E-2064-CE985E8E535E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DE198874-6A20-B800-BDAC-B79CF6E3C791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07E4F8D8-8A36-F660-2D02-C5E64B3FE788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993B46DC-71C1-88A2-698A-A0ACD6C39B44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B5E8DC61-0144-8EBE-48E1-812EA0E55CAA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7410E9B7-729F-7EC3-D3BA-931B8D995A2A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84312CA6-5A56-8F34-F55C-F09C64B6B6E3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47D12523-C832-AF1B-4D5C-3E4F0C4BC416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4ADFBB63-B4DF-9A94-99D4-33145C6580D3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7E1C1959-D871-A9C2-B09A-5C044838E8E7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8D7949AA-3306-F300-BE4B-C6B7570AD8BE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9A3424A3-93F3-1823-2666-D3D83CBA2DF8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F3158CEA-46F2-3CEE-3EEB-9B98CF8C40C4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10E18AD3-0826-9C9A-E99E-F21DD4D4D799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EC3BFABA-6A43-C21A-17F6-206B7B1FBAF7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B79A7C7D-7267-DF40-9D1D-8ECD951DBFE7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688AA41E-5BA0-A05E-13ED-366D0438886D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4DEA2FEA-48E2-F6F3-694C-5635AB768B95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5A48098C-C3B7-35B4-2BFD-4AE171F47EA5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8A634B7E-0F18-D1B9-17AF-C6A0E88AB4D2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3145FC8E-6FD5-9664-4DD1-09EEEE65493B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969C883C-CF68-3B85-3164-D65E7DB006E1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5B3FBE14-44E8-48D4-7D70-72C9D2EEBA73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8DD3A768-FB4F-7390-9E8A-90F257918D64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57E26161-E6B5-D7DF-EAB4-A56AE1A48FF8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6DBCD014-0C74-CDBD-E6F5-3D7D7D847005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6A40032A-25AD-AE55-97BA-97B6BDAF1D9E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81D8D0D5-AE70-F747-D35D-91DC4FAB1A75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18F2A5C3-0791-A4D9-BD4D-4AF064F6570E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DB7489F0-2E2E-EB26-D669-99EE2A57A0F2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BB0CDFEC-639C-C337-1AEC-CC2E81A209CB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5133881A-D8A7-A01A-A01D-BF7AC0699442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586C3D8E-B169-D3B5-2198-92DCF9B914D7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6C1AD86D-4118-14B4-F42B-F0049281B302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77A117F0-FA6F-9327-3A3D-75DF21E5095E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04EA79D2-1147-4A8C-9F28-DE25270BF553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91315E07-1C73-8EAB-D7FF-BB351A952FDA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19F501B3-8032-17E1-2F8F-A0B0D8B46A1F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039C117D-72AF-41D1-2200-AB4C9B11FE4C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12963ABF-C60E-7FE4-8DFC-3ED56C5DF5D3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020B6C66-5EAD-142F-80C2-E8B034ECD2BD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AD2DAE75-3377-186F-1BB1-416027A88C1A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A4DD25C5-3DB7-588B-0C60-A6C872DFE90B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3D1001D3-59F8-6365-C7D0-5992A50614BD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CEDC8237-8AED-9ADF-8DAB-11CD72A4043F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4E03E8DC-A504-7940-AAC5-9D1384E5F25E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AA2E2E37-9DF2-9445-CC45-2626EEEE4195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13D00588-F562-F76C-BDDC-AC21D3C495CD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1B65A9B9-2CE6-62F5-3F0A-239AE33F0758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EBB95CFC-AE3C-C5EF-B8B2-04316760DBEA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1377121C-63A5-0BCB-9EB4-D7E723F2FD92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1AA26EA6-D51F-3951-40C8-FF911DBCBA4D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B2A3B6EE-4C59-C69E-20CB-ACE21B45B199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E0373B06-FDB2-3F13-4D25-0A1FDF496D23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24D05038-F52E-30C3-3BEE-1AC06459A069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38CB0567-88DC-0E2D-F738-D1D3F88CE8DA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397B28A7-DE4E-7D3D-5DA9-471001F8DAA0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1B188E6B-6D0E-288B-1E61-56455E6E5403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7BDB8F16-F980-5CA2-BD63-942CB126B808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3478F6A8-876B-6B3C-FE46-6FED704CC1BC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C1285524-A10D-5485-067D-7F7197E87E91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38C0304-6F98-2C59-C03A-68DF1F88F6C7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BE8C997-AF76-6689-061C-98CAD9D0D976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5F2CD2A-B3D5-81A4-8E22-FA6F9E69463B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13334D1-15E1-9E9F-3A53-280753151781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910BCA91-1E7F-A102-CB28-040EA6F6C8A7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E37CC25-614F-0438-46A7-EDD839128FE2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895DC26-003A-E398-FD48-480E3C128EEE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8468E597-265C-3EAD-000E-F4C4313EB4B4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F4B2E6A-AFF0-1C7E-F4D8-05ECFAADDA18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DC345BB7-7C20-DCCE-8687-FC83482B0F3A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D5FE4CC7-4049-2503-63D8-D2553A72F29F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0965F16-E79D-E4B6-FE0C-C839739A4253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ADAA0BF-9A7A-4366-53BF-13DCC62BC0A5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E646833E-401D-4CBD-5C47-5E742DFA6DBC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41F1EFEC-01C1-CE4E-EFE2-86DE7100F001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C96E1C8B-10FD-D627-AC3A-89104FEAB8DE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A1B61CC7-FD9A-9F78-359F-5E5519466B7C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55F8B03-03C3-EBF7-018F-F368ACEB085F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E99E728C-10BB-A793-F90C-2258D73D9127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C5B0F98-DE5B-3E81-2C82-CB39530FA1C9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C3C6EA5B-0A99-855D-D1E1-C0964AE53B4F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2916C20-8BED-8FD4-47AD-611BF4E8D4A6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86009AEF-EB21-2E9E-912D-A52501B95DE1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782591C-FB87-D644-B232-5A1EB73C2F8B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1F19F963-3072-327B-91F9-333965B8ADF7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9B5598B-1045-4B57-8579-7E02BED13DB6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698F1325-1919-5427-4FFB-5990EF8AE465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898DF7A1-36EA-C94F-6DC7-3D4DF9CD446C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37B5C3F-316D-0D06-6919-A05CB38B0538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94334666-1A56-FCF6-EA47-CAC9934CACCB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D63113B9-4985-35C0-B40C-8AD7C7617EA8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AA040DA7-1F9E-C2E2-CB28-B44944B66204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F7303EF-ACA7-D468-47F9-8FDA413BEDEF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B73FA861-40AB-34F3-245D-498718BE148D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987398AF-5435-A096-3E9A-A800ACE95B65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F7FF78CE-A340-4614-9023-B57CBDB5B75B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63541C4C-813B-6B37-02A8-62F0B1647D62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DD99FD9-B9A2-C5FF-72A1-AC49C5CB89C6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475B33A0-38ED-7BDB-AB71-8A8C4B75D86D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36E08FE-DCB0-A05C-7618-304E89602B0D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4" name="Parallelogram 293">
              <a:extLst>
                <a:ext uri="{FF2B5EF4-FFF2-40B4-BE49-F238E27FC236}">
                  <a16:creationId xmlns:a16="http://schemas.microsoft.com/office/drawing/2014/main" id="{3E775F57-5A05-C68A-50E4-FDF2E0F5BA1E}"/>
                </a:ext>
              </a:extLst>
            </p:cNvPr>
            <p:cNvSpPr/>
            <p:nvPr/>
          </p:nvSpPr>
          <p:spPr>
            <a:xfrm rot="845849">
              <a:off x="1911789" y="3656925"/>
              <a:ext cx="2736333" cy="1267984"/>
            </a:xfrm>
            <a:prstGeom prst="parallelogram">
              <a:avLst>
                <a:gd name="adj" fmla="val 28453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849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8461-8F4D-10DE-D9E0-C732A0D6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DF3CB36B-2061-65E7-4F3F-341F73799384}"/>
              </a:ext>
            </a:extLst>
          </p:cNvPr>
          <p:cNvSpPr txBox="1"/>
          <p:nvPr/>
        </p:nvSpPr>
        <p:spPr>
          <a:xfrm>
            <a:off x="2860158" y="5603358"/>
            <a:ext cx="1050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AJT_l</a:t>
            </a:r>
            <a:r>
              <a:rPr lang="en-US" dirty="0"/>
              <a:t> 2/3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6AC63706-8C10-EE77-D697-8C52ADF9E0AD}"/>
              </a:ext>
            </a:extLst>
          </p:cNvPr>
          <p:cNvSpPr txBox="1"/>
          <p:nvPr/>
        </p:nvSpPr>
        <p:spPr>
          <a:xfrm>
            <a:off x="7829151" y="5603358"/>
            <a:ext cx="1187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AJT_m</a:t>
            </a:r>
            <a:r>
              <a:rPr lang="en-US" dirty="0"/>
              <a:t> 2/3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2DE5B71-C5B7-EFE7-360E-8A1F12D56BBC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027F39A-6DED-18DB-CD16-D7997CF3D6B6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A462B9EE-C60A-5EAF-0364-3AF41B7DE58D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06E3AB18-0C16-427D-E95D-A04B819E8733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8D744730-972F-A3F4-0DD7-53C123668779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60944581-263C-FD6A-B947-B3F967FA94C3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4938B356-2E95-CF4E-849D-339B362204FA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B403DC3A-EF79-AC9D-4243-3AE0FB13754C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320506BE-808C-7DB0-0FFC-C047A57AA9F4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164134CA-27C1-AAE2-D57D-B3FF1166EC3A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2AB666BF-1313-C107-B732-EE3D872D7742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8697EDBF-7991-D964-9A5B-21EFC6AF6815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18825538-065F-E436-627C-25DAE4358B69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826E7B42-24B6-6940-7D18-660FD39D4DC9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E3356BF3-FB37-8636-86BC-D2FDAE5B513B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BB819CB3-371A-7EA8-708A-87BE8F752B12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E57276C9-3AAE-2068-17F2-E550440733CD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897583DE-E0C6-2EA1-E0C9-D48CC6BC76D3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6D53545C-22F1-44A3-0958-D910BA5538F5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67E0E79B-E9D4-7DAC-7A98-3DBB1FF64010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3D6CC8B2-3098-0241-172B-8631F1CBB8D9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6608C8B4-2B90-619B-0162-883FF63D15DA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EB0AC41D-9210-6831-EA93-26445F393534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8EE4B525-8B14-5E96-EC98-2FF64EBE0604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DC8D6DEF-F7DB-28EE-EA2F-6AD113F27B81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FA8BA29C-4481-2044-1F66-E9175EBB6F0A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239C7D9F-3F82-35ED-32BF-B5D52E4E006F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E18693F2-89AC-9DD2-2388-686F0188DDC9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44CCD13A-4B5D-EDDD-26DB-853FED60BA83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74D266B6-ED37-4F9D-7BCE-224E7325F933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EE9C6F9D-34D8-65F8-B1B1-66D909174AFC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7EB89A17-6B9A-94FA-3724-F77DACE66C57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DA8589EF-CBE2-9C68-9378-0BFFDA50FF1C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33B2C360-D29C-E31F-6503-C16B0795C673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1AD6BD37-576C-B084-A2D4-B6BE6C572DFB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81E425B8-0E86-EF67-1A2F-199818B6961D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293699A0-A61C-6B5F-2AAB-DF7730B40492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294A2AF7-18D6-094B-B41C-583757F7C7AB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205964D0-C527-1427-CFCA-1BE332E8EC9E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FB049EA0-037E-98A1-17BE-2411850A23F8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5E63B4B3-0B9C-5076-D021-FD5B20BE9362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A1B5D04B-E4D8-18EE-B32B-2741F1F36081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238BE218-944C-ED12-E8FC-5C7234D98D9D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13E5F125-7231-FDAB-DADE-A3D183CC7709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536AA22C-3F5F-2466-3C1E-4B8EAAE49E2D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ABCFAE16-B02A-3C8E-5635-B549BA33D4EB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3682092B-DFBF-0D5B-2F1B-0D86CB66F7C1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02AE4B9F-A1E2-D5B2-8D8A-861F8FD02C40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B4CDDCF1-6B80-58A6-E469-864A01B8B82E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04A6F4E1-70E1-A05F-CB94-3E29B0955890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1901E681-E568-386C-9268-5FB0E54DE4C5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1B51E44B-C79D-580C-F110-8F1D709F4C04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7CCD7181-E516-A261-DEE2-4F6D3E519FB7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61929E46-1CE4-52DC-35B3-F0222AFFA84D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32AB27E5-AE89-6EFF-75CE-8634C80869CC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759CD5FA-FCA5-3C26-6CBD-1C841E6E7FFD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CB49E2BE-9944-D121-2A10-3DEDFB697EE2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99873C35-7DD5-9881-4DAA-903C55E98E66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26A40BB6-8255-5F42-6508-5EE1FEFA6B38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D20447BD-0551-1BFD-2F16-661FD29F88FE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87EF1060-9B4E-55EB-A5EB-326B29B2335D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D2F3956F-2E2B-A8F6-E658-7A5A80C01924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C9D93D2C-70E0-2D88-5FA6-E10B82CFEBB3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78462312-8D1C-C174-9131-208B4AF24F2D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53E4AF02-4DF7-09F3-3C07-0BFA9DD8D82B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5A74EB71-C000-075A-628D-3987D1753856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930EDCDF-A9D2-65EE-BA78-CBD8697BDD7D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9F7B0D41-6EEC-C78C-E464-18D3AD7B6FF6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A08B33B3-3F25-D9BF-C47F-4DDC494336AA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8046DA07-E75C-508A-A0E8-B105ACA9E3F6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0C10FBC9-423D-E8FD-0723-1C54358F88CC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C917BCEE-DE2C-9019-59EB-96B7EB3947BB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5AA86612-0F90-43EA-598A-AB9BEDE6CB94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E2CB7634-3427-879A-01B7-635BD764453E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A660D076-0C3D-77B7-15E1-78D2F6CFCC14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A62B0E8C-7001-55F5-0932-A6662A62EA24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B2A06469-40EA-07B9-CB81-E69EDEB5FDC9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3B7B700C-F279-ABDD-7CF5-DE4DC55B19BF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35840F14-66AC-83F0-FAE1-5C92DEBDCA86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A100670E-4AF1-81BA-AF30-0EE6F8C48F0F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B61582F3-3ED3-A9E7-EF7F-C62EF14367EB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045F9D6A-DBD1-9857-60E3-F24D0CCD974C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3E6523CC-118B-BF7C-5305-49AE7A362E64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425B1284-77A3-BE08-4DD3-00A81DA7FA37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DBD18410-429B-3A6E-E171-A5F9FE39015B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0ECBE479-062B-A4EC-ACB4-366B27967FE8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29937073-7337-9D19-7D7D-B34B33A19640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9F9F950C-E859-7928-6DDB-9F2F64169E47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794C2DFD-9B72-64AE-E1FF-D89AADFA07D8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D00B1EB8-6F40-A2AF-60EE-1927065FBA7D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6CA65112-B59C-A94A-4320-BDCCA4267EF8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D8B30E02-862A-D638-FB89-8EAF27225C33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31FC4188-8F06-9180-9019-227AE5AD0647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31B61270-9A69-3FB9-2CBD-54FFB6155E0C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CEEA5319-32F6-5A7A-705E-A97443DFE495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65E50083-3CA4-E62B-61AE-D89255B55371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EE5CFDDA-9BEB-8198-06AA-E483805D87D1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4C32533A-5DC4-C3CF-3E94-1711B8EECCBA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DE930DAA-2715-2943-F4EA-8C406B2FC934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AAB42EB5-D9CC-15CE-9B8A-32F88126D2A3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6F4356C6-4E08-7C3E-0116-34FF1A4298B1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848DB2C1-6781-B0F7-F14F-3926B1A6B7FD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D1773B8E-3829-7D25-722F-D4BB7D536315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90EF7093-B5D9-41C1-E863-33B22EE92E68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EFD8239-6016-A315-1958-68BEDA5BBC5B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2320EBF-B9CB-8533-A06B-723EC1125500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BC25B5FA-FF7C-6A5B-D4EE-A773F41D3636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97DBEFEA-736E-FC23-337E-2A2C816D2F56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221EA20D-F551-095F-E4A2-EC071B90402A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AC156B6F-B561-B889-2C61-5A4B6A3DB84F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7B9870C-36CB-88DA-16E0-A78A52A2C7EE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226F7A5C-2214-C47C-30D9-7DE6FBD5301B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1184659-DEC4-BFAE-D73A-907A65BEAA55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85FBC221-7A3A-9D91-F270-4ABF3B481DC7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3E097C7-D5A6-C362-DC16-7AB429A4056A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C7E412C-4E25-D1C0-B508-1B7D7E659163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11CAD8EA-EECC-7AB5-9EC1-EA97672C74CD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8B398902-2D4E-1FA1-05DD-F1F83B22D645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2A7BF2B1-D2FF-8D49-39B7-6DDF76B3C41E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0D8FDC8-3DFC-3AF2-045C-ECDDEBDB4E26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49E7180-C1CE-D483-F031-F5423E137E2C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85A81D69-E917-3C8F-F519-57A9451327A1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8A8AE40-6928-964C-843F-0C2572011D06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2FEBBCC0-382A-68FA-BDDE-05973F6433DC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A45CCD21-5951-1422-37ED-7C8B7D41C192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16449BFA-9BE2-4671-4B46-9860EBCD8BBB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FB87299-F2D9-3499-9832-B7FE11827FE4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429C8D4D-F59B-09C2-543B-53A9C5520AD8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369F45E6-293B-1940-5D2A-52D48AFFE545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BC2FFF8-E70E-AA78-A79A-820FE64253DE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EECB2BB-C467-6F13-CE14-9FAE1C73E959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4549740B-9D9D-4B74-D800-3C626544C33C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DD30EEA4-DCFA-2017-7DC4-B56FA4D16552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A9DF2F75-B90C-F7AC-F11D-0790F06F3F0C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324EA00C-EA15-5695-0422-BAC215066F75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3D1AD2BE-4218-4442-708B-9D98C1E2C635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F02029CD-3084-361D-5EE9-8DE4154138C0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EA6E4E9-D1DF-B584-B850-8062815A1509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C4BA7F3-B061-9EFE-79F3-A76D78067961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91476A3-2168-C765-8A10-6A68BB3BEF55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35A57C8C-0CDF-8B97-548C-9C93D7D97F32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A21D24E6-8B36-A99F-9258-1202006469FD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5313EB6-EA41-008B-41AA-6F4027AA60F3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E26D2416-D7E3-9E2C-BC61-EFF4958FBF02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E99A131-AE3C-AA19-664C-064FA1372DE8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2" name="Diamond 291">
              <a:extLst>
                <a:ext uri="{FF2B5EF4-FFF2-40B4-BE49-F238E27FC236}">
                  <a16:creationId xmlns:a16="http://schemas.microsoft.com/office/drawing/2014/main" id="{1BB46AFB-B306-B4EA-C3E3-65F14412A0F0}"/>
                </a:ext>
              </a:extLst>
            </p:cNvPr>
            <p:cNvSpPr/>
            <p:nvPr/>
          </p:nvSpPr>
          <p:spPr>
            <a:xfrm>
              <a:off x="1807524" y="4008474"/>
              <a:ext cx="1977655" cy="1137684"/>
            </a:xfrm>
            <a:prstGeom prst="diamond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15B5596-D337-6952-8B2A-5BF2A8C9DAA0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ED28C7B2-347A-E455-0183-7FF586AAF1DC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A142BD10-36B0-720B-3F64-CE7CC63FACCB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E3D83EA3-0463-5700-6791-9E16F478CDD3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1246187E-B99A-B958-024B-EF1D2BCBDDA7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85E4BDA3-72A4-18F9-5334-8FA3F4766F8B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279F53AC-825C-5F35-B95C-1F6DB0530818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91BDBD8C-2751-257A-695A-6FE3621C0BDD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34624CA6-FAC8-A0E2-3FC0-B9FFA7DA1934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DE528E77-F12A-446A-D920-47E22AD12C02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D3E1C935-C5AA-CC9F-6689-23335E0BECE1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907C69BA-D487-27FA-3576-5EAF8F331B2B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BE0645F0-E3EA-2A2F-2742-3F156ECA2886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EF529C08-90B3-927C-D93F-259014628E64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E88C6D8E-7AC2-F402-B9A2-0DF25E10A67E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C0155CAD-D414-6EFD-FD17-2E81B2609063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DC72ED10-5A70-BEC6-86E2-D210C60E88A0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26AD9229-9A17-CCAE-1C3B-EEEDD1387D29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F761F56E-9A4C-20ED-BCD5-8404FE296D5B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DAA22C18-FD91-F771-69B2-63FEB88388D8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A669ECB4-45AD-104C-E220-013EEC78786C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1E8E2829-A383-8FED-FD4F-5D6F6DC5D344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298EA5DE-B31D-81F2-F22C-04DE9F4C5523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8AACE62C-43EE-333B-3ACF-089F987EEFC1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96634F72-43AD-9458-4CDA-C0819A28AAEE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EAB3B7E7-26DC-3172-4F7A-8CAFAE36F982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88B84637-F312-2325-B11D-A577414041E3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AD7BAB26-9750-40EA-41A8-66F429D27069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FD784265-A40B-D368-8E9A-DDC2BB26DA3A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C6B3A365-3E0C-D7FE-FBDE-85E9B4ED0C49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57DF8806-8C91-4E83-030C-312FBC37C500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2CD0F0BD-B24E-FD5C-67F4-D7A4748A711D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D3194C7C-041C-8179-758D-FE5358CB690E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0F539E7E-54EF-F25E-BF43-2E1D94DDE735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0E26058D-D53E-EE29-7402-F32961990721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47092206-EF79-678A-D0FF-D18A62EA7857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1882A4C4-5158-D623-205D-DB07030F032E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A8DE6C7E-0194-8725-FAEA-D15D7A2C3593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AE7A8D6B-0943-FCCE-F205-F54DCD1A7021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48881614-07E0-ABA6-F386-C728739198F2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EE0E466D-62B5-FB7F-9707-8FA7D8135B2E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B3DB1DF9-D53C-A49A-A02C-D9469B4BE783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CCC19722-97E4-EA7A-18F4-C50A9D142E5A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FAF2640B-5FDE-6C76-397A-5F3AB505A034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E4171F6E-23F1-A407-4C75-16118FDBB163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2D9EA14C-8037-0898-6D48-9AB1C9E2BD20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E40CCD28-1264-304B-4105-B16E7E6B51A6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7F1B8E1A-F610-FF74-9A90-3C7A91E7F48F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AC9C8311-55BE-3317-BA52-E33E26E1C0A1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9BAB49FE-F5CB-A384-F160-4233C88B9C58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F0800185-1D08-FE09-E8AE-BD194B85FACA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4FB8BBF1-D5B2-1A49-88BB-8659C770686C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0FB5E054-C860-5FB4-5D7B-9EE5A3CEBC49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DA0DDAE5-A5C7-5284-B526-B6E5356798D7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5D503117-826F-BB35-BFC6-09395016B72F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E8426A69-EE13-24F9-9B1A-3E69CF460BA0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96BB5BFF-1942-C272-E67D-2CEE12416A53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92BB3067-BDDD-0E40-CDE2-BC5AB96CD90F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0DB50DC2-3CDD-4DE8-B061-0669872C4F53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0A8CC639-FA1E-CC27-9B28-F107754A40CD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2B44532D-E6D0-7D41-191D-410FE9347CF9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A1ED7D3C-08D6-9F83-4D71-D5B2D292ECCE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43B7B63F-DA43-E192-B5CD-FC2BF4A2D2F3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C9FDC451-CC5C-29CD-51A3-D37055821F61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EFEA10AC-3185-76EE-A291-B2407E4F9677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E9AA0E2F-A5E0-A8C3-2116-0DB83E8110F8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692F9B80-C5BC-2161-DA97-EBE61A2E388C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55214564-2E11-C411-BE2D-4F64069B5484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9A565ADC-DE20-7468-A437-320CAD4312D7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D329CCDC-22A3-DDF0-B978-02308D19DFD1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647DD31C-B3E2-E30F-B0F4-19534F178E9F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BB85CF3C-0DE1-6968-3404-5E1D28DBC549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AEFE8989-F975-BFB3-31EF-39AD047F3BD4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8FA13583-CA16-F303-D560-E9236052D521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27A02E6F-ACF4-9EE0-5A9F-94BF409E1C9B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1F26FE57-4FB9-3741-84F5-D56A2438408F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B9EB7905-9FDB-A799-40BB-E8EAA3E5FA7C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501D628F-CB25-8D28-264D-78B65578B409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54EACDB3-0D7B-237B-A429-789DB71EC4D4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BC370DBD-2D5A-9005-2E9E-7D7C570755C6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DC85F6E5-2B46-2032-1665-39ADC8938681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AA095659-AEC4-8081-0606-D4B9F99C41F4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46E998C7-2F8F-E29E-A784-5AF363938EB1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7A38DE95-99A2-6E95-004D-B4D6E04C4566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B0577470-340D-D9F4-5C0B-7AA7FE8B88E7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F01622C6-69D6-C827-6E9B-19736001849C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54E6BDBD-7FAC-40C1-83AE-A2EFBC5A98F2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06B74095-D2EA-DD8F-9E29-A64E69D4337A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0DC7D9F6-5CA9-2785-2704-E2217A529D11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00D85AF7-2F2D-352E-FFC4-657896769081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FD8FEA47-3218-1889-A1E5-1E62219170A9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3FFA92B0-3EC9-C816-D13B-C73186B7CE1A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B50BA86B-BB2F-8E64-935C-1C62DA7FF847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E44FA63B-2369-B2DB-48BE-6D4952902638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164E3BFE-A8E0-4924-73E2-99940806BE7B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2E745F64-8534-182F-58C9-FE2C7FFC1853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496A3DDC-635B-CB71-6CD6-E0B48A488A00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12A65617-4EE0-5AE4-8A7F-983DC7D9AB58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FBCEBA77-9391-ACC1-855A-EB57E627F740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3D2A82F6-4212-44DF-6AEE-22694A495FC8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DDBA5D08-7B53-7678-5F91-EC5E3ADDBCD0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7F698E1E-1D1C-7C0B-6175-4B36D0D0DCE0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615D3AF3-2D05-D1FD-26B8-1B41B137D937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D278469-BAA6-A33A-CEF8-DF5F1018B196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0E25C803-F595-31F9-E267-1DE1BC6447AF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603EC8DE-6AA6-A5BB-1CC5-9EEA40507606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D17A4208-8F65-B34A-C456-B07C5A65418F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BA11FE7E-EA28-AB55-73E8-2C5B860D150C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EEBAF647-981B-88B7-1947-2B15136E4EA2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418729EE-D372-5ADC-D52E-9F9626DAA7BE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02686C2A-CB73-1325-88F6-8478CAB5FE36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E4351627-CD99-83BB-299D-A18F299C8137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D7FF8B06-B620-ECFA-F13B-C4879CD37C63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7E703853-CBC4-8906-11BD-4FEAB9A341FE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7E619767-DB02-96BE-8890-7A6A686B8505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71BA1B4A-2BD8-6F45-D87E-30EAC56FCD84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085E8608-A928-B259-3BB8-748B81B9C990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0B87B681-2E55-4046-0666-7912694DCE64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64F59F93-FB6B-5D5D-BFBE-E29EEE9534A0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20C5F4DF-FA3C-A35A-0F76-E346ADAB834C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AE440BB4-4DD1-C778-84F1-404A27A94351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7BC74D17-B573-9104-F50F-5DDB10E2FF8D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4C02AB14-5019-540C-059D-B2FF5D28A8C5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05019EB0-8840-19F2-EBA7-AF112B0F61D3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5C38A16A-24DC-FA4A-E3A9-40E7B41F0CC7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97DB7AD4-A908-98E6-1149-71EBAE292610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57A74F21-4ECE-89D4-2449-FD7975842877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EEAA326C-4056-AD89-B5AC-654E8F102949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CA42E41C-D3BE-105B-3E02-E490BA0CF051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7110DE18-95DC-A240-ED49-4E74002433DE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07225314-2419-DF1E-C2C8-B35BCADE8DB4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4A5DE05F-0EF4-1C78-557D-8FEFAAA68B8D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53034F36-56B4-9DC1-DD45-E5C6063F58D5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F1B371C8-D20A-EEF6-2179-9183F6EAB5DE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600BC4D8-E20B-BA5A-0F32-BC7832C01CD5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80B91A1F-5296-6B7C-5FCC-42084BB96969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5EDC31A3-1527-F368-7E90-C59A95D3E70E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C7A85666-1170-E1CD-44C1-450540FE2C4E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7BB63402-44B4-1429-A4B2-B18230ADAC5B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EB953441-08DE-7E34-F959-A2B05E9703B9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A2128886-B370-3BAA-21E2-9D17CFD79852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E2887B71-6F2C-2DB0-F48A-17EFCE478A6F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30AA7B29-3F70-F8C5-40FC-239E30457520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517117A-48C5-4E1A-8334-756954904500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96B44F28-3B00-2800-7CC3-6AEE1B784C43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6" name="Parallelogram 295">
              <a:extLst>
                <a:ext uri="{FF2B5EF4-FFF2-40B4-BE49-F238E27FC236}">
                  <a16:creationId xmlns:a16="http://schemas.microsoft.com/office/drawing/2014/main" id="{3FB4C7A9-2E33-5907-AA4E-BC8C7E763FFC}"/>
                </a:ext>
              </a:extLst>
            </p:cNvPr>
            <p:cNvSpPr/>
            <p:nvPr/>
          </p:nvSpPr>
          <p:spPr>
            <a:xfrm>
              <a:off x="6422064" y="3429000"/>
              <a:ext cx="1679944" cy="1717158"/>
            </a:xfrm>
            <a:prstGeom prst="parallelogram">
              <a:avLst>
                <a:gd name="adj" fmla="val 60624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023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1523-16F5-E6DC-BA96-ACC4726F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C8879691-B905-D7FE-0627-72B08A5AA033}"/>
              </a:ext>
            </a:extLst>
          </p:cNvPr>
          <p:cNvSpPr txBox="1"/>
          <p:nvPr/>
        </p:nvSpPr>
        <p:spPr>
          <a:xfrm>
            <a:off x="2860158" y="5603358"/>
            <a:ext cx="111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AJT_n</a:t>
            </a:r>
            <a:r>
              <a:rPr lang="en-US" dirty="0"/>
              <a:t> 3/4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A768E4E-E8C6-40A0-1B46-5B9A6194DDAD}"/>
              </a:ext>
            </a:extLst>
          </p:cNvPr>
          <p:cNvSpPr txBox="1"/>
          <p:nvPr/>
        </p:nvSpPr>
        <p:spPr>
          <a:xfrm>
            <a:off x="7829151" y="5603358"/>
            <a:ext cx="111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AJT_o</a:t>
            </a:r>
            <a:r>
              <a:rPr lang="en-US" dirty="0"/>
              <a:t> 3/4</a:t>
            </a: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6CA0F6A8-6DA5-8DBB-A51C-ABF3C10ACE21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821ACE2-938B-5666-D089-1F8660D8334D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B35FFA7E-59E7-3A77-AB5D-1E64D61E003A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F8AE6C89-EDCE-3E47-061A-8316B4361399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7B7EB53C-EDF1-E8FD-D412-2A8FEA097C72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37EDF882-C329-FD2F-EABD-80719C6B8930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75052867-D0A9-1C40-48E2-E8C87EFCAF04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167B2CC0-1CD9-E7AB-F93C-3121D2D1ED09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D8A90B36-020B-E596-5A5A-75E5DB2C8B3F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DFAA0350-D0FB-5343-D050-383194BA1AE2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C6D4098A-CF4E-A522-CE26-4A18239608E9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292AD0E0-9F7D-F6A8-BAA8-DD5039370456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FA5EFBCC-64FA-5403-91D9-36574A0F5F7A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7A7D1A97-16C4-1C03-B127-64857D45E7BB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65ECA543-9A1E-EA8F-0803-F91767E5315A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104459F2-CD53-63B9-FB8D-BE3B7DBF8977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5F787E8C-1189-CE1E-9768-B6EB8D4104A9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12D19593-C34D-86CF-8D05-1D67C090904D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C023D0D0-2E76-CEF7-83BD-F1FBE3C2BAEC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65F176FC-AAC9-B30D-B051-37A5EC13F7D6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096222F4-C072-0D0A-7042-9DD77C28036D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DACA5A2D-7383-F4FA-B998-AF5B965F94D7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509B1227-33D8-943F-F6A7-1DCB9E6BB159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07CF99B7-D2DE-1B19-DB67-C11533333775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7289799F-BF8E-5EF4-3955-47E4379DD851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F597D50C-F467-46ED-6E77-2FBB47021145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6F494E54-97B7-4D63-0B15-69858A67922B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DEDC8596-9D68-4AF8-C474-693A5B1792E9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0794FD93-FCAB-22E0-3FA8-8EEA1F99D19E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CF395F05-6EEB-A52D-4CA4-E52EC660A25F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1ED02ED6-E4A6-E823-7BDA-C47D60F448D8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74302C8F-2780-330A-0559-4AB2AF02DDC7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D343218F-603D-BEC5-947E-7F45FB4C8BCA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221B448E-C853-B0EA-AC9D-B3BCD1E462A4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FBE33894-AD6A-1DC5-E3DC-68D5DBC22BB4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AD2649A1-D314-966F-03D4-4FEEA683B331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59C8D9BE-4EC5-8854-35B1-CD4637F59F00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41E0D5B1-7569-11D0-15CE-0DAA7EB46070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4387CA80-FD86-52DF-F213-20ADD2A49923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F516C54C-D52A-42E8-AC25-166C7480E0B1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25D315E2-8C85-0CE7-4BFD-D69302CACB92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2201254B-EB4A-645D-22C4-6E3C93F08E80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A75D40CD-F30F-62D7-64E8-E2A73A8BA520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2809D19B-8B19-5DA9-39C4-FFFFE31BC561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CBB31AF2-56EA-8A73-10FE-C179AF354696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4BC719A1-A15C-EDD4-6C28-FEDF60FE720E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DF957CB6-2E46-0B62-F60C-7B00380975D1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CF7EAE4E-04F3-BC65-250B-8155533D7069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62D8D956-E119-F6BF-3DF6-3AEBEE6F3055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28F7A6E8-5B89-4ADF-AF84-64F46A6F31A4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7E9C7420-6C68-5B56-6025-E97CC6A16C15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5DB4EEF8-3F68-D3F7-9CE2-DB668B9D6D55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25DC8872-9B59-D5E5-E637-53F8D63C630D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409EBB49-4104-C4C7-3751-60EA21449FE1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ABA9D1E9-A240-98B6-67A0-0D2269AA5097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7C54F9EA-F60B-2F2A-11FF-350F50EDBE5C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41DEBFDD-AC47-5C07-C238-5D91DF5BE839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E290D072-FE81-F5FC-2AD8-7E870284E4DB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3F9BBD5D-1F2E-01EA-51A2-ADFB62AF401E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D96D8A08-2024-2631-DA7F-9D5DBD0ABF09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C2BB5AC9-E59C-85A1-CE1B-E1530BC9674B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C7EFDAB1-FCE9-51CE-CB09-7F29100F6F40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3B9226C3-405C-6EFB-B77E-F9302789823B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86AFDBAC-DC03-0A45-6857-F5A9960FEE66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6C594A51-073D-4D92-76D6-5F330C0E6969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0FBD62AB-67E1-57A0-551A-2326B6BECDB2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81F5E3AC-5552-A606-CFF7-9E255EB3E001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2716CE96-2639-7933-1D0C-0294B36880E1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F3A046B6-E9C3-1D72-C0A5-7BA8EA379DF2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C9DD9F91-03EE-9BC1-776C-9C87F3C78848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31737E36-45C9-3742-D611-200204C1E23C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BB5E14F3-85D7-CE02-57DB-48C312E2549D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B23DF503-E1B2-68EF-B1D3-F9CEF4FA7460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47B87458-7C86-D928-7F82-291BE6AD724F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48E9E586-E382-2580-9A63-88D9DC4D829B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13312E53-C43E-1450-E582-EC68F1919E70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CCFD9DC8-F96F-22A0-1F1B-28B911491DEB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2A57FF91-6E95-2C03-7C00-AA349B210739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8437A9EF-AC92-B2CA-FFC6-E2B942DCED97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DD71A5D0-5235-64D7-6EC6-977050E1CA51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3883DAF9-B3A3-00D8-DEE2-CB2345C340AB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6E97650B-9D89-97CF-4CBB-75DE220FA4D7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E8A8D148-98A9-61A0-7FC5-2DF2C389107B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2FC4E56D-DC84-0CBB-FDF4-09DC53634B9C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4DF2E789-D661-6876-3E4A-5A105C64B852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0709790D-8763-EA54-2181-8EE3B6D52D9E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02493553-DB29-42E6-C469-B6D69639233E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42DA8CBA-ECF8-A53A-7B73-6D6AF550D741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BF23CE7C-FE69-35E7-A460-6D61C4108EE3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3FAD9FDD-9ABF-6CDB-A8C7-08ABFB0B7017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E4327D27-A03E-04C9-CC9D-9A4FB77662E1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6670E979-5B2F-29C2-E59A-96A2560CF786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3F502B88-666B-6FAE-9F47-5F92A1A119E6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2CC2AFB9-1EB8-5F94-38DC-4704A3AE70E2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E6BFE016-BB16-1A45-CF81-D1E71353225E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346F81DA-056E-8AE5-D188-07E6627ADE6C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3E4A62B8-CE2F-6227-8E23-2BD1E2447DD4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E95F7522-22FC-6B96-E950-5353963F5136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23024034-AB56-963C-2FF6-9BC88D10AF7B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10588104-0D72-FE57-FA89-9A54BC470A68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4994BA84-FE13-CDDB-BBB1-713AAD43FA9C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1062FB1F-492A-4D0D-B24A-3859EF117280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9A7C2B3B-F4D5-50BC-BF4C-BE159E196E66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297B8952-6141-68F0-A91A-46C265EA97F2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656D0290-8FC7-730C-C217-172AE0059E05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C2AD9E5-B10E-C8E5-D6A7-062F9502A95E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25D692F6-61EB-2530-F443-775BD05F4D54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3BB1181-7295-03B0-720F-5D037051D262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C9D24690-B6B4-F2A2-9F08-C5516BB1B358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428E492-F5E4-0E0E-BB20-DA73E5A5A889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1B0CAF0-83E3-65B4-8E93-DE09CFBB310C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09BFAE9-0394-9B89-0500-A6893C1E691E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1FFDBF5B-49E5-BB42-B7C5-25104658C1D8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88CDA7A-32B6-F53D-46DE-102B208DC4FF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C97B3227-FD56-360F-B0C9-9C77427974D3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4C43122-A261-CCB1-3894-B6C4D4418F08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E758E5FD-061E-1C82-E002-4608F2B27444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C865A4A-FAFE-217D-55D5-990DE43FD38A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8737BB5-51F5-56B7-91E7-13F383F2F58F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3D1415B4-748A-9AE6-136C-32543AB2FC8D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7EBF614-8EE7-9385-47A6-6C5F71C7891E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A81AA723-4806-5659-5C3B-3C69BC8A0677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13D4701F-9A49-4B85-3779-C2870A18154C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A27BA3B-6ED7-E695-D64D-518FB8B3DB65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338A1AF-6A56-0128-2C90-36567519301B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3DE308EB-7EB1-FB66-6561-155D14A6CD83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4789F21C-0D73-3528-E656-530C94616778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04294254-EB0D-C854-9743-C78E5B032A8A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04BE133-D6C3-C05F-4697-13B75088049D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EB41E12C-6AE4-02FF-1103-DF01D7FFAD78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50318E7-0298-8BD1-169E-E3C664C28231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DAC2B8E-89D8-AA0E-902A-19B8E62487E0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DC9121E-B329-BA9B-B320-92284B28D3D3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E918D2E-DD65-2F45-F8EE-00696328872E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ACE4EE1E-B111-0AC3-9068-42447633AA0B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6D14AD1-5890-A370-A565-08645A4F18E6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1FA98665-A1F5-754A-C2E9-646FB065A1F6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266AB329-10E2-4737-8486-96513256B552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9F246C1B-DAE4-C0B9-522E-EDBA6DD72C94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1286F152-1538-68A7-0D85-B508838EE2E0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F9C4758D-E824-7A94-2671-0F464E4F79EE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9DC54A8D-3581-7745-FD70-3F8972943E09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4A9C458E-B919-408A-C0D0-267280D31C4B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12C2ECF7-7424-45CF-280C-ED5313BD36E4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FF775B5-FC0A-6B61-3D89-6BCE4450AEF2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6" name="Parallelogram 295">
              <a:extLst>
                <a:ext uri="{FF2B5EF4-FFF2-40B4-BE49-F238E27FC236}">
                  <a16:creationId xmlns:a16="http://schemas.microsoft.com/office/drawing/2014/main" id="{DD7E03ED-D6DD-AF73-2BCA-7C092AAD9754}"/>
                </a:ext>
              </a:extLst>
            </p:cNvPr>
            <p:cNvSpPr/>
            <p:nvPr/>
          </p:nvSpPr>
          <p:spPr>
            <a:xfrm>
              <a:off x="1456642" y="2838893"/>
              <a:ext cx="1998940" cy="2307265"/>
            </a:xfrm>
            <a:prstGeom prst="parallelogram">
              <a:avLst>
                <a:gd name="adj" fmla="val 66475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52B6EC39-7E74-8C27-77C9-A176527A41CA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389451E-B9A0-C764-F47D-F748212D2ECE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52A4F80A-D169-6E45-72EC-E35E09EE5B48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8D86293F-976B-A2CA-3D5B-1616DD411E60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D69FC599-EBD8-B7BF-A6A3-13804510E4A5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AFABF0D1-1D5B-CD62-CD99-7AEF48AD46D4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BCCDB8FD-1250-D51C-5100-39D1A3254926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9E45C919-75A3-1E63-0A31-27B7AEFD8FD2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22BCEFE7-9828-C819-8B53-B10FE0315AE2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F43D6B77-D9CB-8FF3-6930-F002AD22324C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E103EC94-26A0-0676-8D96-9D23B0FC007D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5EFF7F3F-BC1D-251C-F42A-063B07778761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FE9CB926-7ECA-7138-C0FE-D7027B7DE6A5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180955F4-607E-9B9B-C7B2-74394BC9B62D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2A2FCF14-DA40-279E-074E-263407D2F338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F7169B3E-15B9-D29F-D9F2-38751CE4A90C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C0073069-16E3-BEA9-1DED-FEEA632B5C2A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FAD8006C-8CCA-18FD-3935-2DB32363AEF4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68F0F62B-EB1C-6929-9D4D-273A47F3522A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FB92DF12-92EB-AEAB-51D0-A03D0F52D364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058DBF20-84C8-A166-2353-A8415999B8AA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363C488C-0B3C-1FDC-29A1-BF16D4D64156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B81F25DC-7E5B-0FD5-06FA-F0C5DC7CE460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9E3DB51E-C9B2-76AA-96CE-94112E843252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F84B1FD9-FF85-5798-276A-964E70CC4F4D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E20D672E-0F21-8C38-40A5-B708E2BC32A4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9E3FA3A4-F4EE-261D-9F46-0BB0D828875E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4E69399A-6A25-0CD3-4FC6-9412C49D6983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97F2F273-E4CB-7A2E-270F-E3B99F69B939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DEB5F0D7-0238-549B-40AD-B8E1005BB05F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E3A89015-3675-32E9-96E4-BAA5008BD7CB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CD7711E3-1C69-716E-5A12-4818CEC0DB60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66818911-1714-4FD0-E375-5EC8C08CD655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026EEE75-98E9-EA41-D5E3-55082D74DCE3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1DA832DA-E727-7A7A-26DE-F670EF0077F5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79D8B6C1-4FEE-B068-BBC1-4BDBA2EBF2D7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9060F0A2-9B8B-08A2-C44C-72937DA84403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C416E55A-2037-A759-87BB-1C203AFC6FF3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8E6D589E-66EC-33C0-40A2-5F8F4004F6AF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48999F59-D17D-D1A4-9159-86B07EA5E7CD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3D4CD0B9-10FC-3D1B-B387-08490C1F1983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E12A669A-3A9F-0684-2655-CE1ED0ED2340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6F6628E0-0913-2EF6-ADFE-9265F7FBF493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D2DF558C-0C8A-7074-C62B-929257A714E6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5F12E68A-DFC0-D97E-F95D-91FEA17601F6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BF566D10-9DF0-B6F0-F414-630CDE0AF467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F891787C-3FA3-F75B-BCE0-13B16FC69C52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BC0BF2B7-5CFD-AA86-2A91-8F25F4B4991B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5BA629B8-E512-2CCC-7C84-82EB99E5929B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9890F6BD-16E6-0EC6-A2A5-619EAD90928A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C1622CC6-D247-3E07-44C0-5721897487AC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F08569E9-E96A-F89F-8620-41BA358021CB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63001D7F-2D30-2B41-654E-A0B0D64560A7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E276F9DC-2FEC-ABA6-F387-3D7745931098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7508FC3C-CFB4-F21C-5E4B-C884DB7E4240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4B326592-14A7-D9AA-F4A7-BA0C2815306A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2792EF89-FACB-BAAA-F25A-8A87DC64BBDF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138D13D7-A914-FFF7-847F-562625E7214E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712674C7-DD5C-93AC-42E3-B9269ED58D0B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CFCFDEF1-E7C5-7708-8BC2-6D2424A92B43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12AE899E-8C3F-2BCA-8D12-F66F12C0140F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9E833207-F6F2-2A25-DEBB-2510C34DEAA6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D569723A-733A-6C0E-149E-0DCB9985FE9B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C7EC6543-9D49-E116-B7AC-172A47AB8C13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3A03DC1F-40E2-98CC-0F0F-B15A2EC976F7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4401BEFD-2BF6-C5CD-A248-1B3A413D296A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35889548-9DAC-DFE2-D79F-46D2A2F23EBC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8DF922E4-52BA-27D9-181E-D855CA9CE18B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49C41933-1C7F-CBA4-1CD4-554E94A3F431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A87DCE45-E550-01BE-9884-B6F50D5C938C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8A4133C0-C164-FB09-1A9A-BEE4FAC5318F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02B7B2C5-683D-485A-4DF2-40F73968CB8E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502DD18C-FB6E-DC2E-58A8-B7DA8BAC0594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C254E867-C3FC-5F94-E1BA-E53FABC811DD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085FD129-574C-398D-07DF-65794BBE6605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E152E128-D8C3-C408-7CA5-8CAE9B87A61D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F3A14CA2-29D9-EE19-EA3F-79548B23F542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3E8DDCE5-1AC2-8654-06F6-A87F0E8C6127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A2CA701C-B73B-BD8A-1A6A-17140EC71747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40F83484-6B0A-BD58-82BB-31D034AE4968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9E66E997-1DCB-2C8F-266A-E887E8710F85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9284FA95-E155-7040-BF7F-DF8C3678D017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F76F1CDF-1504-FE4C-79F3-17D2CA598ED4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4C0154C5-6D48-8145-1288-28A39996B6DD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E9EB4359-BA9C-C5E1-0548-0A0982C59350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137FEC56-5848-A358-0D8C-4FD363759CD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9C3CA379-91BC-A244-C34A-8F0098773B23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F2273DFD-E1EA-BEBA-699C-127F5D426E8C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FE4D5854-60F9-7681-9DA2-23669352C619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7292C36E-DDD9-4C98-C0DF-129A1FE99AEC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60943A32-BEF3-5BE8-D01A-C1F4EFA02D94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ECB19A5A-C5E9-4236-63A7-E508E3848A81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56628FE7-8CC5-D3DC-B29A-48138234BBD0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2CCB6361-88AC-2B08-1A9E-3C21D930CEF5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98B6A11F-B5C6-9AFE-D0CE-8FBCB6E922F0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2BAD5777-8E9F-3E35-B227-6E66E8BEF3DC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FE2C1516-8552-7FBE-9A2F-0680069454E8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8417F80D-474D-3B27-5E12-2931FAFF0599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E591FB3E-A08F-98E7-C812-96C76D65F433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6C2B4434-363C-8C0E-68AC-489892776740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088B4C31-CC3B-AF29-751C-C91F59E2A4A0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138E5A99-C91A-F734-D198-58F1E8745273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BD300F6A-008B-E37C-2FC4-A64D8F4A2712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16215FDC-1F89-E5BE-34DA-5E296DF2B093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05B7BCA5-7D8E-36F9-F4CE-1FEE3A1FE877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C19D557D-D57A-FE61-2A73-BB4572B19EC0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D693C851-392A-F49A-FBA8-A04537A339E1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A6F56544-6079-D0BD-A617-6618F91FBA3B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0FD1B787-579B-AF5B-F3C4-C8DBCA49CE5B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D58E79B1-3AD4-133A-52CA-AB5C459D29B5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ED222C64-C9A4-0A91-19B2-6D813E4F8029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CD9FB0CA-7B3C-C0A6-5F57-9BCD9CB4F569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1071926E-8EDE-1CA5-0F5B-8611A6FAC442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6CFD10C4-B8EE-133F-C887-F5252575D2B6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9AD8B86C-45BC-3BBB-1785-E051E2E2B32F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B178443C-2DB4-4062-74AE-57C3523A73A1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7CFECE79-6CC7-59D1-464D-574F93EDF9FD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1DD489D1-51E2-EFF9-3CA8-648E6E58E5DC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E1FA75D1-072C-9883-2C9F-66614D3013CE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A9D17B9A-EA67-1398-5A1E-1FC144A9B587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7FF3D6EA-569A-046D-45EE-D81D2B49D3E3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3B71C496-8DD6-D9D7-CED8-716B19403A9F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61A0B424-8D77-17F6-0CA7-A1D95366BCE3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514050E9-83CF-902F-E5FF-F854A08CDABF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19B402E0-4578-681B-BD6C-9342043E4F12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344699AB-ED96-C739-366A-5D772C5475CD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01B7451C-FD54-1341-D5F4-40B683AA7506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4FA80A6D-4DFF-99A8-96A4-D884CCF8D1A8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C7F03459-8210-7FB5-4AD2-5FB77533C668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0A8BA4F8-E21E-9D7F-06B1-2CBE7114AFC1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73873195-1C43-931F-8127-86E1DADE0F95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4C948130-BD6A-644D-65DC-F81AEE1B7501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ABD12494-ACCB-663E-B6C8-D406F239669F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A1F7A8CB-DED7-627E-F431-FEBF73090909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5B2E81CA-8917-4F2C-D1C0-0B62ADEA6651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CD33E8DD-C93C-859F-93D9-C242B1DE0843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4FC4FC7D-B334-6284-C676-30567E125C3B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801DCEEF-B6F9-00D0-3DAE-A35B2F9E38B6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63C523E4-E54B-90CB-CDD3-1F7D5215C782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DF2BF077-35F8-FE31-02A9-1CD05A272A66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D4C0E50A-3EDA-9403-70C5-4F4DD0A531DE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AC95CBFB-4D0B-B6B6-EFEA-6645E5C17444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D0A69EC5-3024-219D-B9D7-A372C14F3229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11E4EA2-7F89-41BA-6C52-CF968682AFA2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E2CD3CCF-879E-54EA-CDBB-6EF7BFEB9E1A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1B925C-EEF3-E5AE-9047-2EDB09ADB070}"/>
                </a:ext>
              </a:extLst>
            </p:cNvPr>
            <p:cNvSpPr/>
            <p:nvPr/>
          </p:nvSpPr>
          <p:spPr>
            <a:xfrm rot="18003613">
              <a:off x="6925600" y="3716581"/>
              <a:ext cx="1324774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810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E703-5CB2-589D-71B2-BFEA4759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BD267E13-C81C-7E6A-ABAD-DEB28D625667}"/>
              </a:ext>
            </a:extLst>
          </p:cNvPr>
          <p:cNvSpPr txBox="1"/>
          <p:nvPr/>
        </p:nvSpPr>
        <p:spPr>
          <a:xfrm>
            <a:off x="2860158" y="5603358"/>
            <a:ext cx="112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AJT_p</a:t>
            </a:r>
            <a:r>
              <a:rPr lang="en-US" dirty="0"/>
              <a:t> 5/6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E4B18C8-086F-6562-C0C1-B371F430CC04}"/>
              </a:ext>
            </a:extLst>
          </p:cNvPr>
          <p:cNvSpPr txBox="1"/>
          <p:nvPr/>
        </p:nvSpPr>
        <p:spPr>
          <a:xfrm>
            <a:off x="7829151" y="5603358"/>
            <a:ext cx="112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AJT_q</a:t>
            </a:r>
            <a:r>
              <a:rPr lang="en-US" dirty="0"/>
              <a:t> 7/8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377A1B1-C974-B794-728B-172AC1749595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B914B6B-572C-FA6A-2AFD-D9765CAFC1D4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BA93C1E7-3BA5-4EB7-2B17-404B06C46542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DD587003-9FD4-0DCF-BD5A-52D75DEBFE5C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925D300D-7FB5-C6A9-4FFB-5D50E2CFA6D8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8BC513DC-95D0-AC21-ED55-2129BCD95FBA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1C6C4000-76AC-FDE5-6CD1-2423647A0D06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DE4CB713-4CB2-E0F3-65D2-EA171DFEA9B1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01664562-EBA8-46FC-8F5A-9B7F68E0AB81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F737D294-EB8B-DE51-39BB-01F55F1E27FC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BCCA09C2-043C-DF2E-A37E-D0DA9077E461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FCE7FAB4-C890-0E8A-F04E-1EEA4706655E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E5152B8A-6AF7-CC38-686A-4B6D9F0CDC29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176D3DEB-E98E-7C17-C771-F6437E099971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B9F89800-A195-EF3E-1213-9E08447BA65A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D0714316-94F6-72F7-564F-0670D242BA7D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2C4D8CB7-891A-FF88-C13E-3A34B23140FA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9D3B7A74-76BD-8BD1-E7B5-84760055E054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E244724A-E207-4018-A145-D917A0972BF9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6052DC65-84D1-FAB2-1992-1902C9403EAD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0A17E1E8-0DDD-2ADC-E819-D67E2DD43E97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6272E429-F7A5-B2ED-68E3-FAF11C3A82EF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FC4F1278-8C9E-0948-0E7C-3D619E96972D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1D438541-64BE-1842-DFDB-CFE9BB0E70B3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608AF6D5-8536-97B9-C09C-3797882C40BC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7634B0E8-A249-DC30-38D2-3FAC39FA5993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1E49BBC9-E6C8-E8FE-4E9C-0238A01A5C04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769C1356-13E8-A808-99B5-112C7F315EDE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FEB550C0-7BE4-8CD2-AA58-DA42F54A1DDE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32C17FBA-036F-3C18-1CF5-6B1E45BDEB9C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1D8BD137-7A1D-DFB8-E50D-13B704D3CA9A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8D77D4E4-A560-5A57-564C-1BBC9A4D3BA8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04125B40-81CE-DF36-5AA1-D472843427C5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0968829E-FCCE-A1E3-77F7-B10159C657F8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22581DA8-8F8E-BCA7-CD67-4BFD147CD995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A23D7578-171F-42FD-A107-2434DA7AEDE4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9D752245-335D-F06F-940D-1CA271F2DA28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E54526CB-6E4E-E9D7-2505-007D9528D9C5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2F9D26BE-8CF0-69CD-C959-635C34A1B796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FDAFE990-6FD9-E235-1574-EFECC7521E54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32FB3F3D-8BA4-F104-96F4-DF1EFEC930B6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DE033D77-9900-6D76-3E30-3ADDCC6EB237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7CA72E01-EE13-BBF0-F67E-939926CE9511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4FA3CD38-A1C8-BE86-037C-BDDA6CB1E74D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D58D773A-753F-5846-A21C-588BE327D3B4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F1A82D82-7FE4-A8CD-1E00-E734186312EF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72E14083-2AB7-A9C9-C0B9-F422D23DB3A1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78A88EA4-5AD8-0CFD-C8CA-E2E6B2D0BC7E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81863CF8-232B-696D-DFE9-CC7D5874FBFC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1BDDDB0F-1671-AF7F-0EE4-7FB72D75088C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C19012A5-8D15-23CE-8C40-7A8D87E6FA70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E57B3E47-EF5B-F97D-43EC-7C9F46BDBCFF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7BBDE966-2529-E262-43E9-0EF545E0562E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1DC6C64F-62BF-70C3-1405-29EA53AB55F8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926DAADA-6305-4C95-1787-4D080736DFC7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2D092EBF-8973-FF04-FE4E-1E063E2CD86D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8ADFE6F4-BAE6-CFBC-05AE-85C449CD9E67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1F166102-C977-0266-594F-EE42D9685A40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A9BD5B33-3F47-0DB4-3FC2-747E37726396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F0AFBB2D-4F44-A0DD-2125-DC5AB6C87C2C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CFAD2709-286E-7852-63C6-E227DA3A1C6E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9BF8997E-0434-0B83-1F18-3186CF5A6AA5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31D0AE62-A8BC-14F0-9504-73E6881A65D5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47C12164-3D76-FE46-5FC0-7861AA8DE39C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4A4FBF07-A722-7F5C-B4EB-C398F9422C0A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9C9030AB-E021-3DC3-8A6E-3054387EA855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C6D9861A-D499-62EE-C25B-7CCF3CE7A2E3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301356B9-E36A-8EF8-2DFE-A327C736BEB4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EB2CC74D-7E2E-60D2-1AE3-C734614F1E3B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DD7C907F-549D-159F-4E78-226EE88206CB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328E78ED-060F-D174-702A-C5D1AF41E4F4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FE75090E-11EC-B638-0110-1A867B9C855C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996D21F5-B8DC-F357-F9CB-CB332B41102B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F974E1B8-EB91-A6A3-318C-C3E5FE3479DA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1137AF63-8D91-A8E1-7924-0F2791C9B9D4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74B022E0-A374-C027-838D-CBACE93C2C60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9C957912-2955-758B-47C7-C6EEA1AC3F8E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3899FBAE-DB33-605B-0600-50056A824485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10F7AF25-7EAA-A034-5FA0-89F97091E16B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F1DF547D-B278-2815-F2F9-0B2260CF910B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573CAC6F-F187-4662-A18D-DA1FB366898D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27CFF30F-F9A2-8A1F-1730-56CAFD1E618F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515544F2-8CF8-E3FF-413C-6A2E2794DDE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4FD5F317-B473-6C7D-032D-83B86A44A2BC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EBCE0628-8B75-CCF2-D666-B1F8F0667F1D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763A4F7B-D8F4-FB46-9C62-DF5ADBFC0E64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21A1E21F-DE16-C727-D2B3-581EE8849AAC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7E2FD89D-9CC4-040A-39D4-B957E3D00546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70B84498-E094-F9D0-69AD-31A6B14BD5C5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E4EC0C26-680F-0840-68E8-2EDD743A68B1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02B3867F-4932-6261-6136-4928A07F4B55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660CE83E-ACA0-3E63-CF85-A74101099194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15D9E6D5-4680-2867-9052-118E2BB252F7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34E6A6FD-D43F-B075-D89D-E906B117C225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9AD8431A-65FC-799D-0489-44B6D173394D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208E3727-6DBC-B25C-8B82-629A57ECE2C3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26A01FDB-3BE7-EFDD-0764-F91AF2A9A869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72AFFC88-E00D-663F-32D5-0165EFBFCD51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FE9C9EF3-1479-18AA-FE26-0B727C618845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49F14187-152B-242C-45A2-C1AC6236DAC3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39098F23-2198-B5FA-470D-2213093431B4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4CD9546C-F0C0-9BEF-CDE5-61B9DBD598D9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FA6A137E-F089-115E-C12F-DEB80A978617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881E8293-66A5-686A-E18B-D935D0AB1F6B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E6965B4B-7A39-F496-3EE3-360DB5CA1E23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1BD338E-5FAD-FD3A-CC01-6F6297A2EA1F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C7BF8AE9-BDE7-AB79-9C36-1372E664034D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D08792-7392-B3A4-3056-91B47673C965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18E335D8-3E84-3F93-8C91-B423A78AE785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B45341F-B5BB-B78A-F643-B919B6A08B68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53420EAF-644F-96C4-A33E-80A55948FF2D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B840F75-9692-FE17-F443-E38063FF337A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97BB15E-6983-7398-9640-3C739E582733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37F9B803-B42A-7890-7DE2-8D9C6E85F6EA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0A60429B-C746-8088-9E47-D8358F481214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76316318-E2BF-D664-F2E6-7ADB7074420F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FE42E6A7-EEC0-7DCB-1867-78288418D455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D8A72369-45EC-B6D5-AD74-D2344F2FE36C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AE266DB-6122-7820-D349-182E2A5EC4E1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DA6ACCC7-58F7-8BAA-6B1C-B8E4AD04AA51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9EB448BF-AA68-2C3F-2D03-1635131383FF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383078A-E6BC-0085-D1CD-24B9BF2EB5DA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B3884060-5C70-2BDB-4B72-BA8C13AFB5E4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1625702-841C-6A1C-EA84-A952E222F78C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E2F59A38-BA35-93A8-287F-4D21825316EF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3D2395A6-7B24-E0A6-A44E-4A2379BA7A67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47423E6-19F3-D62B-7C86-173BA75334A7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9FD892FA-F0B0-3CEC-9B30-AAD9A6AB9D35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033B8F9-A881-53A7-EACE-297C854690EF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90A9FF52-AF3A-EA4F-E641-CBB68B94A512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77BB078-B10F-DBAD-D838-1FB950FA59C2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E476E30-3AC7-B2A4-207B-319090222BEB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DD752A3F-5802-A347-CAF3-1ED57E72066D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21D481E2-EF40-D9A1-B046-326EBE23B374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FC526DAD-9308-515E-3B9C-5E1FA7D18DE1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D8285A5D-F594-77E2-D929-8EB981D15FA6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0A4564D2-0E82-3BB0-6504-CBAFB7DF1AD4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209A093D-FA44-B6C8-F0F1-25FB0127E72C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98EBF968-C612-197D-1C89-8536D803A644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D0A353C3-9758-85CE-1D7A-49BAA74958A5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C11C6A9A-8CDE-0A22-AADE-F523F1EAF1FB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FF80BD4-4E0E-09EE-073B-FAC13FFC57EC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1670CD5-FDFC-FF54-153A-82B2EB18B2BD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111529DC-51AE-217F-741A-EF873BB8ADAC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8FB72ED1-AEB4-254E-8D06-1DC3F1E8B130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4DB647D-F518-7D9B-7F6B-2FE5AB2A2E8A}"/>
                </a:ext>
              </a:extLst>
            </p:cNvPr>
            <p:cNvSpPr/>
            <p:nvPr/>
          </p:nvSpPr>
          <p:spPr>
            <a:xfrm rot="18003613">
              <a:off x="1797887" y="3435138"/>
              <a:ext cx="1975134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AB687C2-7A76-AB36-F2FA-94E8DDD0E58A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473B52D1-68E1-500B-09C1-20897F0A6E8C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D3DB4E47-4F76-D3DB-D092-AE32735DF2FF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31DBC1C7-35BA-F19E-7ED3-1E8E0023CD41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BC5794A4-F7D1-0C5E-E9A9-DD3944ED1CEA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D9A79329-5C68-0921-5962-BD53FF680580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CA858504-8BF2-C447-8009-6E9AF467ABFE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8EC3BB84-2CCB-8BED-ECB6-7FBF455229F6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03926B29-5B7D-2B52-BD19-C20421DFF319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F0584B95-A11C-CE09-2014-2BA69918A287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72AD6E30-CF41-D552-6AE5-91D939E6622C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1CCB2951-7201-303C-9E8F-A8C5D7BFC999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56D589F1-894E-C325-C139-15FA88B7976D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B6389090-EC99-DF96-B425-CEE8ECA799C2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F4603BB6-AAE6-C582-D393-4EBCA64114E8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00AB6978-A0F3-7C8E-5B06-A1E03ECD1DFC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6F2C1A67-DB6E-1E73-D825-D32AC7A3E3E3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78665DF3-E5BE-3CCE-C234-F5097EBD6EFC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B26DA4DF-8C76-1EC7-B347-33D013A3BE92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ACBEFA57-6BD0-D1DC-E9F4-35F227095D0A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28B97CFE-7541-20CD-739B-2BED5662D0BC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DA4365CF-D73C-61C4-24E3-5E3B006B49D9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D4C02A70-64F5-3613-479E-DCB68AE54F71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806EC973-3FDA-8EC6-87EB-7A6AD248EE23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355024F6-35BD-4646-92A3-D730E5CF802B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396152D1-5A71-ABB6-1099-670DFEB6CC5D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CCC9657F-B3BE-0FD5-CD2E-A8C2653C5556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46BB1AD6-C46D-6B9D-7B6B-641559B2E7E4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4400519D-EFDD-CAB1-FED3-7724D069F624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94100C82-9713-0D41-D2F2-ACB28CB21C1F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52328E00-2E77-1D47-A35F-263A85FACA37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B548ED0C-9BF0-F18D-D7E3-0BED18F39B42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14974FBE-C21C-5D08-EEF4-4B1C536D4CB7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54ED5140-222F-FDAA-DECD-91AED79FB5ED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B241633A-6795-F323-009B-E827502E93CB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F49AA6B5-71BB-FA8B-5B59-BA7A1C722669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E2258CCD-3963-9C00-AFA1-ADAC7FC810B6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FA82DE6E-689E-0152-CE7F-0A0A2E4427CB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CE2EE841-B97B-00D9-8130-26D777339B23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59E28833-0EDC-81EA-56DA-02A5C8B263FA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8330B97E-57D4-070F-278D-6C71193B9627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18120257-0E4F-C50D-BC6A-73C4C38CB9B0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39419869-733D-88B3-0B9E-7EA8649275B6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33E9111C-83D6-7FBE-3191-FD7133BDBA9A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398A095A-E747-CB27-C73D-31A60CCBE352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F1C9D158-922D-5A10-7BCC-DEF0FBB9F3E4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93D56DDA-5A9E-1BB9-61C2-63669923913C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5B9DD806-8F8D-DC11-8032-6F96B09B0DB1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0F1A34E4-659B-4700-B6B6-098C6236A06B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E498CF69-D9A6-3304-68F0-75C315E0B270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45AE4FCF-2705-806F-5D19-554DEF6AF5D6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A97EDBD6-F5A3-9710-6C2F-B71AFFD8961E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C4EF5C50-8B11-F24D-BF7C-CB32B8266F1E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97054E1D-4913-CAE5-20A5-E560A3EF1E19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0A489FB7-3551-9F2E-5839-1D92DC6ACD80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1314879A-3455-D0A7-F63F-CF5EFCA27646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6431A279-6248-4DFA-8BA2-2EA565AE1F5D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FD1EA0C9-2D0D-FE00-11FF-AC59AF8D2C39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D81F2321-7826-2042-0867-6C9157A81BBE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8A855B37-6204-FF14-21F8-61D50A896FBD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317AFE3A-FF0F-F1E1-B139-B08A61B79133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1F41145B-0C42-B83B-3B50-6DC20F25DCBC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925C7083-B111-4E21-7FE2-0C67D90C7E08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3B762D92-A3E9-C618-40B5-C3465F9F75D9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5C141718-3D21-D417-0AA5-61C7B7B608D2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2FA43355-6EC5-A8B2-C01E-B01B27BD9A3A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200C4234-4021-25AE-148E-15EBAD955961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6043CA93-5421-53DD-496C-DB86CBD413E5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74A71FD5-F908-FB38-89FF-805E526B3195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66F06416-730D-6477-D308-D3F2BECC1EDD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78281B20-22B7-AD94-1C1D-2A4236BDF1AB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92981D7C-A38D-2946-78D9-454A747DA952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200A920A-8A63-FC0C-FD21-C9B827B9EC29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242E1A8E-1852-2342-5D05-14A56E338026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5D08E776-FE7E-FA95-C8D6-0B6DACF9BE16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F4375A03-EC51-FAD7-69CF-7F8AF00B8EFC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2BF47DF2-C048-1A6B-83D2-2953F4986424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0DC302DF-5358-2E15-DDED-31CD24C3C4BB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DFAE38CC-F52B-5859-9CFF-4128E41F42BF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D32024A1-D764-8946-C141-B90E25A9EDE5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2041EBE2-521D-AA3D-4327-A418EF6EA921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E3AEA253-9EFB-2159-ABA8-311B881133C7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2768B960-B937-3AF8-DA30-7795BD43BDE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BA7B18C3-27A4-1F9B-881F-83C6C82BEBFE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3191FBBB-40B2-D835-E7A8-8E805F97CB6F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98E7921B-B257-3582-9989-DFBA5C7CA7E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8FD0BF17-0AF0-433F-EA40-AA773042D380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0C8E86C2-65C8-1FD1-121A-2E44C594256B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3185E1DF-A6E8-669F-E282-F7CFDA47A06D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F82EC847-310D-5DE4-0EE5-E299A1FF275F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6C2C7459-27DC-15C7-C986-B00A49777FFD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9E5C1CD6-F3E0-45F9-386D-01D7601735AB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DC3099D1-E6EF-E938-85ED-A6AE19991B30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DD948DB5-93C0-47C9-F6BC-3CD546208FB0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DE60702B-406F-B4CE-1FFE-D6A72CA5DC42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E7255664-37FB-40DE-0A94-0422136A7B44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81325093-489A-A74C-AB41-445969429A75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65B1F4D3-DF0B-AEC3-5B7E-347DA9815C56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4D7AAE64-32F5-BF06-D331-E5EAD48F2740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DE01370E-87D0-3766-ECE5-4F274CF3BBF1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5BD5A4A9-D5EA-54C2-40FD-B501ECFB7BE6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9006B2DB-7E99-06B3-918A-AF68777D4C7E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7022FF00-BB12-566A-F21E-D3ECE99C8108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23A10AF9-45E1-987F-B36B-B7422C03FBE7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67739914-1A79-E6B3-3D35-1EA13F5CCBEB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AF885DE3-6097-0F50-983B-ACD2AC8A4317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E4936D37-3336-1F64-7499-5851843B0AFC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C7A0FE5E-7B7C-7EC7-8FD2-1FDEED6AB5CF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3ED7A24B-2BD3-8ECC-EC26-5238EC74C31C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9E2E2526-0F56-55FA-3E29-5065F515507E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00312BB5-D498-55EB-67AE-139BCD7929F5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8F3558ED-4A10-E861-BD5A-E5B1628D74FE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43E1A7F3-6014-C77E-1646-29B9B50CA8FC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D73285E1-A82E-0F62-0D04-B5201E6AB60B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8BC1F95D-C26F-004A-4A77-BE3E41C3B28F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E5D220E2-128F-7591-6206-23C2DC04DD89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2080AA1C-B0BA-F85D-E03E-126622386B3A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72F9292A-1889-35CA-1293-FD3B570DC2A3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92574BF-AADF-22E8-7BC7-A2CE7E676326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0F4A4E54-FFA9-028F-7EC1-F739E87CB3A5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19B43B67-BF7E-465F-666D-A45A533DA57E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D0468C30-AC55-327E-5966-C96130033D01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40E5AB43-71CD-17BF-ABD3-82C3F9826BCB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C98394BB-27E4-3F67-7B51-5AC1046BCD1A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37EC8C1-6611-DFA7-73BF-3EA62BF6FF9D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AEDDC5B8-330F-0BDC-AF55-035734E54282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1485622B-8754-9937-E608-955F61AECEF6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9B8D8354-3C83-9A7A-286F-2030EF59A21A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A4E8582B-5FB6-9810-045A-3EB738FB616A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0DBEF68A-F364-48CA-4C57-279F1ACAB9EF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CAE60521-0E7B-F7AD-5B93-ABF9ABF7AE21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36B70619-3E1F-30DC-FB5A-611B6DA76959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804D75F8-DB77-4E5D-02E6-3D5EB9687131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3C8EC5A7-14E7-C134-9E1C-9B615BE6A99D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984E46E7-1029-C218-5BAA-67B607DAF461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C57B4307-29E9-23AB-4147-D4ABA37F10F3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B70A097B-61BA-E711-6DEC-0EB02AA6C25E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95D5181E-6A59-961D-7EE6-6AA7B85A8169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C53F9372-BC0E-7A37-8DEB-D3BFE284E743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8E26032A-D3BA-DF30-F62A-BC04FD3BA196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E6942153-BBBF-90CE-EE4C-FF646B1976C1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CBB23774-1DBF-9D2F-D386-455B3E1CB284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74FDD593-B38A-4A5B-7785-7FCA3A81DFD0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9AE28C5-3438-DE13-FF4D-3B51B7DB65D1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5C46B29D-7C45-31A3-94A2-1E838983E190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7326BF66-A64A-A49C-AC52-70C903596E8B}"/>
                </a:ext>
              </a:extLst>
            </p:cNvPr>
            <p:cNvSpPr/>
            <p:nvPr/>
          </p:nvSpPr>
          <p:spPr>
            <a:xfrm rot="16200000">
              <a:off x="5963276" y="3341056"/>
              <a:ext cx="2281099" cy="1315915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9164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D8ED-E83E-2332-EB0D-E0757655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BB8539CE-1A9E-E543-340F-C2A283A3F981}"/>
              </a:ext>
            </a:extLst>
          </p:cNvPr>
          <p:cNvSpPr txBox="1"/>
          <p:nvPr/>
        </p:nvSpPr>
        <p:spPr>
          <a:xfrm>
            <a:off x="2860158" y="5603358"/>
            <a:ext cx="106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AJT_r</a:t>
            </a:r>
            <a:r>
              <a:rPr lang="en-US" dirty="0"/>
              <a:t> 8/9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0D62D94-48B0-BD4B-8C22-9B671B6AC144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89389A1A-B772-2BD0-288D-2731F161FB3B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B70643E6-7C92-BFA0-7BDC-8ECCE9BF3768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3732F0B0-D670-ADC1-A384-5374625B63D5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83544610-CB26-7F18-8AB4-CD75E652530E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9019398A-25A8-B1D5-B10F-B85AD579A8B9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602801FE-05DC-4B4C-7749-995110E35158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66884737-AE04-8957-5A31-84999A01D13D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76034307-B359-27B7-3A63-F987A07E9B6F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64ED2C6D-1CA9-7C1F-5CBD-43CEA486A791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3B2ABAA8-33C0-0C7C-B3E9-481D449F8CC2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4BFE1FC3-056C-85CA-C86B-9FD796108D59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6F170332-3C4F-0C94-41C9-6D42024EC4C0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63ACF732-C957-55E0-B387-BD010966A5D1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3B4847EB-D3B8-BDD9-D4EB-2A2AE0A92094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7F96C95D-110A-8F46-DCDC-298B3820D740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F8A0FCBF-65A2-9136-8017-CDC6D11899FA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DD54C6F2-9DCB-3A04-0693-8F44E65DE129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DA625F5D-6ECD-05E9-CEF4-FB049C32BB63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16F672BB-FF24-4F04-3475-9DE830EAF4DB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900F3529-C80D-A0D4-319D-23DFD7172E04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A7891F56-7869-8F8A-DC71-03B4ED69BE2B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3AC506A7-A73E-92E4-C0C1-E5C60A765E8C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87656970-AC10-DDBA-D97C-AAEF41FF75B6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0BA62CFF-7F1E-092F-DE41-69AB91AEA73D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0141B128-8B2F-9D5F-DB44-7D78A32B74CB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A7BFFBD6-38D7-EAD2-B628-03E2987E8586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6732B36A-1D5F-8210-DD71-D4010602BFB2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6B554DBB-DC2E-CEE6-993E-9966CE8B0C39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73D1CE76-B22A-48F4-0DE0-E68FEAE362A3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8B226E5D-B573-4E82-B275-9DD7DC9BCD6D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ABF738BC-11EC-48BA-3C33-EE0C56CE30B1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C93646A9-8574-1E89-58E4-E5E29E9FDABD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DD2AFECF-C919-FAFD-AFC3-FAC5DD2AC211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04CDCAC8-1FA5-C0FE-4CC9-3D7B9F4FD56E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D41B0FB5-40E0-10AD-6F36-FE1479269222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49F32B64-F5D7-CDCC-4ACB-E1A7AAECA1D2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39BC0173-9951-FAAB-57B1-8BE87C7B788C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CD09EE0D-5590-22F7-E6A4-2EFFD0879258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C3B572B9-B2AC-9279-0AA4-A23C2415EE59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C3BAC97F-0F5B-BFBF-3EFB-29F3DFFE9509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19D92310-C2BB-C328-3025-E214B656C8CE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8EE63BEA-D0A0-9E18-9395-65934D9454AA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76C7F8A8-7F38-8BF2-1856-5329CB92413E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C3C9166E-C5FE-2E12-DFAA-820D7792114E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9AECDEB3-2A81-6670-F538-CE7E520BEADE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D762DA0B-C161-903B-F2DF-A94C394B9AC2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A53064B6-7D72-9372-C88F-239C611A39AB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F28DF9A9-5366-182D-E1B1-B69BBCC4B753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A8741AD1-B0E5-8989-0F63-681554BBD5E2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D8BF59B4-6C7F-A014-BE83-EF67CCA17FC3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F6B11936-3CF8-BD9A-9AAA-3A28470AEEDB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36B4196A-DA61-1CB1-D62A-84F081F1D2C2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4872FC80-1517-890F-C872-EC4C6A00CEA6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EF02AD62-D6F9-E56D-B367-BA9C143C2884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51DD44A8-3336-8D5D-A581-7E6A77526C71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15BB42BA-ED75-F1F8-F1F0-F7ADE4642BE0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C8C517A9-A288-5C81-A31F-905EAA68B9D3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A8844258-BA91-BCF0-367E-0BF5BC9F016E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B467E9A2-5456-0409-51C4-049A7F3B06D0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FA33FAFD-B3C4-5586-1F8E-C69003216874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7332ECB5-B162-FD83-7C48-60A2EC8E6D88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66F27527-E29D-CE15-076C-C81A7D211E04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9624107B-CB79-C788-90DE-FA3865512EC1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61C0DFF2-EE14-26E4-F9CA-9210E3B40A39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9B6CD860-8325-6BE5-87AE-41C5E4D26288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1E185C97-E4FF-9168-E447-44F1F7B14894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60BEC6E5-3A30-79BE-3D2D-83785B2437D1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C7D371FE-D4FF-CD75-F9D8-905D684B1765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8A131005-CB53-9819-F15D-2CED8D20A4E5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AF61BABC-E527-966E-013D-88504B0703D5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EE21900F-1B1B-45CC-8DCE-9B6D96421828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6A3ABA4F-F0F5-3D03-4500-18F64BEC3A1F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5E9744E7-D548-265B-5D1C-B55D1F66DCE0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89B4FFB1-EEDC-3CE4-D605-7E16740390A1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F364AEB5-5204-67AF-9D69-AD8E6CC0CD67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F8ABD4AA-8929-F454-1CC1-B7E8846DC782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B010B6E3-E25B-5AA3-71A2-3FC9A6EE2660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A082F6AE-1654-0AF9-611D-AE6F557BD96E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2BA3AA5B-5832-7192-425B-E09C92E1EAA1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AAA50045-DED0-3AC1-FF7C-C08E0D7987A4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D5500D68-F46F-B47F-80EC-E0DB85875052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3E8B81EA-3B35-F79F-C7F7-ADDEC1703322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3BFC9BC1-B62F-D518-9545-6BB7BE37A7EE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CA810BD2-F780-8F59-8F50-BD588A93FB31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80457990-1D54-7AB5-DAED-3050363E512C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7B68EB24-FC0D-BC51-3F21-F0CD86650B37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919319EA-2836-6C49-B76C-4A241C5AC9EA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960E75B3-D6D0-B8C7-A56D-3A21FEE06B4A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C197220E-6C8F-88BD-00D5-9E5904B20A2D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098C5BB5-C05A-7736-633C-3C9C68B1DD2A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6E0FC3F4-81C3-0AE8-B9E5-79357A371F03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D62C87C8-6EAB-47EC-CC63-90E7049E3822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15418E6A-9879-AE49-BDB4-4CF701899858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9AE72B89-9217-D335-C788-8C1DBABCA6DD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244C6DA4-3C87-24C3-1CE7-D564851B5229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01704975-ABC1-0D90-81D2-A7CD5EA671B9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D3268316-CB7D-B4A5-4244-069548DF7599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3EB7FCEC-B73D-E548-C8E7-26782CF82B0E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5F7B778F-AF2E-4179-A146-697420B044E3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63CECFC9-B877-DEAD-BA7B-74BB40DB25E8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EB80AF10-FD2D-A18F-1FF4-415034B21EEF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598CF263-5A2C-7A80-1147-809B69F879C7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941E9175-3C96-FA5A-78E8-6CB96D6A6919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1102DC52-A918-8447-0869-D41E01CC5879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E1AD063-F95C-67B9-8B02-AE360D591DE6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A63F6515-09F0-9C2B-7E7B-8FA615DD2218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125BA38-8150-7BA5-0575-9C25CA3F178F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29D20EB7-9B45-E355-126F-59C99634647C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B4E10141-621D-EB9D-C35A-9CFFE9CAB905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00455BE3-CAC2-9E81-06EA-DE4A1B0582A8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61CD4813-D32F-9C70-6259-BD45909A594C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1FEA9AC-D339-DD4C-CCD7-EE55E4A98B5A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A63C98C-EB2B-7463-0A03-1884EB16230A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FEBD123A-E0CB-4DE1-8D24-B862B840EFE3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DBD9FBB-BE38-DE7B-6390-D08E5C307E2F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F95CD3CE-0E64-6704-7FE0-0A0494A3D581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130619A-4AF5-02F6-E66C-3C8D7334844E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E7569D2-7833-F0FB-0481-D5A507DAD1B7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4E9E01A5-64BD-3A83-E149-83061EF8C529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B56FF07B-22E3-8E1D-8DA0-600987A3CF7E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3073D99F-0008-30BE-33A0-49B210064143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756F9848-799E-D71D-98A0-F05AB75DB49D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10C68B2-FF62-664F-068D-24475CF3336C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37B14F4-717B-B229-0C3B-8B65C668FF8B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FB5814EA-A4C7-004D-8DEB-9BC56E5889B2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96C998A-4344-230F-B28D-BC1D3D60F67E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097B77A-AC2D-5366-9F9B-C32D7FF70FCC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1DF2584-410E-E196-14DC-E01974A26720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0982629-40F2-D7E4-C5A7-74733E83A15E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AC7789A4-44C2-C420-0965-0B3244ED596F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E8AEBAC3-4693-1C8E-F959-943DC9C2E4CF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2A467074-1956-24F6-934F-047E6391A2CD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809F560E-2299-3DB7-677C-72937849E7F7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87A567BA-99E8-FDB7-A129-F077D5443906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2D53A454-90A2-1AC3-D13C-681F76C50FE3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D0C0BD7-FCED-90D4-0462-68A1B40C8CD0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DAD5DBD7-71BA-8813-2319-F99A4A73B88F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458EEE8-A59D-77B4-7095-F65B517F2F5E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F0AFB26D-25E9-8BD6-8FBD-B33631B7854C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9386C5E7-D6ED-D39C-9529-479C5FB25D48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139A2810-D73C-83CD-5EE4-05D510E64096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30E07143-B917-6C3E-87FA-D026954D6409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FF623A8-6E1B-CAF6-EE66-E9CD169E7EF1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47C62930-D648-2C83-2A2A-FD138BA7C7B2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45" name="Parallelogram 144">
              <a:extLst>
                <a:ext uri="{FF2B5EF4-FFF2-40B4-BE49-F238E27FC236}">
                  <a16:creationId xmlns:a16="http://schemas.microsoft.com/office/drawing/2014/main" id="{A44AC5AE-2F17-4F0F-3128-6A07EA09B4BA}"/>
                </a:ext>
              </a:extLst>
            </p:cNvPr>
            <p:cNvSpPr/>
            <p:nvPr/>
          </p:nvSpPr>
          <p:spPr>
            <a:xfrm rot="1188100">
              <a:off x="2085398" y="3041048"/>
              <a:ext cx="2077639" cy="1939909"/>
            </a:xfrm>
            <a:prstGeom prst="parallelogram">
              <a:avLst>
                <a:gd name="adj" fmla="val 17760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9" name="TextBox 438">
            <a:extLst>
              <a:ext uri="{FF2B5EF4-FFF2-40B4-BE49-F238E27FC236}">
                <a16:creationId xmlns:a16="http://schemas.microsoft.com/office/drawing/2014/main" id="{28FA9C4B-4AC4-7677-2E14-B9D94EB14000}"/>
              </a:ext>
            </a:extLst>
          </p:cNvPr>
          <p:cNvSpPr txBox="1"/>
          <p:nvPr/>
        </p:nvSpPr>
        <p:spPr>
          <a:xfrm>
            <a:off x="7829151" y="5603358"/>
            <a:ext cx="2600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JMAS_b</a:t>
            </a:r>
            <a:r>
              <a:rPr lang="en-US" dirty="0"/>
              <a:t> (Redundant) 2/5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878516B-3AC7-F27C-1DB8-2E5B61D1E0C5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D67D9BBA-61B2-33C1-AADC-14F1B270A791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  <a:solidFill>
              <a:schemeClr val="bg1"/>
            </a:solidFill>
          </p:grpSpPr>
          <p:cxnSp>
            <p:nvCxnSpPr>
              <p:cNvPr id="296" name="Connector 2">
                <a:extLst>
                  <a:ext uri="{FF2B5EF4-FFF2-40B4-BE49-F238E27FC236}">
                    <a16:creationId xmlns:a16="http://schemas.microsoft.com/office/drawing/2014/main" id="{5ECA23A4-5F85-935C-8D24-62EC349A23DA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7" name="Connector 3">
                <a:extLst>
                  <a:ext uri="{FF2B5EF4-FFF2-40B4-BE49-F238E27FC236}">
                    <a16:creationId xmlns:a16="http://schemas.microsoft.com/office/drawing/2014/main" id="{37E2DD40-03E0-EE8A-D7FB-DC74E5999299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8" name="Connector 4">
                <a:extLst>
                  <a:ext uri="{FF2B5EF4-FFF2-40B4-BE49-F238E27FC236}">
                    <a16:creationId xmlns:a16="http://schemas.microsoft.com/office/drawing/2014/main" id="{00FEE9E9-AC53-518C-8842-E6C3430B2347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9" name="Connector 5">
                <a:extLst>
                  <a:ext uri="{FF2B5EF4-FFF2-40B4-BE49-F238E27FC236}">
                    <a16:creationId xmlns:a16="http://schemas.microsoft.com/office/drawing/2014/main" id="{144EE0F3-E57F-BCEF-BCE2-2A97DE849CAC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0" name="Connector 6">
                <a:extLst>
                  <a:ext uri="{FF2B5EF4-FFF2-40B4-BE49-F238E27FC236}">
                    <a16:creationId xmlns:a16="http://schemas.microsoft.com/office/drawing/2014/main" id="{1B694D0E-D698-B0CE-6768-8AC54252AFF6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1" name="Connector 7">
                <a:extLst>
                  <a:ext uri="{FF2B5EF4-FFF2-40B4-BE49-F238E27FC236}">
                    <a16:creationId xmlns:a16="http://schemas.microsoft.com/office/drawing/2014/main" id="{59C94D84-0D98-4DA8-417E-8334F1C2E408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2" name="Connector 8">
                <a:extLst>
                  <a:ext uri="{FF2B5EF4-FFF2-40B4-BE49-F238E27FC236}">
                    <a16:creationId xmlns:a16="http://schemas.microsoft.com/office/drawing/2014/main" id="{8EDEFE61-CD23-9BDC-9785-6D72096AF535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3" name="Connector 9">
                <a:extLst>
                  <a:ext uri="{FF2B5EF4-FFF2-40B4-BE49-F238E27FC236}">
                    <a16:creationId xmlns:a16="http://schemas.microsoft.com/office/drawing/2014/main" id="{DD4C0995-466A-FFAE-6EBB-B618EDF83069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4" name="Connector 10">
                <a:extLst>
                  <a:ext uri="{FF2B5EF4-FFF2-40B4-BE49-F238E27FC236}">
                    <a16:creationId xmlns:a16="http://schemas.microsoft.com/office/drawing/2014/main" id="{5FB9786D-19DE-3B52-FDDE-B01E3A9C0FAE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5" name="Connector 11">
                <a:extLst>
                  <a:ext uri="{FF2B5EF4-FFF2-40B4-BE49-F238E27FC236}">
                    <a16:creationId xmlns:a16="http://schemas.microsoft.com/office/drawing/2014/main" id="{789CC152-C34F-6393-3540-23665CD11356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6" name="Connector 12">
                <a:extLst>
                  <a:ext uri="{FF2B5EF4-FFF2-40B4-BE49-F238E27FC236}">
                    <a16:creationId xmlns:a16="http://schemas.microsoft.com/office/drawing/2014/main" id="{C20BCE77-24EF-66D3-1801-E9F5816ECA52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7" name="Connector 13">
                <a:extLst>
                  <a:ext uri="{FF2B5EF4-FFF2-40B4-BE49-F238E27FC236}">
                    <a16:creationId xmlns:a16="http://schemas.microsoft.com/office/drawing/2014/main" id="{EAF0E018-3556-59DA-1AEF-0F977DEF4A82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8" name="Connector 14">
                <a:extLst>
                  <a:ext uri="{FF2B5EF4-FFF2-40B4-BE49-F238E27FC236}">
                    <a16:creationId xmlns:a16="http://schemas.microsoft.com/office/drawing/2014/main" id="{BDD5F3F5-18A3-1F2E-BECE-A6EE7130E5C6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9" name="Connector 15">
                <a:extLst>
                  <a:ext uri="{FF2B5EF4-FFF2-40B4-BE49-F238E27FC236}">
                    <a16:creationId xmlns:a16="http://schemas.microsoft.com/office/drawing/2014/main" id="{DACFED90-A632-B42E-C91C-0A4C60E3A100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0" name="Connector 16">
                <a:extLst>
                  <a:ext uri="{FF2B5EF4-FFF2-40B4-BE49-F238E27FC236}">
                    <a16:creationId xmlns:a16="http://schemas.microsoft.com/office/drawing/2014/main" id="{7BDC5580-1904-843E-AD74-3F0D9EA17830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1" name="Connector 17">
                <a:extLst>
                  <a:ext uri="{FF2B5EF4-FFF2-40B4-BE49-F238E27FC236}">
                    <a16:creationId xmlns:a16="http://schemas.microsoft.com/office/drawing/2014/main" id="{0F1739C7-D2B4-C9F9-8AA8-57329CA9F984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2" name="Connector 18">
                <a:extLst>
                  <a:ext uri="{FF2B5EF4-FFF2-40B4-BE49-F238E27FC236}">
                    <a16:creationId xmlns:a16="http://schemas.microsoft.com/office/drawing/2014/main" id="{F952EF26-FB33-895F-A8E8-CD4BBFF49937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3" name="Connector 19">
                <a:extLst>
                  <a:ext uri="{FF2B5EF4-FFF2-40B4-BE49-F238E27FC236}">
                    <a16:creationId xmlns:a16="http://schemas.microsoft.com/office/drawing/2014/main" id="{3BB7CB6A-4C6E-9CD2-6C2C-596FE4743F16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4" name="Connector 20">
                <a:extLst>
                  <a:ext uri="{FF2B5EF4-FFF2-40B4-BE49-F238E27FC236}">
                    <a16:creationId xmlns:a16="http://schemas.microsoft.com/office/drawing/2014/main" id="{BD1C8032-EF55-9E83-8D50-DD078F35A111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5" name="Connector 21">
                <a:extLst>
                  <a:ext uri="{FF2B5EF4-FFF2-40B4-BE49-F238E27FC236}">
                    <a16:creationId xmlns:a16="http://schemas.microsoft.com/office/drawing/2014/main" id="{12373886-7462-EC18-31F9-EB0F5F2C62E3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6" name="Connector 22">
                <a:extLst>
                  <a:ext uri="{FF2B5EF4-FFF2-40B4-BE49-F238E27FC236}">
                    <a16:creationId xmlns:a16="http://schemas.microsoft.com/office/drawing/2014/main" id="{EACBB2DC-313E-0DD1-71E0-E67F73672BEC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7" name="Connector 23">
                <a:extLst>
                  <a:ext uri="{FF2B5EF4-FFF2-40B4-BE49-F238E27FC236}">
                    <a16:creationId xmlns:a16="http://schemas.microsoft.com/office/drawing/2014/main" id="{74877E9D-E77B-B9DC-9E14-C8011AAA5165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8" name="Connector 24">
                <a:extLst>
                  <a:ext uri="{FF2B5EF4-FFF2-40B4-BE49-F238E27FC236}">
                    <a16:creationId xmlns:a16="http://schemas.microsoft.com/office/drawing/2014/main" id="{43FDF2E3-BE72-B9C8-7029-50D63646FC1D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9" name="Connector 25">
                <a:extLst>
                  <a:ext uri="{FF2B5EF4-FFF2-40B4-BE49-F238E27FC236}">
                    <a16:creationId xmlns:a16="http://schemas.microsoft.com/office/drawing/2014/main" id="{ED4996C4-3D7C-A584-F17E-C179137D89A5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0" name="Connector 26">
                <a:extLst>
                  <a:ext uri="{FF2B5EF4-FFF2-40B4-BE49-F238E27FC236}">
                    <a16:creationId xmlns:a16="http://schemas.microsoft.com/office/drawing/2014/main" id="{81245B16-AEA1-0065-209C-FFE2A918E337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1" name="Connector 27">
                <a:extLst>
                  <a:ext uri="{FF2B5EF4-FFF2-40B4-BE49-F238E27FC236}">
                    <a16:creationId xmlns:a16="http://schemas.microsoft.com/office/drawing/2014/main" id="{99F5A1ED-A2F1-8ADF-6E9C-11DED76F43FE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2" name="Connector 28">
                <a:extLst>
                  <a:ext uri="{FF2B5EF4-FFF2-40B4-BE49-F238E27FC236}">
                    <a16:creationId xmlns:a16="http://schemas.microsoft.com/office/drawing/2014/main" id="{7191E72E-3693-D36C-8A47-D04CDBC6DBFA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3" name="Connector 29">
                <a:extLst>
                  <a:ext uri="{FF2B5EF4-FFF2-40B4-BE49-F238E27FC236}">
                    <a16:creationId xmlns:a16="http://schemas.microsoft.com/office/drawing/2014/main" id="{2D373199-5B24-A2C7-5AD1-577F51AB647B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4" name="Connector 30">
                <a:extLst>
                  <a:ext uri="{FF2B5EF4-FFF2-40B4-BE49-F238E27FC236}">
                    <a16:creationId xmlns:a16="http://schemas.microsoft.com/office/drawing/2014/main" id="{C241E91E-2F76-DDB2-E064-426CF3F78022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5" name="Connector 31">
                <a:extLst>
                  <a:ext uri="{FF2B5EF4-FFF2-40B4-BE49-F238E27FC236}">
                    <a16:creationId xmlns:a16="http://schemas.microsoft.com/office/drawing/2014/main" id="{F5670229-6994-D93D-DABA-0AA3566386C0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6" name="Connector 32">
                <a:extLst>
                  <a:ext uri="{FF2B5EF4-FFF2-40B4-BE49-F238E27FC236}">
                    <a16:creationId xmlns:a16="http://schemas.microsoft.com/office/drawing/2014/main" id="{603A6CC8-B41F-1DF6-06B8-CD90B471A036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7" name="Connector 33">
                <a:extLst>
                  <a:ext uri="{FF2B5EF4-FFF2-40B4-BE49-F238E27FC236}">
                    <a16:creationId xmlns:a16="http://schemas.microsoft.com/office/drawing/2014/main" id="{756FC3D5-1B91-C0CF-ACE7-062A9100EF26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8" name="Connector 34">
                <a:extLst>
                  <a:ext uri="{FF2B5EF4-FFF2-40B4-BE49-F238E27FC236}">
                    <a16:creationId xmlns:a16="http://schemas.microsoft.com/office/drawing/2014/main" id="{FD793B86-8027-14C4-7484-631830058E82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9" name="Connector 35">
                <a:extLst>
                  <a:ext uri="{FF2B5EF4-FFF2-40B4-BE49-F238E27FC236}">
                    <a16:creationId xmlns:a16="http://schemas.microsoft.com/office/drawing/2014/main" id="{9309EFE5-49F8-AA8B-A4CE-FE660D11BD63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0" name="Connector 36">
                <a:extLst>
                  <a:ext uri="{FF2B5EF4-FFF2-40B4-BE49-F238E27FC236}">
                    <a16:creationId xmlns:a16="http://schemas.microsoft.com/office/drawing/2014/main" id="{E7D43C2C-97F9-E850-8742-D90BE4AB8A03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1" name="Connector 37">
                <a:extLst>
                  <a:ext uri="{FF2B5EF4-FFF2-40B4-BE49-F238E27FC236}">
                    <a16:creationId xmlns:a16="http://schemas.microsoft.com/office/drawing/2014/main" id="{A2D38F7A-6433-A0F3-27D4-8436414C704A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2" name="Connector 38">
                <a:extLst>
                  <a:ext uri="{FF2B5EF4-FFF2-40B4-BE49-F238E27FC236}">
                    <a16:creationId xmlns:a16="http://schemas.microsoft.com/office/drawing/2014/main" id="{B47D35E0-469B-759A-B0E9-6C30EB8E5170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3" name="Connector 39">
                <a:extLst>
                  <a:ext uri="{FF2B5EF4-FFF2-40B4-BE49-F238E27FC236}">
                    <a16:creationId xmlns:a16="http://schemas.microsoft.com/office/drawing/2014/main" id="{78785716-E9D7-2DCD-CE0A-77BA386F45A3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4" name="Connector 40">
                <a:extLst>
                  <a:ext uri="{FF2B5EF4-FFF2-40B4-BE49-F238E27FC236}">
                    <a16:creationId xmlns:a16="http://schemas.microsoft.com/office/drawing/2014/main" id="{2E261B94-3950-2DB4-3282-365D05BBD2CB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5" name="Connector 41">
                <a:extLst>
                  <a:ext uri="{FF2B5EF4-FFF2-40B4-BE49-F238E27FC236}">
                    <a16:creationId xmlns:a16="http://schemas.microsoft.com/office/drawing/2014/main" id="{C56EE9F5-E1BD-331E-2787-10879C4B393E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6" name="Connector 42">
                <a:extLst>
                  <a:ext uri="{FF2B5EF4-FFF2-40B4-BE49-F238E27FC236}">
                    <a16:creationId xmlns:a16="http://schemas.microsoft.com/office/drawing/2014/main" id="{AF854697-4343-B7F4-E653-85477DB46B87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7" name="Connector 43">
                <a:extLst>
                  <a:ext uri="{FF2B5EF4-FFF2-40B4-BE49-F238E27FC236}">
                    <a16:creationId xmlns:a16="http://schemas.microsoft.com/office/drawing/2014/main" id="{E2E7EC59-2031-7171-2FF1-80586FF6A2BD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8" name="Connector 44">
                <a:extLst>
                  <a:ext uri="{FF2B5EF4-FFF2-40B4-BE49-F238E27FC236}">
                    <a16:creationId xmlns:a16="http://schemas.microsoft.com/office/drawing/2014/main" id="{5C3C2BEA-BF30-B662-3967-8D34AA8F0281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9" name="Connector 45">
                <a:extLst>
                  <a:ext uri="{FF2B5EF4-FFF2-40B4-BE49-F238E27FC236}">
                    <a16:creationId xmlns:a16="http://schemas.microsoft.com/office/drawing/2014/main" id="{233CC7A1-9AC2-1F45-2481-569421901D48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0" name="Connector 46">
                <a:extLst>
                  <a:ext uri="{FF2B5EF4-FFF2-40B4-BE49-F238E27FC236}">
                    <a16:creationId xmlns:a16="http://schemas.microsoft.com/office/drawing/2014/main" id="{93502E16-8845-7DDD-0B68-9D70AE1D5332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1" name="Connector 47">
                <a:extLst>
                  <a:ext uri="{FF2B5EF4-FFF2-40B4-BE49-F238E27FC236}">
                    <a16:creationId xmlns:a16="http://schemas.microsoft.com/office/drawing/2014/main" id="{4A26EC37-E6FC-7B23-0B91-5C8F24E00D59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2" name="Connector 48">
                <a:extLst>
                  <a:ext uri="{FF2B5EF4-FFF2-40B4-BE49-F238E27FC236}">
                    <a16:creationId xmlns:a16="http://schemas.microsoft.com/office/drawing/2014/main" id="{136F5194-AAB1-6115-F39F-5C44B6AAE933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3" name="Connector 49">
                <a:extLst>
                  <a:ext uri="{FF2B5EF4-FFF2-40B4-BE49-F238E27FC236}">
                    <a16:creationId xmlns:a16="http://schemas.microsoft.com/office/drawing/2014/main" id="{352E3D42-7476-601C-6CF0-6290D124BDC7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4" name="Connector 50">
                <a:extLst>
                  <a:ext uri="{FF2B5EF4-FFF2-40B4-BE49-F238E27FC236}">
                    <a16:creationId xmlns:a16="http://schemas.microsoft.com/office/drawing/2014/main" id="{9A7D33B1-67C9-48D1-AEDF-03D0F0729B91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5" name="Connector 51">
                <a:extLst>
                  <a:ext uri="{FF2B5EF4-FFF2-40B4-BE49-F238E27FC236}">
                    <a16:creationId xmlns:a16="http://schemas.microsoft.com/office/drawing/2014/main" id="{78D6FB27-B991-C50B-CD60-1F4B9BBB8E02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6" name="Connector 52">
                <a:extLst>
                  <a:ext uri="{FF2B5EF4-FFF2-40B4-BE49-F238E27FC236}">
                    <a16:creationId xmlns:a16="http://schemas.microsoft.com/office/drawing/2014/main" id="{9FDA1E37-94B4-07DB-3653-2179712CFC3D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7" name="Connector 53">
                <a:extLst>
                  <a:ext uri="{FF2B5EF4-FFF2-40B4-BE49-F238E27FC236}">
                    <a16:creationId xmlns:a16="http://schemas.microsoft.com/office/drawing/2014/main" id="{8A3CD989-8FE8-596A-77C3-D4797497BB49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8" name="Connector 54">
                <a:extLst>
                  <a:ext uri="{FF2B5EF4-FFF2-40B4-BE49-F238E27FC236}">
                    <a16:creationId xmlns:a16="http://schemas.microsoft.com/office/drawing/2014/main" id="{00A05316-F521-6628-05CA-ACD04E997FC7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9" name="Connector 55">
                <a:extLst>
                  <a:ext uri="{FF2B5EF4-FFF2-40B4-BE49-F238E27FC236}">
                    <a16:creationId xmlns:a16="http://schemas.microsoft.com/office/drawing/2014/main" id="{17E609C7-143A-9ACA-FAB3-AE5C5A84D65F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0" name="Connector 56">
                <a:extLst>
                  <a:ext uri="{FF2B5EF4-FFF2-40B4-BE49-F238E27FC236}">
                    <a16:creationId xmlns:a16="http://schemas.microsoft.com/office/drawing/2014/main" id="{E0789BB0-4C25-06E6-500B-D36879F52DFF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1" name="Connector 57">
                <a:extLst>
                  <a:ext uri="{FF2B5EF4-FFF2-40B4-BE49-F238E27FC236}">
                    <a16:creationId xmlns:a16="http://schemas.microsoft.com/office/drawing/2014/main" id="{0337E0D2-9E07-1390-50EF-401F65020657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2" name="Connector 58">
                <a:extLst>
                  <a:ext uri="{FF2B5EF4-FFF2-40B4-BE49-F238E27FC236}">
                    <a16:creationId xmlns:a16="http://schemas.microsoft.com/office/drawing/2014/main" id="{54377AF8-EE21-C728-223B-FD351086E4AC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3" name="Connector 59">
                <a:extLst>
                  <a:ext uri="{FF2B5EF4-FFF2-40B4-BE49-F238E27FC236}">
                    <a16:creationId xmlns:a16="http://schemas.microsoft.com/office/drawing/2014/main" id="{A98F59FD-B87E-FBD9-1173-90B3B08890CE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4" name="Connector 60">
                <a:extLst>
                  <a:ext uri="{FF2B5EF4-FFF2-40B4-BE49-F238E27FC236}">
                    <a16:creationId xmlns:a16="http://schemas.microsoft.com/office/drawing/2014/main" id="{02E3EE2E-A48F-6C78-B229-2B27E4D0CF75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5" name="Connector 61">
                <a:extLst>
                  <a:ext uri="{FF2B5EF4-FFF2-40B4-BE49-F238E27FC236}">
                    <a16:creationId xmlns:a16="http://schemas.microsoft.com/office/drawing/2014/main" id="{9DC8C332-146D-5E8E-FA5E-ECD20B763206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6" name="Connector 62">
                <a:extLst>
                  <a:ext uri="{FF2B5EF4-FFF2-40B4-BE49-F238E27FC236}">
                    <a16:creationId xmlns:a16="http://schemas.microsoft.com/office/drawing/2014/main" id="{0D55C77B-1EE4-CC53-A029-79F1B1C4062A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7" name="Connector 63">
                <a:extLst>
                  <a:ext uri="{FF2B5EF4-FFF2-40B4-BE49-F238E27FC236}">
                    <a16:creationId xmlns:a16="http://schemas.microsoft.com/office/drawing/2014/main" id="{DD77AE95-AFE9-9CFC-5360-1BEAD8C9884E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8" name="Connector 64">
                <a:extLst>
                  <a:ext uri="{FF2B5EF4-FFF2-40B4-BE49-F238E27FC236}">
                    <a16:creationId xmlns:a16="http://schemas.microsoft.com/office/drawing/2014/main" id="{FBBD28AF-8C69-2258-5702-DAF1F6DF10DF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9" name="Connector 65">
                <a:extLst>
                  <a:ext uri="{FF2B5EF4-FFF2-40B4-BE49-F238E27FC236}">
                    <a16:creationId xmlns:a16="http://schemas.microsoft.com/office/drawing/2014/main" id="{BB1C6FCE-F49E-454C-4F93-73E963F1B704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0" name="Connector 66">
                <a:extLst>
                  <a:ext uri="{FF2B5EF4-FFF2-40B4-BE49-F238E27FC236}">
                    <a16:creationId xmlns:a16="http://schemas.microsoft.com/office/drawing/2014/main" id="{A227EC8D-C012-B521-6C6B-8F84CB9F878D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1" name="Connector 67">
                <a:extLst>
                  <a:ext uri="{FF2B5EF4-FFF2-40B4-BE49-F238E27FC236}">
                    <a16:creationId xmlns:a16="http://schemas.microsoft.com/office/drawing/2014/main" id="{4AB18E3A-C975-EAC2-5709-D455A7BAA145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2" name="Connector 68">
                <a:extLst>
                  <a:ext uri="{FF2B5EF4-FFF2-40B4-BE49-F238E27FC236}">
                    <a16:creationId xmlns:a16="http://schemas.microsoft.com/office/drawing/2014/main" id="{9D73C27E-7715-6C9F-7F4B-4006290C470A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3" name="Connector 69">
                <a:extLst>
                  <a:ext uri="{FF2B5EF4-FFF2-40B4-BE49-F238E27FC236}">
                    <a16:creationId xmlns:a16="http://schemas.microsoft.com/office/drawing/2014/main" id="{3EE87BAE-80CF-C205-3047-BB815E8F5944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4" name="Connector 70">
                <a:extLst>
                  <a:ext uri="{FF2B5EF4-FFF2-40B4-BE49-F238E27FC236}">
                    <a16:creationId xmlns:a16="http://schemas.microsoft.com/office/drawing/2014/main" id="{6EEC4CF8-FCC5-DDBC-BEE3-3A0A931F5425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5" name="Connector 71">
                <a:extLst>
                  <a:ext uri="{FF2B5EF4-FFF2-40B4-BE49-F238E27FC236}">
                    <a16:creationId xmlns:a16="http://schemas.microsoft.com/office/drawing/2014/main" id="{D4D81B29-2604-71C5-C6C8-FCB2C9D276F0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6" name="Connector 72">
                <a:extLst>
                  <a:ext uri="{FF2B5EF4-FFF2-40B4-BE49-F238E27FC236}">
                    <a16:creationId xmlns:a16="http://schemas.microsoft.com/office/drawing/2014/main" id="{B08CBAEC-D0D6-0136-C37A-470B716974B9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7" name="Connector 73">
                <a:extLst>
                  <a:ext uri="{FF2B5EF4-FFF2-40B4-BE49-F238E27FC236}">
                    <a16:creationId xmlns:a16="http://schemas.microsoft.com/office/drawing/2014/main" id="{B5412C43-B849-24AB-A981-CCD7DC606807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8" name="Connector 74">
                <a:extLst>
                  <a:ext uri="{FF2B5EF4-FFF2-40B4-BE49-F238E27FC236}">
                    <a16:creationId xmlns:a16="http://schemas.microsoft.com/office/drawing/2014/main" id="{C7FAF54E-5578-38F0-6ADE-961173AA9A23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9" name="Connector 75">
                <a:extLst>
                  <a:ext uri="{FF2B5EF4-FFF2-40B4-BE49-F238E27FC236}">
                    <a16:creationId xmlns:a16="http://schemas.microsoft.com/office/drawing/2014/main" id="{DF4E7E24-DD5B-C820-423A-EEE54B0B8D78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0" name="Connector 76">
                <a:extLst>
                  <a:ext uri="{FF2B5EF4-FFF2-40B4-BE49-F238E27FC236}">
                    <a16:creationId xmlns:a16="http://schemas.microsoft.com/office/drawing/2014/main" id="{3255BF45-BD83-7302-3704-9679AE08B1B0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1" name="Connector 77">
                <a:extLst>
                  <a:ext uri="{FF2B5EF4-FFF2-40B4-BE49-F238E27FC236}">
                    <a16:creationId xmlns:a16="http://schemas.microsoft.com/office/drawing/2014/main" id="{FFDE6EFD-04D7-4957-939F-1DBBBD758049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2" name="Connector 78">
                <a:extLst>
                  <a:ext uri="{FF2B5EF4-FFF2-40B4-BE49-F238E27FC236}">
                    <a16:creationId xmlns:a16="http://schemas.microsoft.com/office/drawing/2014/main" id="{D69804E1-4EA1-97FC-B514-732489FD66A3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3" name="Connector 79">
                <a:extLst>
                  <a:ext uri="{FF2B5EF4-FFF2-40B4-BE49-F238E27FC236}">
                    <a16:creationId xmlns:a16="http://schemas.microsoft.com/office/drawing/2014/main" id="{F5FF33C6-68FF-A36B-AE83-341BA22CB80B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4" name="Connector 80">
                <a:extLst>
                  <a:ext uri="{FF2B5EF4-FFF2-40B4-BE49-F238E27FC236}">
                    <a16:creationId xmlns:a16="http://schemas.microsoft.com/office/drawing/2014/main" id="{AF2C2BC2-D9AB-AE41-5293-F5DD58B98353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5" name="Connector 81">
                <a:extLst>
                  <a:ext uri="{FF2B5EF4-FFF2-40B4-BE49-F238E27FC236}">
                    <a16:creationId xmlns:a16="http://schemas.microsoft.com/office/drawing/2014/main" id="{898DF227-BBDF-7357-23B0-49DA6AC0E701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6" name="Connector 82">
                <a:extLst>
                  <a:ext uri="{FF2B5EF4-FFF2-40B4-BE49-F238E27FC236}">
                    <a16:creationId xmlns:a16="http://schemas.microsoft.com/office/drawing/2014/main" id="{437F72F4-63EB-3318-3485-B88181538C54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7" name="Connector 83">
                <a:extLst>
                  <a:ext uri="{FF2B5EF4-FFF2-40B4-BE49-F238E27FC236}">
                    <a16:creationId xmlns:a16="http://schemas.microsoft.com/office/drawing/2014/main" id="{BCCAA809-0D27-8856-5EC1-F32DB258AADC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8" name="Connector 84">
                <a:extLst>
                  <a:ext uri="{FF2B5EF4-FFF2-40B4-BE49-F238E27FC236}">
                    <a16:creationId xmlns:a16="http://schemas.microsoft.com/office/drawing/2014/main" id="{0A3E655E-8FB4-AAD7-04CB-3DB065287F4A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9" name="Connector 85">
                <a:extLst>
                  <a:ext uri="{FF2B5EF4-FFF2-40B4-BE49-F238E27FC236}">
                    <a16:creationId xmlns:a16="http://schemas.microsoft.com/office/drawing/2014/main" id="{DDFE6418-21D4-5318-AF8E-2379B1DAB29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0" name="Connector 86">
                <a:extLst>
                  <a:ext uri="{FF2B5EF4-FFF2-40B4-BE49-F238E27FC236}">
                    <a16:creationId xmlns:a16="http://schemas.microsoft.com/office/drawing/2014/main" id="{D1676951-3EC6-0B31-30FC-FBD77FF1EE7A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1" name="Connector 87">
                <a:extLst>
                  <a:ext uri="{FF2B5EF4-FFF2-40B4-BE49-F238E27FC236}">
                    <a16:creationId xmlns:a16="http://schemas.microsoft.com/office/drawing/2014/main" id="{E6CF6553-EE49-2692-7122-5E7421D1F9D9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2" name="Connector 88">
                <a:extLst>
                  <a:ext uri="{FF2B5EF4-FFF2-40B4-BE49-F238E27FC236}">
                    <a16:creationId xmlns:a16="http://schemas.microsoft.com/office/drawing/2014/main" id="{1DF1CB9D-D3B6-5FF6-F90F-493922BDA51E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3" name="Connector 89">
                <a:extLst>
                  <a:ext uri="{FF2B5EF4-FFF2-40B4-BE49-F238E27FC236}">
                    <a16:creationId xmlns:a16="http://schemas.microsoft.com/office/drawing/2014/main" id="{6845F059-EA6C-4118-8E36-EDFB4553A675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4" name="Connector 90">
                <a:extLst>
                  <a:ext uri="{FF2B5EF4-FFF2-40B4-BE49-F238E27FC236}">
                    <a16:creationId xmlns:a16="http://schemas.microsoft.com/office/drawing/2014/main" id="{ED4F8A21-04A0-8562-1D43-9C5144B9F690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5" name="Connector 91">
                <a:extLst>
                  <a:ext uri="{FF2B5EF4-FFF2-40B4-BE49-F238E27FC236}">
                    <a16:creationId xmlns:a16="http://schemas.microsoft.com/office/drawing/2014/main" id="{3EE93237-1FD4-6BCE-01E7-9ACAE8830CC2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6" name="Connector 92">
                <a:extLst>
                  <a:ext uri="{FF2B5EF4-FFF2-40B4-BE49-F238E27FC236}">
                    <a16:creationId xmlns:a16="http://schemas.microsoft.com/office/drawing/2014/main" id="{521372AF-7E27-A4B5-F9D1-9485BE9A75F4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7" name="Connector 93">
                <a:extLst>
                  <a:ext uri="{FF2B5EF4-FFF2-40B4-BE49-F238E27FC236}">
                    <a16:creationId xmlns:a16="http://schemas.microsoft.com/office/drawing/2014/main" id="{8834AC43-9CED-F6D0-62C2-98838EA125D3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8" name="Connector 94">
                <a:extLst>
                  <a:ext uri="{FF2B5EF4-FFF2-40B4-BE49-F238E27FC236}">
                    <a16:creationId xmlns:a16="http://schemas.microsoft.com/office/drawing/2014/main" id="{87E07EE2-0240-90E0-DB66-A16931D52536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9" name="Connector 95">
                <a:extLst>
                  <a:ext uri="{FF2B5EF4-FFF2-40B4-BE49-F238E27FC236}">
                    <a16:creationId xmlns:a16="http://schemas.microsoft.com/office/drawing/2014/main" id="{118E6335-6BDB-300B-ECFB-2031E089B178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0" name="Connector 96">
                <a:extLst>
                  <a:ext uri="{FF2B5EF4-FFF2-40B4-BE49-F238E27FC236}">
                    <a16:creationId xmlns:a16="http://schemas.microsoft.com/office/drawing/2014/main" id="{5DF85482-E22A-9B1C-5710-1DBA1834E0CF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1" name="Connector 97">
                <a:extLst>
                  <a:ext uri="{FF2B5EF4-FFF2-40B4-BE49-F238E27FC236}">
                    <a16:creationId xmlns:a16="http://schemas.microsoft.com/office/drawing/2014/main" id="{2617FF60-D838-2703-C283-E4F5408A29FC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2" name="Connector 98">
                <a:extLst>
                  <a:ext uri="{FF2B5EF4-FFF2-40B4-BE49-F238E27FC236}">
                    <a16:creationId xmlns:a16="http://schemas.microsoft.com/office/drawing/2014/main" id="{BD9DFA62-EE9E-B68C-EB6D-245051DE6E90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3" name="Connector 99">
                <a:extLst>
                  <a:ext uri="{FF2B5EF4-FFF2-40B4-BE49-F238E27FC236}">
                    <a16:creationId xmlns:a16="http://schemas.microsoft.com/office/drawing/2014/main" id="{09BE4729-85EC-390C-8342-DFB1FDB0BD0C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4" name="Connector 100">
                <a:extLst>
                  <a:ext uri="{FF2B5EF4-FFF2-40B4-BE49-F238E27FC236}">
                    <a16:creationId xmlns:a16="http://schemas.microsoft.com/office/drawing/2014/main" id="{66B980A1-9D11-3628-79D3-F4DBEC32898F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5" name="Connector 101">
                <a:extLst>
                  <a:ext uri="{FF2B5EF4-FFF2-40B4-BE49-F238E27FC236}">
                    <a16:creationId xmlns:a16="http://schemas.microsoft.com/office/drawing/2014/main" id="{230283EF-5087-EE6C-09E2-60250274ACD6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6" name="Connector 102">
                <a:extLst>
                  <a:ext uri="{FF2B5EF4-FFF2-40B4-BE49-F238E27FC236}">
                    <a16:creationId xmlns:a16="http://schemas.microsoft.com/office/drawing/2014/main" id="{7B41D080-A22A-0661-AE5E-ED57D52659CA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E6B80CDF-BAF4-3232-4190-24A801B90A1F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35CF4427-E4B4-7E5F-A0E2-DFC9ADC175CB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8377306D-19A8-C80A-2DAD-4BEEBA5E0275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3900B534-398F-56DA-749F-A9298672D17B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1" name="Oval 400">
                <a:extLst>
                  <a:ext uri="{FF2B5EF4-FFF2-40B4-BE49-F238E27FC236}">
                    <a16:creationId xmlns:a16="http://schemas.microsoft.com/office/drawing/2014/main" id="{4D8127A7-AA49-5983-367D-78CC3930ECD4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526574ED-38F0-F1B8-9989-360721FCE303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1A2831A4-0BCE-BD45-6A40-E4FA5D388EF1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70DD7F52-1D5E-958C-FCBA-012CB4E7F388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B6911477-0D97-F381-FBC5-0BB2BB824AB4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99B59368-432D-A62A-57D6-A9864BBDA703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EC6280BC-64A7-19AC-5463-EC4283316D4F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AC786516-F84C-7FAF-5E0B-9553DCCC4E3E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067B1E7B-58A2-E122-D1E2-06BF5AE0029D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F4E5AFB4-05FC-1551-0272-EEA4FB00E28D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34D42230-BA0B-34CE-D7E4-22D746773569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364A29C3-AD63-BABC-9013-8DD3FEEF9278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1E52DF9F-8698-CDE6-F750-3E8AEB1F8A93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ABE7DE72-4FDA-C652-F5AD-B8B9F8ABBC0F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674510E2-A8C4-ED5D-E6C4-995C3E6151D2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A3BB2C34-F088-4AD8-91EB-A07D3EA539EF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7C5A20D-2F35-B548-C5C7-F32D1243A7A0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B53B330B-67DF-A98D-2286-9EC388497FA4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9" name="Oval 418">
                <a:extLst>
                  <a:ext uri="{FF2B5EF4-FFF2-40B4-BE49-F238E27FC236}">
                    <a16:creationId xmlns:a16="http://schemas.microsoft.com/office/drawing/2014/main" id="{4D3013B2-2B12-A9E0-A28B-375D54A814FB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DBE39172-8936-E713-7B45-4C0E5A69E527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355F6947-F1A9-C1C6-EAF7-1C955C674F0F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862EF990-07E3-96C1-6FE6-9D8274A291C7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784CAE1E-1536-F737-25CF-4576CF437D43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A9A5AACF-31BF-841C-CCAD-AE5B96ADFDBA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46D1D37B-8C5F-AD59-330A-90EFB24F5740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DEFB3557-684F-A9B0-8163-B9EF08EBFF2D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2A53C459-A488-1AD0-B6F4-0F66E0995BB4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A290CD61-767E-5119-C221-F9D84DB6E1A3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2272E4C8-BB60-FAC9-DE8F-FA52ADE9A03A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BE059802-B88D-E789-0FEA-A19110A6E261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1" name="Oval 430">
                <a:extLst>
                  <a:ext uri="{FF2B5EF4-FFF2-40B4-BE49-F238E27FC236}">
                    <a16:creationId xmlns:a16="http://schemas.microsoft.com/office/drawing/2014/main" id="{05A5D46D-BD7F-EAA0-29D1-82F737CC19ED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3660A5F2-43FF-0D24-392D-F1D422D41720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1937804E-4015-41E7-731B-B15207832A02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AA4B3E36-A4BE-20A3-DAE1-7E58EA8F6A71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6436635E-F624-ABE0-3C27-6DAAC7FA1F0A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F07CA1CB-36EA-6640-D6E5-5E3E80401414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1F143499-2448-F5F2-0A21-212F471C992E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AE5A2732-8651-56D9-DF54-FB14E67F5612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925EA99D-01F9-CC88-8BED-5F822908D036}"/>
                </a:ext>
              </a:extLst>
            </p:cNvPr>
            <p:cNvSpPr/>
            <p:nvPr/>
          </p:nvSpPr>
          <p:spPr>
            <a:xfrm rot="16200000">
              <a:off x="7514437" y="2916308"/>
              <a:ext cx="1135764" cy="3307734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F5B9-345A-CB81-45E5-5E6FAFBE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43DF4B-76D2-5B8D-2A25-0E8D1A6DA542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960120" y="2248299"/>
            <a:chExt cx="3895344" cy="3695300"/>
          </a:xfrm>
        </p:grpSpPr>
        <p:cxnSp>
          <p:nvCxnSpPr>
            <p:cNvPr id="2" name="Connector 2">
              <a:extLst>
                <a:ext uri="{FF2B5EF4-FFF2-40B4-BE49-F238E27FC236}">
                  <a16:creationId xmlns:a16="http://schemas.microsoft.com/office/drawing/2014/main" id="{25B7DD98-3623-5156-2874-8702620FE5DD}"/>
                </a:ext>
              </a:extLst>
            </p:cNvPr>
            <p:cNvCxnSpPr/>
            <p:nvPr/>
          </p:nvCxnSpPr>
          <p:spPr>
            <a:xfrm>
              <a:off x="1097280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" name="Connector 3">
              <a:extLst>
                <a:ext uri="{FF2B5EF4-FFF2-40B4-BE49-F238E27FC236}">
                  <a16:creationId xmlns:a16="http://schemas.microsoft.com/office/drawing/2014/main" id="{89380757-54E0-F3A4-BDE1-45E645FF87C2}"/>
                </a:ext>
              </a:extLst>
            </p:cNvPr>
            <p:cNvCxnSpPr/>
            <p:nvPr/>
          </p:nvCxnSpPr>
          <p:spPr>
            <a:xfrm flipV="1">
              <a:off x="109728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" name="Connector 4">
              <a:extLst>
                <a:ext uri="{FF2B5EF4-FFF2-40B4-BE49-F238E27FC236}">
                  <a16:creationId xmlns:a16="http://schemas.microsoft.com/office/drawing/2014/main" id="{5A9017C3-44FD-BB4D-3C27-613A8934973E}"/>
                </a:ext>
              </a:extLst>
            </p:cNvPr>
            <p:cNvCxnSpPr/>
            <p:nvPr/>
          </p:nvCxnSpPr>
          <p:spPr>
            <a:xfrm>
              <a:off x="1755648" y="5806440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" name="Connector 5">
              <a:extLst>
                <a:ext uri="{FF2B5EF4-FFF2-40B4-BE49-F238E27FC236}">
                  <a16:creationId xmlns:a16="http://schemas.microsoft.com/office/drawing/2014/main" id="{CAE79681-06B8-299B-D2FF-389FD39DDABF}"/>
                </a:ext>
              </a:extLst>
            </p:cNvPr>
            <p:cNvCxnSpPr/>
            <p:nvPr/>
          </p:nvCxnSpPr>
          <p:spPr>
            <a:xfrm flipH="1" flipV="1">
              <a:off x="142646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4CCC2A1C-EC41-CBE2-D77C-0FF803CAA95C}"/>
                </a:ext>
              </a:extLst>
            </p:cNvPr>
            <p:cNvCxnSpPr/>
            <p:nvPr/>
          </p:nvCxnSpPr>
          <p:spPr>
            <a:xfrm flipV="1">
              <a:off x="175564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" name="Connector 7">
              <a:extLst>
                <a:ext uri="{FF2B5EF4-FFF2-40B4-BE49-F238E27FC236}">
                  <a16:creationId xmlns:a16="http://schemas.microsoft.com/office/drawing/2014/main" id="{509C0AFA-8850-CD6C-BC71-FD85FABB139F}"/>
                </a:ext>
              </a:extLst>
            </p:cNvPr>
            <p:cNvCxnSpPr/>
            <p:nvPr/>
          </p:nvCxnSpPr>
          <p:spPr>
            <a:xfrm>
              <a:off x="2414015" y="5806440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" name="Connector 8">
              <a:extLst>
                <a:ext uri="{FF2B5EF4-FFF2-40B4-BE49-F238E27FC236}">
                  <a16:creationId xmlns:a16="http://schemas.microsoft.com/office/drawing/2014/main" id="{B8E9205B-2F77-64F1-48B6-D2D400B9F025}"/>
                </a:ext>
              </a:extLst>
            </p:cNvPr>
            <p:cNvCxnSpPr/>
            <p:nvPr/>
          </p:nvCxnSpPr>
          <p:spPr>
            <a:xfrm flipH="1" flipV="1">
              <a:off x="208483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EC41E658-C504-89C9-91C3-0C44789D2991}"/>
                </a:ext>
              </a:extLst>
            </p:cNvPr>
            <p:cNvCxnSpPr/>
            <p:nvPr/>
          </p:nvCxnSpPr>
          <p:spPr>
            <a:xfrm flipV="1">
              <a:off x="241401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B554C618-11F3-DFAC-36EB-667BF78F7AEC}"/>
                </a:ext>
              </a:extLst>
            </p:cNvPr>
            <p:cNvCxnSpPr/>
            <p:nvPr/>
          </p:nvCxnSpPr>
          <p:spPr>
            <a:xfrm>
              <a:off x="3072384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1C1D9F64-BD7A-2B20-0365-D1B64FAE4623}"/>
                </a:ext>
              </a:extLst>
            </p:cNvPr>
            <p:cNvCxnSpPr/>
            <p:nvPr/>
          </p:nvCxnSpPr>
          <p:spPr>
            <a:xfrm flipH="1" flipV="1">
              <a:off x="274320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2" name="Connector 12">
              <a:extLst>
                <a:ext uri="{FF2B5EF4-FFF2-40B4-BE49-F238E27FC236}">
                  <a16:creationId xmlns:a16="http://schemas.microsoft.com/office/drawing/2014/main" id="{B0BD208D-47D3-5922-D7FD-5560499F6F75}"/>
                </a:ext>
              </a:extLst>
            </p:cNvPr>
            <p:cNvCxnSpPr/>
            <p:nvPr/>
          </p:nvCxnSpPr>
          <p:spPr>
            <a:xfrm flipV="1">
              <a:off x="3072384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3" name="Connector 13">
              <a:extLst>
                <a:ext uri="{FF2B5EF4-FFF2-40B4-BE49-F238E27FC236}">
                  <a16:creationId xmlns:a16="http://schemas.microsoft.com/office/drawing/2014/main" id="{4ABFE8F8-0659-8E63-0685-BECC6F31E235}"/>
                </a:ext>
              </a:extLst>
            </p:cNvPr>
            <p:cNvCxnSpPr/>
            <p:nvPr/>
          </p:nvCxnSpPr>
          <p:spPr>
            <a:xfrm>
              <a:off x="3730752" y="5806440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0008438A-0806-BC17-C69A-D7D9531C6D75}"/>
                </a:ext>
              </a:extLst>
            </p:cNvPr>
            <p:cNvCxnSpPr/>
            <p:nvPr/>
          </p:nvCxnSpPr>
          <p:spPr>
            <a:xfrm flipH="1" flipV="1">
              <a:off x="3401568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3C226AB9-296E-0B92-622D-B7663E9D3E5A}"/>
                </a:ext>
              </a:extLst>
            </p:cNvPr>
            <p:cNvCxnSpPr/>
            <p:nvPr/>
          </p:nvCxnSpPr>
          <p:spPr>
            <a:xfrm flipV="1">
              <a:off x="3730752" y="5236276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4C4A727D-0BEE-C5BE-FBC4-BC3491E3DFB4}"/>
                </a:ext>
              </a:extLst>
            </p:cNvPr>
            <p:cNvCxnSpPr/>
            <p:nvPr/>
          </p:nvCxnSpPr>
          <p:spPr>
            <a:xfrm flipH="1" flipV="1">
              <a:off x="4059935" y="5236276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" name="Connector 17">
              <a:extLst>
                <a:ext uri="{FF2B5EF4-FFF2-40B4-BE49-F238E27FC236}">
                  <a16:creationId xmlns:a16="http://schemas.microsoft.com/office/drawing/2014/main" id="{6574596D-9991-2388-F6FB-1FE47BBE7F37}"/>
                </a:ext>
              </a:extLst>
            </p:cNvPr>
            <p:cNvCxnSpPr/>
            <p:nvPr/>
          </p:nvCxnSpPr>
          <p:spPr>
            <a:xfrm flipV="1">
              <a:off x="4389120" y="5236276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" name="Connector 18">
              <a:extLst>
                <a:ext uri="{FF2B5EF4-FFF2-40B4-BE49-F238E27FC236}">
                  <a16:creationId xmlns:a16="http://schemas.microsoft.com/office/drawing/2014/main" id="{A4DCC722-86B9-4511-50C9-40435E57CFC9}"/>
                </a:ext>
              </a:extLst>
            </p:cNvPr>
            <p:cNvCxnSpPr/>
            <p:nvPr/>
          </p:nvCxnSpPr>
          <p:spPr>
            <a:xfrm>
              <a:off x="1426464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" name="Connector 19">
              <a:extLst>
                <a:ext uri="{FF2B5EF4-FFF2-40B4-BE49-F238E27FC236}">
                  <a16:creationId xmlns:a16="http://schemas.microsoft.com/office/drawing/2014/main" id="{69BD8FF4-F57C-99EA-2DAC-D1FE77A6A64E}"/>
                </a:ext>
              </a:extLst>
            </p:cNvPr>
            <p:cNvCxnSpPr/>
            <p:nvPr/>
          </p:nvCxnSpPr>
          <p:spPr>
            <a:xfrm flipH="1" flipV="1">
              <a:off x="109728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" name="Connector 20">
              <a:extLst>
                <a:ext uri="{FF2B5EF4-FFF2-40B4-BE49-F238E27FC236}">
                  <a16:creationId xmlns:a16="http://schemas.microsoft.com/office/drawing/2014/main" id="{86C7E00F-17AA-6CD0-7E8A-01EE23A0E5E6}"/>
                </a:ext>
              </a:extLst>
            </p:cNvPr>
            <p:cNvCxnSpPr/>
            <p:nvPr/>
          </p:nvCxnSpPr>
          <p:spPr>
            <a:xfrm flipV="1">
              <a:off x="142646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" name="Connector 21">
              <a:extLst>
                <a:ext uri="{FF2B5EF4-FFF2-40B4-BE49-F238E27FC236}">
                  <a16:creationId xmlns:a16="http://schemas.microsoft.com/office/drawing/2014/main" id="{03DA2DF5-AEDD-7D10-B85E-711A2556D402}"/>
                </a:ext>
              </a:extLst>
            </p:cNvPr>
            <p:cNvCxnSpPr/>
            <p:nvPr/>
          </p:nvCxnSpPr>
          <p:spPr>
            <a:xfrm>
              <a:off x="2084832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" name="Connector 22">
              <a:extLst>
                <a:ext uri="{FF2B5EF4-FFF2-40B4-BE49-F238E27FC236}">
                  <a16:creationId xmlns:a16="http://schemas.microsoft.com/office/drawing/2014/main" id="{4FE7D43A-46C1-7643-CB24-CE526E810E5C}"/>
                </a:ext>
              </a:extLst>
            </p:cNvPr>
            <p:cNvCxnSpPr/>
            <p:nvPr/>
          </p:nvCxnSpPr>
          <p:spPr>
            <a:xfrm flipH="1" flipV="1">
              <a:off x="175564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" name="Connector 23">
              <a:extLst>
                <a:ext uri="{FF2B5EF4-FFF2-40B4-BE49-F238E27FC236}">
                  <a16:creationId xmlns:a16="http://schemas.microsoft.com/office/drawing/2014/main" id="{6AE73921-5551-AE1A-8DD8-FE223DBBA59A}"/>
                </a:ext>
              </a:extLst>
            </p:cNvPr>
            <p:cNvCxnSpPr/>
            <p:nvPr/>
          </p:nvCxnSpPr>
          <p:spPr>
            <a:xfrm flipV="1">
              <a:off x="208483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" name="Connector 24">
              <a:extLst>
                <a:ext uri="{FF2B5EF4-FFF2-40B4-BE49-F238E27FC236}">
                  <a16:creationId xmlns:a16="http://schemas.microsoft.com/office/drawing/2014/main" id="{57952789-77B3-51A8-6FAC-7361509551D0}"/>
                </a:ext>
              </a:extLst>
            </p:cNvPr>
            <p:cNvCxnSpPr/>
            <p:nvPr/>
          </p:nvCxnSpPr>
          <p:spPr>
            <a:xfrm>
              <a:off x="2743200" y="523627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" name="Connector 25">
              <a:extLst>
                <a:ext uri="{FF2B5EF4-FFF2-40B4-BE49-F238E27FC236}">
                  <a16:creationId xmlns:a16="http://schemas.microsoft.com/office/drawing/2014/main" id="{4A996118-539C-1FBF-32B5-FD3234BA8CB0}"/>
                </a:ext>
              </a:extLst>
            </p:cNvPr>
            <p:cNvCxnSpPr/>
            <p:nvPr/>
          </p:nvCxnSpPr>
          <p:spPr>
            <a:xfrm flipH="1" flipV="1">
              <a:off x="241401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" name="Connector 26">
              <a:extLst>
                <a:ext uri="{FF2B5EF4-FFF2-40B4-BE49-F238E27FC236}">
                  <a16:creationId xmlns:a16="http://schemas.microsoft.com/office/drawing/2014/main" id="{1E5E86F1-0AEE-5CDF-898A-23A59AA9D36D}"/>
                </a:ext>
              </a:extLst>
            </p:cNvPr>
            <p:cNvCxnSpPr/>
            <p:nvPr/>
          </p:nvCxnSpPr>
          <p:spPr>
            <a:xfrm flipV="1">
              <a:off x="274320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" name="Connector 27">
              <a:extLst>
                <a:ext uri="{FF2B5EF4-FFF2-40B4-BE49-F238E27FC236}">
                  <a16:creationId xmlns:a16="http://schemas.microsoft.com/office/drawing/2014/main" id="{D970302E-44A6-A5A1-500D-5D672498328E}"/>
                </a:ext>
              </a:extLst>
            </p:cNvPr>
            <p:cNvCxnSpPr/>
            <p:nvPr/>
          </p:nvCxnSpPr>
          <p:spPr>
            <a:xfrm>
              <a:off x="3401568" y="523627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" name="Connector 28">
              <a:extLst>
                <a:ext uri="{FF2B5EF4-FFF2-40B4-BE49-F238E27FC236}">
                  <a16:creationId xmlns:a16="http://schemas.microsoft.com/office/drawing/2014/main" id="{40367EAF-6573-0486-0EFD-C97B9EF0DFCB}"/>
                </a:ext>
              </a:extLst>
            </p:cNvPr>
            <p:cNvCxnSpPr/>
            <p:nvPr/>
          </p:nvCxnSpPr>
          <p:spPr>
            <a:xfrm flipH="1" flipV="1">
              <a:off x="3072384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" name="Connector 29">
              <a:extLst>
                <a:ext uri="{FF2B5EF4-FFF2-40B4-BE49-F238E27FC236}">
                  <a16:creationId xmlns:a16="http://schemas.microsoft.com/office/drawing/2014/main" id="{BE3F63C2-AF61-8FE8-7C00-11600BBC2019}"/>
                </a:ext>
              </a:extLst>
            </p:cNvPr>
            <p:cNvCxnSpPr/>
            <p:nvPr/>
          </p:nvCxnSpPr>
          <p:spPr>
            <a:xfrm flipV="1">
              <a:off x="3401568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" name="Connector 30">
              <a:extLst>
                <a:ext uri="{FF2B5EF4-FFF2-40B4-BE49-F238E27FC236}">
                  <a16:creationId xmlns:a16="http://schemas.microsoft.com/office/drawing/2014/main" id="{070A7BCE-3B30-6246-5875-7EE8755F12FC}"/>
                </a:ext>
              </a:extLst>
            </p:cNvPr>
            <p:cNvCxnSpPr/>
            <p:nvPr/>
          </p:nvCxnSpPr>
          <p:spPr>
            <a:xfrm>
              <a:off x="4059935" y="523627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" name="Connector 31">
              <a:extLst>
                <a:ext uri="{FF2B5EF4-FFF2-40B4-BE49-F238E27FC236}">
                  <a16:creationId xmlns:a16="http://schemas.microsoft.com/office/drawing/2014/main" id="{FC90946E-F5E7-1BA9-DF9D-2399DF7D4DED}"/>
                </a:ext>
              </a:extLst>
            </p:cNvPr>
            <p:cNvCxnSpPr/>
            <p:nvPr/>
          </p:nvCxnSpPr>
          <p:spPr>
            <a:xfrm flipH="1" flipV="1">
              <a:off x="3730752" y="4666113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" name="Connector 32">
              <a:extLst>
                <a:ext uri="{FF2B5EF4-FFF2-40B4-BE49-F238E27FC236}">
                  <a16:creationId xmlns:a16="http://schemas.microsoft.com/office/drawing/2014/main" id="{AEBC0CD2-79D6-E022-F250-8C4AFE522DE1}"/>
                </a:ext>
              </a:extLst>
            </p:cNvPr>
            <p:cNvCxnSpPr/>
            <p:nvPr/>
          </p:nvCxnSpPr>
          <p:spPr>
            <a:xfrm flipV="1">
              <a:off x="4059935" y="4666113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" name="Connector 33">
              <a:extLst>
                <a:ext uri="{FF2B5EF4-FFF2-40B4-BE49-F238E27FC236}">
                  <a16:creationId xmlns:a16="http://schemas.microsoft.com/office/drawing/2014/main" id="{AD3FB000-1012-51D5-5971-7A0F311BA5F0}"/>
                </a:ext>
              </a:extLst>
            </p:cNvPr>
            <p:cNvCxnSpPr/>
            <p:nvPr/>
          </p:nvCxnSpPr>
          <p:spPr>
            <a:xfrm flipH="1" flipV="1">
              <a:off x="4389120" y="4666113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" name="Connector 34">
              <a:extLst>
                <a:ext uri="{FF2B5EF4-FFF2-40B4-BE49-F238E27FC236}">
                  <a16:creationId xmlns:a16="http://schemas.microsoft.com/office/drawing/2014/main" id="{C8B64183-F013-E7D0-532F-DD95F09F207F}"/>
                </a:ext>
              </a:extLst>
            </p:cNvPr>
            <p:cNvCxnSpPr/>
            <p:nvPr/>
          </p:nvCxnSpPr>
          <p:spPr>
            <a:xfrm>
              <a:off x="1097280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" name="Connector 35">
              <a:extLst>
                <a:ext uri="{FF2B5EF4-FFF2-40B4-BE49-F238E27FC236}">
                  <a16:creationId xmlns:a16="http://schemas.microsoft.com/office/drawing/2014/main" id="{FEC392BF-608E-7032-66DA-921BD6F914C2}"/>
                </a:ext>
              </a:extLst>
            </p:cNvPr>
            <p:cNvCxnSpPr/>
            <p:nvPr/>
          </p:nvCxnSpPr>
          <p:spPr>
            <a:xfrm flipV="1">
              <a:off x="109728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" name="Connector 36">
              <a:extLst>
                <a:ext uri="{FF2B5EF4-FFF2-40B4-BE49-F238E27FC236}">
                  <a16:creationId xmlns:a16="http://schemas.microsoft.com/office/drawing/2014/main" id="{9C7FD64D-7D93-E09C-A4A8-E2A347688814}"/>
                </a:ext>
              </a:extLst>
            </p:cNvPr>
            <p:cNvCxnSpPr/>
            <p:nvPr/>
          </p:nvCxnSpPr>
          <p:spPr>
            <a:xfrm>
              <a:off x="1755648" y="4666113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7" name="Connector 37">
              <a:extLst>
                <a:ext uri="{FF2B5EF4-FFF2-40B4-BE49-F238E27FC236}">
                  <a16:creationId xmlns:a16="http://schemas.microsoft.com/office/drawing/2014/main" id="{0298680A-C784-F56F-32E5-42ACB1FC167F}"/>
                </a:ext>
              </a:extLst>
            </p:cNvPr>
            <p:cNvCxnSpPr/>
            <p:nvPr/>
          </p:nvCxnSpPr>
          <p:spPr>
            <a:xfrm flipH="1" flipV="1">
              <a:off x="142646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8" name="Connector 38">
              <a:extLst>
                <a:ext uri="{FF2B5EF4-FFF2-40B4-BE49-F238E27FC236}">
                  <a16:creationId xmlns:a16="http://schemas.microsoft.com/office/drawing/2014/main" id="{76E5330F-4891-A9AE-96C7-84F2B75D6658}"/>
                </a:ext>
              </a:extLst>
            </p:cNvPr>
            <p:cNvCxnSpPr/>
            <p:nvPr/>
          </p:nvCxnSpPr>
          <p:spPr>
            <a:xfrm flipV="1">
              <a:off x="175564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9" name="Connector 39">
              <a:extLst>
                <a:ext uri="{FF2B5EF4-FFF2-40B4-BE49-F238E27FC236}">
                  <a16:creationId xmlns:a16="http://schemas.microsoft.com/office/drawing/2014/main" id="{C80DBA06-4208-9403-C3FC-79BE5F1E1391}"/>
                </a:ext>
              </a:extLst>
            </p:cNvPr>
            <p:cNvCxnSpPr/>
            <p:nvPr/>
          </p:nvCxnSpPr>
          <p:spPr>
            <a:xfrm>
              <a:off x="2414015" y="4666113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0" name="Connector 40">
              <a:extLst>
                <a:ext uri="{FF2B5EF4-FFF2-40B4-BE49-F238E27FC236}">
                  <a16:creationId xmlns:a16="http://schemas.microsoft.com/office/drawing/2014/main" id="{8C402863-401D-58B5-66B9-151476E71613}"/>
                </a:ext>
              </a:extLst>
            </p:cNvPr>
            <p:cNvCxnSpPr/>
            <p:nvPr/>
          </p:nvCxnSpPr>
          <p:spPr>
            <a:xfrm flipH="1" flipV="1">
              <a:off x="208483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1" name="Connector 41">
              <a:extLst>
                <a:ext uri="{FF2B5EF4-FFF2-40B4-BE49-F238E27FC236}">
                  <a16:creationId xmlns:a16="http://schemas.microsoft.com/office/drawing/2014/main" id="{364DC3ED-731B-0AF6-284F-52381880A289}"/>
                </a:ext>
              </a:extLst>
            </p:cNvPr>
            <p:cNvCxnSpPr/>
            <p:nvPr/>
          </p:nvCxnSpPr>
          <p:spPr>
            <a:xfrm flipV="1">
              <a:off x="241401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2" name="Connector 42">
              <a:extLst>
                <a:ext uri="{FF2B5EF4-FFF2-40B4-BE49-F238E27FC236}">
                  <a16:creationId xmlns:a16="http://schemas.microsoft.com/office/drawing/2014/main" id="{02AD443A-2842-F3AA-41AE-A73A024C12EA}"/>
                </a:ext>
              </a:extLst>
            </p:cNvPr>
            <p:cNvCxnSpPr/>
            <p:nvPr/>
          </p:nvCxnSpPr>
          <p:spPr>
            <a:xfrm>
              <a:off x="3072384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3" name="Connector 43">
              <a:extLst>
                <a:ext uri="{FF2B5EF4-FFF2-40B4-BE49-F238E27FC236}">
                  <a16:creationId xmlns:a16="http://schemas.microsoft.com/office/drawing/2014/main" id="{13A168BE-2010-C1A0-3E7A-31F3D6976E25}"/>
                </a:ext>
              </a:extLst>
            </p:cNvPr>
            <p:cNvCxnSpPr/>
            <p:nvPr/>
          </p:nvCxnSpPr>
          <p:spPr>
            <a:xfrm flipH="1" flipV="1">
              <a:off x="274320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4" name="Connector 44">
              <a:extLst>
                <a:ext uri="{FF2B5EF4-FFF2-40B4-BE49-F238E27FC236}">
                  <a16:creationId xmlns:a16="http://schemas.microsoft.com/office/drawing/2014/main" id="{1CB45C79-846E-8A34-1CAE-C548CB145AEA}"/>
                </a:ext>
              </a:extLst>
            </p:cNvPr>
            <p:cNvCxnSpPr/>
            <p:nvPr/>
          </p:nvCxnSpPr>
          <p:spPr>
            <a:xfrm flipV="1">
              <a:off x="3072384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5" name="Connector 45">
              <a:extLst>
                <a:ext uri="{FF2B5EF4-FFF2-40B4-BE49-F238E27FC236}">
                  <a16:creationId xmlns:a16="http://schemas.microsoft.com/office/drawing/2014/main" id="{7A742ADE-3FE9-388A-B1F7-F0729A68E17F}"/>
                </a:ext>
              </a:extLst>
            </p:cNvPr>
            <p:cNvCxnSpPr/>
            <p:nvPr/>
          </p:nvCxnSpPr>
          <p:spPr>
            <a:xfrm>
              <a:off x="3730752" y="4666113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6" name="Connector 46">
              <a:extLst>
                <a:ext uri="{FF2B5EF4-FFF2-40B4-BE49-F238E27FC236}">
                  <a16:creationId xmlns:a16="http://schemas.microsoft.com/office/drawing/2014/main" id="{433704D8-4C71-BC0D-6618-E8418955B9B9}"/>
                </a:ext>
              </a:extLst>
            </p:cNvPr>
            <p:cNvCxnSpPr/>
            <p:nvPr/>
          </p:nvCxnSpPr>
          <p:spPr>
            <a:xfrm flipH="1" flipV="1">
              <a:off x="3401568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7" name="Connector 47">
              <a:extLst>
                <a:ext uri="{FF2B5EF4-FFF2-40B4-BE49-F238E27FC236}">
                  <a16:creationId xmlns:a16="http://schemas.microsoft.com/office/drawing/2014/main" id="{1D257DD5-739C-20B5-EFE3-D05C8C758421}"/>
                </a:ext>
              </a:extLst>
            </p:cNvPr>
            <p:cNvCxnSpPr/>
            <p:nvPr/>
          </p:nvCxnSpPr>
          <p:spPr>
            <a:xfrm flipV="1">
              <a:off x="3730752" y="4095949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8" name="Connector 48">
              <a:extLst>
                <a:ext uri="{FF2B5EF4-FFF2-40B4-BE49-F238E27FC236}">
                  <a16:creationId xmlns:a16="http://schemas.microsoft.com/office/drawing/2014/main" id="{AB363913-789C-3904-F599-E4994EBF8565}"/>
                </a:ext>
              </a:extLst>
            </p:cNvPr>
            <p:cNvCxnSpPr/>
            <p:nvPr/>
          </p:nvCxnSpPr>
          <p:spPr>
            <a:xfrm flipH="1" flipV="1">
              <a:off x="4059935" y="4095949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9" name="Connector 49">
              <a:extLst>
                <a:ext uri="{FF2B5EF4-FFF2-40B4-BE49-F238E27FC236}">
                  <a16:creationId xmlns:a16="http://schemas.microsoft.com/office/drawing/2014/main" id="{68B3D939-C4FC-8287-A0AE-8E6CEECF668E}"/>
                </a:ext>
              </a:extLst>
            </p:cNvPr>
            <p:cNvCxnSpPr/>
            <p:nvPr/>
          </p:nvCxnSpPr>
          <p:spPr>
            <a:xfrm flipV="1">
              <a:off x="4389120" y="4095949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0" name="Connector 50">
              <a:extLst>
                <a:ext uri="{FF2B5EF4-FFF2-40B4-BE49-F238E27FC236}">
                  <a16:creationId xmlns:a16="http://schemas.microsoft.com/office/drawing/2014/main" id="{81DCCD10-261C-C678-0F0D-D2B17E84AAF7}"/>
                </a:ext>
              </a:extLst>
            </p:cNvPr>
            <p:cNvCxnSpPr/>
            <p:nvPr/>
          </p:nvCxnSpPr>
          <p:spPr>
            <a:xfrm>
              <a:off x="1426464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1" name="Connector 51">
              <a:extLst>
                <a:ext uri="{FF2B5EF4-FFF2-40B4-BE49-F238E27FC236}">
                  <a16:creationId xmlns:a16="http://schemas.microsoft.com/office/drawing/2014/main" id="{94E74847-31AD-9EDA-F832-3C6C78E9FBD7}"/>
                </a:ext>
              </a:extLst>
            </p:cNvPr>
            <p:cNvCxnSpPr/>
            <p:nvPr/>
          </p:nvCxnSpPr>
          <p:spPr>
            <a:xfrm flipH="1" flipV="1">
              <a:off x="109728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2" name="Connector 52">
              <a:extLst>
                <a:ext uri="{FF2B5EF4-FFF2-40B4-BE49-F238E27FC236}">
                  <a16:creationId xmlns:a16="http://schemas.microsoft.com/office/drawing/2014/main" id="{36A912E3-D035-B788-3466-D25843FC5032}"/>
                </a:ext>
              </a:extLst>
            </p:cNvPr>
            <p:cNvCxnSpPr/>
            <p:nvPr/>
          </p:nvCxnSpPr>
          <p:spPr>
            <a:xfrm flipV="1">
              <a:off x="142646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3" name="Connector 53">
              <a:extLst>
                <a:ext uri="{FF2B5EF4-FFF2-40B4-BE49-F238E27FC236}">
                  <a16:creationId xmlns:a16="http://schemas.microsoft.com/office/drawing/2014/main" id="{2F38290D-869C-43BF-18FB-D1FDB27581B5}"/>
                </a:ext>
              </a:extLst>
            </p:cNvPr>
            <p:cNvCxnSpPr/>
            <p:nvPr/>
          </p:nvCxnSpPr>
          <p:spPr>
            <a:xfrm>
              <a:off x="2084832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4" name="Connector 54">
              <a:extLst>
                <a:ext uri="{FF2B5EF4-FFF2-40B4-BE49-F238E27FC236}">
                  <a16:creationId xmlns:a16="http://schemas.microsoft.com/office/drawing/2014/main" id="{88C6E214-05BB-4376-DBB9-DC2CE9F1F88A}"/>
                </a:ext>
              </a:extLst>
            </p:cNvPr>
            <p:cNvCxnSpPr/>
            <p:nvPr/>
          </p:nvCxnSpPr>
          <p:spPr>
            <a:xfrm flipH="1" flipV="1">
              <a:off x="175564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5" name="Connector 55">
              <a:extLst>
                <a:ext uri="{FF2B5EF4-FFF2-40B4-BE49-F238E27FC236}">
                  <a16:creationId xmlns:a16="http://schemas.microsoft.com/office/drawing/2014/main" id="{5F678A6C-4ABC-429F-3D34-7502FEDC2DC2}"/>
                </a:ext>
              </a:extLst>
            </p:cNvPr>
            <p:cNvCxnSpPr/>
            <p:nvPr/>
          </p:nvCxnSpPr>
          <p:spPr>
            <a:xfrm flipV="1">
              <a:off x="208483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6" name="Connector 56">
              <a:extLst>
                <a:ext uri="{FF2B5EF4-FFF2-40B4-BE49-F238E27FC236}">
                  <a16:creationId xmlns:a16="http://schemas.microsoft.com/office/drawing/2014/main" id="{9F3AD4D5-BD5D-7DD0-3B81-4FF730F40E85}"/>
                </a:ext>
              </a:extLst>
            </p:cNvPr>
            <p:cNvCxnSpPr/>
            <p:nvPr/>
          </p:nvCxnSpPr>
          <p:spPr>
            <a:xfrm>
              <a:off x="2743200" y="409594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7" name="Connector 57">
              <a:extLst>
                <a:ext uri="{FF2B5EF4-FFF2-40B4-BE49-F238E27FC236}">
                  <a16:creationId xmlns:a16="http://schemas.microsoft.com/office/drawing/2014/main" id="{47DC5F04-0591-EB26-F362-AB1310551E89}"/>
                </a:ext>
              </a:extLst>
            </p:cNvPr>
            <p:cNvCxnSpPr/>
            <p:nvPr/>
          </p:nvCxnSpPr>
          <p:spPr>
            <a:xfrm flipH="1" flipV="1">
              <a:off x="241401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8" name="Connector 58">
              <a:extLst>
                <a:ext uri="{FF2B5EF4-FFF2-40B4-BE49-F238E27FC236}">
                  <a16:creationId xmlns:a16="http://schemas.microsoft.com/office/drawing/2014/main" id="{AA987FB6-405A-A9FF-AF09-3451485D533E}"/>
                </a:ext>
              </a:extLst>
            </p:cNvPr>
            <p:cNvCxnSpPr/>
            <p:nvPr/>
          </p:nvCxnSpPr>
          <p:spPr>
            <a:xfrm flipV="1">
              <a:off x="274320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9" name="Connector 59">
              <a:extLst>
                <a:ext uri="{FF2B5EF4-FFF2-40B4-BE49-F238E27FC236}">
                  <a16:creationId xmlns:a16="http://schemas.microsoft.com/office/drawing/2014/main" id="{B82F3072-65D5-AA7B-4025-9A8D9C22727F}"/>
                </a:ext>
              </a:extLst>
            </p:cNvPr>
            <p:cNvCxnSpPr/>
            <p:nvPr/>
          </p:nvCxnSpPr>
          <p:spPr>
            <a:xfrm>
              <a:off x="3401568" y="409594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0" name="Connector 60">
              <a:extLst>
                <a:ext uri="{FF2B5EF4-FFF2-40B4-BE49-F238E27FC236}">
                  <a16:creationId xmlns:a16="http://schemas.microsoft.com/office/drawing/2014/main" id="{7FBF23A2-2524-83C4-63D8-0D63FFBAD518}"/>
                </a:ext>
              </a:extLst>
            </p:cNvPr>
            <p:cNvCxnSpPr/>
            <p:nvPr/>
          </p:nvCxnSpPr>
          <p:spPr>
            <a:xfrm flipH="1" flipV="1">
              <a:off x="3072384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1" name="Connector 61">
              <a:extLst>
                <a:ext uri="{FF2B5EF4-FFF2-40B4-BE49-F238E27FC236}">
                  <a16:creationId xmlns:a16="http://schemas.microsoft.com/office/drawing/2014/main" id="{8E1CAC8D-094C-9A4B-8AAA-1F972EF83CE1}"/>
                </a:ext>
              </a:extLst>
            </p:cNvPr>
            <p:cNvCxnSpPr/>
            <p:nvPr/>
          </p:nvCxnSpPr>
          <p:spPr>
            <a:xfrm flipV="1">
              <a:off x="3401568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2" name="Connector 62">
              <a:extLst>
                <a:ext uri="{FF2B5EF4-FFF2-40B4-BE49-F238E27FC236}">
                  <a16:creationId xmlns:a16="http://schemas.microsoft.com/office/drawing/2014/main" id="{A6E0517B-AC18-1CC1-0698-E402E289C72F}"/>
                </a:ext>
              </a:extLst>
            </p:cNvPr>
            <p:cNvCxnSpPr/>
            <p:nvPr/>
          </p:nvCxnSpPr>
          <p:spPr>
            <a:xfrm>
              <a:off x="4059935" y="409594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3" name="Connector 63">
              <a:extLst>
                <a:ext uri="{FF2B5EF4-FFF2-40B4-BE49-F238E27FC236}">
                  <a16:creationId xmlns:a16="http://schemas.microsoft.com/office/drawing/2014/main" id="{F2834590-3629-0CED-36F5-03D0D46DEF2D}"/>
                </a:ext>
              </a:extLst>
            </p:cNvPr>
            <p:cNvCxnSpPr/>
            <p:nvPr/>
          </p:nvCxnSpPr>
          <p:spPr>
            <a:xfrm flipH="1" flipV="1">
              <a:off x="3730752" y="3525786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4" name="Connector 64">
              <a:extLst>
                <a:ext uri="{FF2B5EF4-FFF2-40B4-BE49-F238E27FC236}">
                  <a16:creationId xmlns:a16="http://schemas.microsoft.com/office/drawing/2014/main" id="{059DE332-1BDF-7D33-A14F-4E3037870136}"/>
                </a:ext>
              </a:extLst>
            </p:cNvPr>
            <p:cNvCxnSpPr/>
            <p:nvPr/>
          </p:nvCxnSpPr>
          <p:spPr>
            <a:xfrm flipV="1">
              <a:off x="4059935" y="3525786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5" name="Connector 65">
              <a:extLst>
                <a:ext uri="{FF2B5EF4-FFF2-40B4-BE49-F238E27FC236}">
                  <a16:creationId xmlns:a16="http://schemas.microsoft.com/office/drawing/2014/main" id="{37EC3FDA-1227-7332-5204-DDE3113BC786}"/>
                </a:ext>
              </a:extLst>
            </p:cNvPr>
            <p:cNvCxnSpPr/>
            <p:nvPr/>
          </p:nvCxnSpPr>
          <p:spPr>
            <a:xfrm flipH="1" flipV="1">
              <a:off x="4389120" y="3525786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6" name="Connector 66">
              <a:extLst>
                <a:ext uri="{FF2B5EF4-FFF2-40B4-BE49-F238E27FC236}">
                  <a16:creationId xmlns:a16="http://schemas.microsoft.com/office/drawing/2014/main" id="{B80A491E-3159-C83E-5296-5CE89F776BE7}"/>
                </a:ext>
              </a:extLst>
            </p:cNvPr>
            <p:cNvCxnSpPr/>
            <p:nvPr/>
          </p:nvCxnSpPr>
          <p:spPr>
            <a:xfrm>
              <a:off x="1097280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7" name="Connector 67">
              <a:extLst>
                <a:ext uri="{FF2B5EF4-FFF2-40B4-BE49-F238E27FC236}">
                  <a16:creationId xmlns:a16="http://schemas.microsoft.com/office/drawing/2014/main" id="{52E4B9F7-DB8B-F7F8-AD58-5191783F6653}"/>
                </a:ext>
              </a:extLst>
            </p:cNvPr>
            <p:cNvCxnSpPr/>
            <p:nvPr/>
          </p:nvCxnSpPr>
          <p:spPr>
            <a:xfrm flipV="1">
              <a:off x="109728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8" name="Connector 68">
              <a:extLst>
                <a:ext uri="{FF2B5EF4-FFF2-40B4-BE49-F238E27FC236}">
                  <a16:creationId xmlns:a16="http://schemas.microsoft.com/office/drawing/2014/main" id="{ED9C9486-85A9-77AE-DC8D-DF2CB66149B7}"/>
                </a:ext>
              </a:extLst>
            </p:cNvPr>
            <p:cNvCxnSpPr/>
            <p:nvPr/>
          </p:nvCxnSpPr>
          <p:spPr>
            <a:xfrm>
              <a:off x="1755648" y="3525786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9" name="Connector 69">
              <a:extLst>
                <a:ext uri="{FF2B5EF4-FFF2-40B4-BE49-F238E27FC236}">
                  <a16:creationId xmlns:a16="http://schemas.microsoft.com/office/drawing/2014/main" id="{896A7AB0-4D22-EF1B-B800-8472664B0C21}"/>
                </a:ext>
              </a:extLst>
            </p:cNvPr>
            <p:cNvCxnSpPr/>
            <p:nvPr/>
          </p:nvCxnSpPr>
          <p:spPr>
            <a:xfrm flipH="1" flipV="1">
              <a:off x="142646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0" name="Connector 70">
              <a:extLst>
                <a:ext uri="{FF2B5EF4-FFF2-40B4-BE49-F238E27FC236}">
                  <a16:creationId xmlns:a16="http://schemas.microsoft.com/office/drawing/2014/main" id="{0469A7CA-1195-FB85-EB03-6C989F080EC5}"/>
                </a:ext>
              </a:extLst>
            </p:cNvPr>
            <p:cNvCxnSpPr/>
            <p:nvPr/>
          </p:nvCxnSpPr>
          <p:spPr>
            <a:xfrm flipV="1">
              <a:off x="175564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1" name="Connector 71">
              <a:extLst>
                <a:ext uri="{FF2B5EF4-FFF2-40B4-BE49-F238E27FC236}">
                  <a16:creationId xmlns:a16="http://schemas.microsoft.com/office/drawing/2014/main" id="{F6E98121-5679-4514-18EA-D2DDF649EA0D}"/>
                </a:ext>
              </a:extLst>
            </p:cNvPr>
            <p:cNvCxnSpPr/>
            <p:nvPr/>
          </p:nvCxnSpPr>
          <p:spPr>
            <a:xfrm>
              <a:off x="2414015" y="3525786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2" name="Connector 72">
              <a:extLst>
                <a:ext uri="{FF2B5EF4-FFF2-40B4-BE49-F238E27FC236}">
                  <a16:creationId xmlns:a16="http://schemas.microsoft.com/office/drawing/2014/main" id="{52123043-09DA-6908-D4E1-DC33862B1126}"/>
                </a:ext>
              </a:extLst>
            </p:cNvPr>
            <p:cNvCxnSpPr/>
            <p:nvPr/>
          </p:nvCxnSpPr>
          <p:spPr>
            <a:xfrm flipH="1" flipV="1">
              <a:off x="208483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3" name="Connector 73">
              <a:extLst>
                <a:ext uri="{FF2B5EF4-FFF2-40B4-BE49-F238E27FC236}">
                  <a16:creationId xmlns:a16="http://schemas.microsoft.com/office/drawing/2014/main" id="{8ABCC280-97A3-18FB-AEE7-23D087BB8D76}"/>
                </a:ext>
              </a:extLst>
            </p:cNvPr>
            <p:cNvCxnSpPr/>
            <p:nvPr/>
          </p:nvCxnSpPr>
          <p:spPr>
            <a:xfrm flipV="1">
              <a:off x="241401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4" name="Connector 74">
              <a:extLst>
                <a:ext uri="{FF2B5EF4-FFF2-40B4-BE49-F238E27FC236}">
                  <a16:creationId xmlns:a16="http://schemas.microsoft.com/office/drawing/2014/main" id="{2BCB4685-E606-2758-BFBB-7E79F4FFB024}"/>
                </a:ext>
              </a:extLst>
            </p:cNvPr>
            <p:cNvCxnSpPr/>
            <p:nvPr/>
          </p:nvCxnSpPr>
          <p:spPr>
            <a:xfrm>
              <a:off x="3072384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5" name="Connector 75">
              <a:extLst>
                <a:ext uri="{FF2B5EF4-FFF2-40B4-BE49-F238E27FC236}">
                  <a16:creationId xmlns:a16="http://schemas.microsoft.com/office/drawing/2014/main" id="{A5541B28-4787-D978-E2D9-FA96A3FC6B3D}"/>
                </a:ext>
              </a:extLst>
            </p:cNvPr>
            <p:cNvCxnSpPr/>
            <p:nvPr/>
          </p:nvCxnSpPr>
          <p:spPr>
            <a:xfrm flipH="1" flipV="1">
              <a:off x="274320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6" name="Connector 76">
              <a:extLst>
                <a:ext uri="{FF2B5EF4-FFF2-40B4-BE49-F238E27FC236}">
                  <a16:creationId xmlns:a16="http://schemas.microsoft.com/office/drawing/2014/main" id="{8361A89A-9A86-6839-DCA6-00760181FBFC}"/>
                </a:ext>
              </a:extLst>
            </p:cNvPr>
            <p:cNvCxnSpPr/>
            <p:nvPr/>
          </p:nvCxnSpPr>
          <p:spPr>
            <a:xfrm flipV="1">
              <a:off x="3072384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7" name="Connector 77">
              <a:extLst>
                <a:ext uri="{FF2B5EF4-FFF2-40B4-BE49-F238E27FC236}">
                  <a16:creationId xmlns:a16="http://schemas.microsoft.com/office/drawing/2014/main" id="{31EEC602-22B2-2231-4DCD-0D6A14AE243E}"/>
                </a:ext>
              </a:extLst>
            </p:cNvPr>
            <p:cNvCxnSpPr/>
            <p:nvPr/>
          </p:nvCxnSpPr>
          <p:spPr>
            <a:xfrm>
              <a:off x="3730752" y="3525786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8" name="Connector 78">
              <a:extLst>
                <a:ext uri="{FF2B5EF4-FFF2-40B4-BE49-F238E27FC236}">
                  <a16:creationId xmlns:a16="http://schemas.microsoft.com/office/drawing/2014/main" id="{243E6135-EAAD-1A22-6DF8-5BB328CE96DB}"/>
                </a:ext>
              </a:extLst>
            </p:cNvPr>
            <p:cNvCxnSpPr/>
            <p:nvPr/>
          </p:nvCxnSpPr>
          <p:spPr>
            <a:xfrm flipH="1" flipV="1">
              <a:off x="3401568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9" name="Connector 79">
              <a:extLst>
                <a:ext uri="{FF2B5EF4-FFF2-40B4-BE49-F238E27FC236}">
                  <a16:creationId xmlns:a16="http://schemas.microsoft.com/office/drawing/2014/main" id="{5D3D3143-F840-59C9-1A25-4B5CE310143A}"/>
                </a:ext>
              </a:extLst>
            </p:cNvPr>
            <p:cNvCxnSpPr/>
            <p:nvPr/>
          </p:nvCxnSpPr>
          <p:spPr>
            <a:xfrm flipV="1">
              <a:off x="3730752" y="2955622"/>
              <a:ext cx="329183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0" name="Connector 80">
              <a:extLst>
                <a:ext uri="{FF2B5EF4-FFF2-40B4-BE49-F238E27FC236}">
                  <a16:creationId xmlns:a16="http://schemas.microsoft.com/office/drawing/2014/main" id="{6C04AAD8-6505-D248-E761-3E8ABD73E2C9}"/>
                </a:ext>
              </a:extLst>
            </p:cNvPr>
            <p:cNvCxnSpPr/>
            <p:nvPr/>
          </p:nvCxnSpPr>
          <p:spPr>
            <a:xfrm flipH="1" flipV="1">
              <a:off x="4059935" y="2955622"/>
              <a:ext cx="329185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1" name="Connector 81">
              <a:extLst>
                <a:ext uri="{FF2B5EF4-FFF2-40B4-BE49-F238E27FC236}">
                  <a16:creationId xmlns:a16="http://schemas.microsoft.com/office/drawing/2014/main" id="{7C776B56-9599-F4A5-1070-A62E432A0984}"/>
                </a:ext>
              </a:extLst>
            </p:cNvPr>
            <p:cNvCxnSpPr/>
            <p:nvPr/>
          </p:nvCxnSpPr>
          <p:spPr>
            <a:xfrm flipV="1">
              <a:off x="4389120" y="2955622"/>
              <a:ext cx="329184" cy="570164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2" name="Connector 82">
              <a:extLst>
                <a:ext uri="{FF2B5EF4-FFF2-40B4-BE49-F238E27FC236}">
                  <a16:creationId xmlns:a16="http://schemas.microsoft.com/office/drawing/2014/main" id="{4DF2864E-E815-660E-46DB-9F19EAF7D2B4}"/>
                </a:ext>
              </a:extLst>
            </p:cNvPr>
            <p:cNvCxnSpPr/>
            <p:nvPr/>
          </p:nvCxnSpPr>
          <p:spPr>
            <a:xfrm>
              <a:off x="1426464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3" name="Connector 83">
              <a:extLst>
                <a:ext uri="{FF2B5EF4-FFF2-40B4-BE49-F238E27FC236}">
                  <a16:creationId xmlns:a16="http://schemas.microsoft.com/office/drawing/2014/main" id="{63366CC7-A227-0061-6DE8-63F5A33114DA}"/>
                </a:ext>
              </a:extLst>
            </p:cNvPr>
            <p:cNvCxnSpPr/>
            <p:nvPr/>
          </p:nvCxnSpPr>
          <p:spPr>
            <a:xfrm flipH="1" flipV="1">
              <a:off x="109728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4" name="Connector 84">
              <a:extLst>
                <a:ext uri="{FF2B5EF4-FFF2-40B4-BE49-F238E27FC236}">
                  <a16:creationId xmlns:a16="http://schemas.microsoft.com/office/drawing/2014/main" id="{8409EAD6-B439-4D13-A3A0-992C38934E5A}"/>
                </a:ext>
              </a:extLst>
            </p:cNvPr>
            <p:cNvCxnSpPr/>
            <p:nvPr/>
          </p:nvCxnSpPr>
          <p:spPr>
            <a:xfrm flipV="1">
              <a:off x="142646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5" name="Connector 85">
              <a:extLst>
                <a:ext uri="{FF2B5EF4-FFF2-40B4-BE49-F238E27FC236}">
                  <a16:creationId xmlns:a16="http://schemas.microsoft.com/office/drawing/2014/main" id="{E3A8A385-9BEE-0C07-AA51-7EEF01742811}"/>
                </a:ext>
              </a:extLst>
            </p:cNvPr>
            <p:cNvCxnSpPr/>
            <p:nvPr/>
          </p:nvCxnSpPr>
          <p:spPr>
            <a:xfrm>
              <a:off x="2084832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6" name="Connector 86">
              <a:extLst>
                <a:ext uri="{FF2B5EF4-FFF2-40B4-BE49-F238E27FC236}">
                  <a16:creationId xmlns:a16="http://schemas.microsoft.com/office/drawing/2014/main" id="{FE684EBE-7B4B-70EE-1ABC-4C7C59B01B42}"/>
                </a:ext>
              </a:extLst>
            </p:cNvPr>
            <p:cNvCxnSpPr/>
            <p:nvPr/>
          </p:nvCxnSpPr>
          <p:spPr>
            <a:xfrm flipH="1" flipV="1">
              <a:off x="175564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7" name="Connector 87">
              <a:extLst>
                <a:ext uri="{FF2B5EF4-FFF2-40B4-BE49-F238E27FC236}">
                  <a16:creationId xmlns:a16="http://schemas.microsoft.com/office/drawing/2014/main" id="{3EFCC728-55C1-F4C7-539D-12DACD91D77E}"/>
                </a:ext>
              </a:extLst>
            </p:cNvPr>
            <p:cNvCxnSpPr/>
            <p:nvPr/>
          </p:nvCxnSpPr>
          <p:spPr>
            <a:xfrm flipV="1">
              <a:off x="208483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8" name="Connector 88">
              <a:extLst>
                <a:ext uri="{FF2B5EF4-FFF2-40B4-BE49-F238E27FC236}">
                  <a16:creationId xmlns:a16="http://schemas.microsoft.com/office/drawing/2014/main" id="{B62719F5-62E8-D007-CA21-AE21BE0B6834}"/>
                </a:ext>
              </a:extLst>
            </p:cNvPr>
            <p:cNvCxnSpPr/>
            <p:nvPr/>
          </p:nvCxnSpPr>
          <p:spPr>
            <a:xfrm>
              <a:off x="2743200" y="2955622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9" name="Connector 89">
              <a:extLst>
                <a:ext uri="{FF2B5EF4-FFF2-40B4-BE49-F238E27FC236}">
                  <a16:creationId xmlns:a16="http://schemas.microsoft.com/office/drawing/2014/main" id="{156FB71D-2F49-AA6E-E7CA-B93C16DC7EE8}"/>
                </a:ext>
              </a:extLst>
            </p:cNvPr>
            <p:cNvCxnSpPr/>
            <p:nvPr/>
          </p:nvCxnSpPr>
          <p:spPr>
            <a:xfrm flipH="1" flipV="1">
              <a:off x="241401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0" name="Connector 90">
              <a:extLst>
                <a:ext uri="{FF2B5EF4-FFF2-40B4-BE49-F238E27FC236}">
                  <a16:creationId xmlns:a16="http://schemas.microsoft.com/office/drawing/2014/main" id="{D6F44A5A-3D4F-6D16-9D20-7668775FB1DA}"/>
                </a:ext>
              </a:extLst>
            </p:cNvPr>
            <p:cNvCxnSpPr/>
            <p:nvPr/>
          </p:nvCxnSpPr>
          <p:spPr>
            <a:xfrm flipV="1">
              <a:off x="274320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1" name="Connector 91">
              <a:extLst>
                <a:ext uri="{FF2B5EF4-FFF2-40B4-BE49-F238E27FC236}">
                  <a16:creationId xmlns:a16="http://schemas.microsoft.com/office/drawing/2014/main" id="{AD65DA60-DC65-3556-551D-10A206164CFC}"/>
                </a:ext>
              </a:extLst>
            </p:cNvPr>
            <p:cNvCxnSpPr/>
            <p:nvPr/>
          </p:nvCxnSpPr>
          <p:spPr>
            <a:xfrm>
              <a:off x="3401568" y="2955622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2" name="Connector 92">
              <a:extLst>
                <a:ext uri="{FF2B5EF4-FFF2-40B4-BE49-F238E27FC236}">
                  <a16:creationId xmlns:a16="http://schemas.microsoft.com/office/drawing/2014/main" id="{6C5ED8CA-94FF-4ADA-16BF-F2DE9E3C0730}"/>
                </a:ext>
              </a:extLst>
            </p:cNvPr>
            <p:cNvCxnSpPr/>
            <p:nvPr/>
          </p:nvCxnSpPr>
          <p:spPr>
            <a:xfrm flipH="1" flipV="1">
              <a:off x="3072384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3" name="Connector 93">
              <a:extLst>
                <a:ext uri="{FF2B5EF4-FFF2-40B4-BE49-F238E27FC236}">
                  <a16:creationId xmlns:a16="http://schemas.microsoft.com/office/drawing/2014/main" id="{19B6E981-74D0-8E9B-E4A1-3755819F70B6}"/>
                </a:ext>
              </a:extLst>
            </p:cNvPr>
            <p:cNvCxnSpPr/>
            <p:nvPr/>
          </p:nvCxnSpPr>
          <p:spPr>
            <a:xfrm flipV="1">
              <a:off x="3401568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4" name="Connector 94">
              <a:extLst>
                <a:ext uri="{FF2B5EF4-FFF2-40B4-BE49-F238E27FC236}">
                  <a16:creationId xmlns:a16="http://schemas.microsoft.com/office/drawing/2014/main" id="{897CDF71-02BC-5BD6-EC28-E9C00B3CBDBA}"/>
                </a:ext>
              </a:extLst>
            </p:cNvPr>
            <p:cNvCxnSpPr/>
            <p:nvPr/>
          </p:nvCxnSpPr>
          <p:spPr>
            <a:xfrm>
              <a:off x="4059935" y="2955622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5" name="Connector 95">
              <a:extLst>
                <a:ext uri="{FF2B5EF4-FFF2-40B4-BE49-F238E27FC236}">
                  <a16:creationId xmlns:a16="http://schemas.microsoft.com/office/drawing/2014/main" id="{DE6AB6EB-A477-8651-C8C6-02D83EBBD69F}"/>
                </a:ext>
              </a:extLst>
            </p:cNvPr>
            <p:cNvCxnSpPr/>
            <p:nvPr/>
          </p:nvCxnSpPr>
          <p:spPr>
            <a:xfrm flipH="1" flipV="1">
              <a:off x="3730752" y="2385459"/>
              <a:ext cx="329183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6" name="Connector 96">
              <a:extLst>
                <a:ext uri="{FF2B5EF4-FFF2-40B4-BE49-F238E27FC236}">
                  <a16:creationId xmlns:a16="http://schemas.microsoft.com/office/drawing/2014/main" id="{8C9E2251-540B-91EA-1FC9-C234105701BF}"/>
                </a:ext>
              </a:extLst>
            </p:cNvPr>
            <p:cNvCxnSpPr/>
            <p:nvPr/>
          </p:nvCxnSpPr>
          <p:spPr>
            <a:xfrm flipV="1">
              <a:off x="4059935" y="2385459"/>
              <a:ext cx="329185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7" name="Connector 97">
              <a:extLst>
                <a:ext uri="{FF2B5EF4-FFF2-40B4-BE49-F238E27FC236}">
                  <a16:creationId xmlns:a16="http://schemas.microsoft.com/office/drawing/2014/main" id="{0601E112-F10F-4E91-33BE-6A25A1B29826}"/>
                </a:ext>
              </a:extLst>
            </p:cNvPr>
            <p:cNvCxnSpPr/>
            <p:nvPr/>
          </p:nvCxnSpPr>
          <p:spPr>
            <a:xfrm flipH="1" flipV="1">
              <a:off x="4389120" y="2385459"/>
              <a:ext cx="329184" cy="570163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8" name="Connector 98">
              <a:extLst>
                <a:ext uri="{FF2B5EF4-FFF2-40B4-BE49-F238E27FC236}">
                  <a16:creationId xmlns:a16="http://schemas.microsoft.com/office/drawing/2014/main" id="{88EE3AF1-8BF3-3AED-D94E-C942E5F1F7D1}"/>
                </a:ext>
              </a:extLst>
            </p:cNvPr>
            <p:cNvCxnSpPr/>
            <p:nvPr/>
          </p:nvCxnSpPr>
          <p:spPr>
            <a:xfrm>
              <a:off x="1097280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9" name="Connector 99">
              <a:extLst>
                <a:ext uri="{FF2B5EF4-FFF2-40B4-BE49-F238E27FC236}">
                  <a16:creationId xmlns:a16="http://schemas.microsoft.com/office/drawing/2014/main" id="{C3882F59-D6F4-012F-6CA9-8DECC63BEE4D}"/>
                </a:ext>
              </a:extLst>
            </p:cNvPr>
            <p:cNvCxnSpPr/>
            <p:nvPr/>
          </p:nvCxnSpPr>
          <p:spPr>
            <a:xfrm>
              <a:off x="1755648" y="2385459"/>
              <a:ext cx="658367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0" name="Connector 100">
              <a:extLst>
                <a:ext uri="{FF2B5EF4-FFF2-40B4-BE49-F238E27FC236}">
                  <a16:creationId xmlns:a16="http://schemas.microsoft.com/office/drawing/2014/main" id="{36AEB7D6-3F49-0EF3-5EC1-6465E84697C9}"/>
                </a:ext>
              </a:extLst>
            </p:cNvPr>
            <p:cNvCxnSpPr/>
            <p:nvPr/>
          </p:nvCxnSpPr>
          <p:spPr>
            <a:xfrm>
              <a:off x="2414015" y="2385459"/>
              <a:ext cx="658369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1" name="Connector 101">
              <a:extLst>
                <a:ext uri="{FF2B5EF4-FFF2-40B4-BE49-F238E27FC236}">
                  <a16:creationId xmlns:a16="http://schemas.microsoft.com/office/drawing/2014/main" id="{856D6EA3-A725-8298-68C6-B781474A8324}"/>
                </a:ext>
              </a:extLst>
            </p:cNvPr>
            <p:cNvCxnSpPr/>
            <p:nvPr/>
          </p:nvCxnSpPr>
          <p:spPr>
            <a:xfrm>
              <a:off x="3072384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2" name="Connector 102">
              <a:extLst>
                <a:ext uri="{FF2B5EF4-FFF2-40B4-BE49-F238E27FC236}">
                  <a16:creationId xmlns:a16="http://schemas.microsoft.com/office/drawing/2014/main" id="{22102CD5-935A-82C3-8FB1-791B1357F3C7}"/>
                </a:ext>
              </a:extLst>
            </p:cNvPr>
            <p:cNvCxnSpPr/>
            <p:nvPr/>
          </p:nvCxnSpPr>
          <p:spPr>
            <a:xfrm>
              <a:off x="3730752" y="2385459"/>
              <a:ext cx="658368" cy="0"/>
            </a:xfrm>
            <a:prstGeom prst="line">
              <a:avLst/>
            </a:prstGeom>
            <a:ln w="12700">
              <a:solidFill>
                <a:srgbClr val="A9AFBA"/>
              </a:solidFill>
            </a:ln>
            <a:effectLst/>
          </p:spPr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11B47FB-198F-F3B5-FCBE-4E50DAA003C5}"/>
                </a:ext>
              </a:extLst>
            </p:cNvPr>
            <p:cNvSpPr/>
            <p:nvPr/>
          </p:nvSpPr>
          <p:spPr>
            <a:xfrm>
              <a:off x="960120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F962F2-65FC-F4F6-5F64-D9B6672370D4}"/>
                </a:ext>
              </a:extLst>
            </p:cNvPr>
            <p:cNvSpPr/>
            <p:nvPr/>
          </p:nvSpPr>
          <p:spPr>
            <a:xfrm>
              <a:off x="1618488" y="566927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7305166-78FD-2E8D-AF3B-EC66ED95E6B7}"/>
                </a:ext>
              </a:extLst>
            </p:cNvPr>
            <p:cNvSpPr/>
            <p:nvPr/>
          </p:nvSpPr>
          <p:spPr>
            <a:xfrm>
              <a:off x="2276856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427E8EA-A6A6-AEDF-3526-9F389D7FB462}"/>
                </a:ext>
              </a:extLst>
            </p:cNvPr>
            <p:cNvSpPr/>
            <p:nvPr/>
          </p:nvSpPr>
          <p:spPr>
            <a:xfrm>
              <a:off x="2935224" y="566927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CC253C-A392-16C9-79C6-2BFBC020D3FA}"/>
                </a:ext>
              </a:extLst>
            </p:cNvPr>
            <p:cNvSpPr/>
            <p:nvPr/>
          </p:nvSpPr>
          <p:spPr>
            <a:xfrm>
              <a:off x="3593592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280A21B-BC40-8763-1A8F-0679667EAEB5}"/>
                </a:ext>
              </a:extLst>
            </p:cNvPr>
            <p:cNvSpPr/>
            <p:nvPr/>
          </p:nvSpPr>
          <p:spPr>
            <a:xfrm>
              <a:off x="4251959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88999D1-2809-B6B4-113A-B5B6C9A97815}"/>
                </a:ext>
              </a:extLst>
            </p:cNvPr>
            <p:cNvSpPr/>
            <p:nvPr/>
          </p:nvSpPr>
          <p:spPr>
            <a:xfrm>
              <a:off x="128930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610691B-10FE-B6D5-6743-6D72093E6F76}"/>
                </a:ext>
              </a:extLst>
            </p:cNvPr>
            <p:cNvSpPr/>
            <p:nvPr/>
          </p:nvSpPr>
          <p:spPr>
            <a:xfrm>
              <a:off x="1947672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A7E6620A-0716-BF7A-9BE5-2FBCD3D1B473}"/>
                </a:ext>
              </a:extLst>
            </p:cNvPr>
            <p:cNvSpPr/>
            <p:nvPr/>
          </p:nvSpPr>
          <p:spPr>
            <a:xfrm>
              <a:off x="2606040" y="509911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0E804FA-C292-B6E9-5B25-9FD9AA7A9299}"/>
                </a:ext>
              </a:extLst>
            </p:cNvPr>
            <p:cNvSpPr/>
            <p:nvPr/>
          </p:nvSpPr>
          <p:spPr>
            <a:xfrm>
              <a:off x="3264408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5118246-4146-29B2-607F-0549E98FDFE7}"/>
                </a:ext>
              </a:extLst>
            </p:cNvPr>
            <p:cNvSpPr/>
            <p:nvPr/>
          </p:nvSpPr>
          <p:spPr>
            <a:xfrm>
              <a:off x="3922775" y="509911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B58AEE9-041D-ECF8-1E9A-C880358BBF9C}"/>
                </a:ext>
              </a:extLst>
            </p:cNvPr>
            <p:cNvSpPr/>
            <p:nvPr/>
          </p:nvSpPr>
          <p:spPr>
            <a:xfrm>
              <a:off x="458114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805096D4-7E62-5D38-3CA0-6C71DBE7F572}"/>
                </a:ext>
              </a:extLst>
            </p:cNvPr>
            <p:cNvSpPr/>
            <p:nvPr/>
          </p:nvSpPr>
          <p:spPr>
            <a:xfrm>
              <a:off x="960120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AB55203-8715-37F4-F5DA-632557CA96A0}"/>
                </a:ext>
              </a:extLst>
            </p:cNvPr>
            <p:cNvSpPr/>
            <p:nvPr/>
          </p:nvSpPr>
          <p:spPr>
            <a:xfrm>
              <a:off x="1618488" y="4528953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2FF6633-7A6D-80B1-9DF7-CFA5E46C0F09}"/>
                </a:ext>
              </a:extLst>
            </p:cNvPr>
            <p:cNvSpPr/>
            <p:nvPr/>
          </p:nvSpPr>
          <p:spPr>
            <a:xfrm>
              <a:off x="2276856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8EA1F56-0E45-0D6A-94F2-9B8BAC871600}"/>
                </a:ext>
              </a:extLst>
            </p:cNvPr>
            <p:cNvSpPr/>
            <p:nvPr/>
          </p:nvSpPr>
          <p:spPr>
            <a:xfrm>
              <a:off x="2935224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9FB1DCF-CDFB-69F2-E5A3-6F1B225CC0DA}"/>
                </a:ext>
              </a:extLst>
            </p:cNvPr>
            <p:cNvSpPr/>
            <p:nvPr/>
          </p:nvSpPr>
          <p:spPr>
            <a:xfrm>
              <a:off x="3593592" y="4528953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25E1FF4C-0668-2385-49E2-B0D93FC4C3FE}"/>
                </a:ext>
              </a:extLst>
            </p:cNvPr>
            <p:cNvSpPr/>
            <p:nvPr/>
          </p:nvSpPr>
          <p:spPr>
            <a:xfrm>
              <a:off x="4251959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2DC51F1-A34F-03FC-CDC2-80860F1BD823}"/>
                </a:ext>
              </a:extLst>
            </p:cNvPr>
            <p:cNvSpPr/>
            <p:nvPr/>
          </p:nvSpPr>
          <p:spPr>
            <a:xfrm>
              <a:off x="128930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8D858894-6E3A-F359-3E3B-FFCC237E8350}"/>
                </a:ext>
              </a:extLst>
            </p:cNvPr>
            <p:cNvSpPr/>
            <p:nvPr/>
          </p:nvSpPr>
          <p:spPr>
            <a:xfrm>
              <a:off x="1947672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C855DA84-42BB-E2E6-2C0D-E93A30A8A09D}"/>
                </a:ext>
              </a:extLst>
            </p:cNvPr>
            <p:cNvSpPr/>
            <p:nvPr/>
          </p:nvSpPr>
          <p:spPr>
            <a:xfrm>
              <a:off x="2606040" y="395878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892B2AB0-5B9B-3BF0-002F-9981B2F6D634}"/>
                </a:ext>
              </a:extLst>
            </p:cNvPr>
            <p:cNvSpPr/>
            <p:nvPr/>
          </p:nvSpPr>
          <p:spPr>
            <a:xfrm>
              <a:off x="3264408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F64F597-B332-3A0D-8CF1-0D4054194710}"/>
                </a:ext>
              </a:extLst>
            </p:cNvPr>
            <p:cNvSpPr/>
            <p:nvPr/>
          </p:nvSpPr>
          <p:spPr>
            <a:xfrm>
              <a:off x="3922775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4CED4822-6769-9235-59A2-8B05438A1325}"/>
                </a:ext>
              </a:extLst>
            </p:cNvPr>
            <p:cNvSpPr/>
            <p:nvPr/>
          </p:nvSpPr>
          <p:spPr>
            <a:xfrm>
              <a:off x="4581144" y="395878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B7F5E9C-3CCD-5A21-7E57-C621B578FF7D}"/>
                </a:ext>
              </a:extLst>
            </p:cNvPr>
            <p:cNvSpPr/>
            <p:nvPr/>
          </p:nvSpPr>
          <p:spPr>
            <a:xfrm>
              <a:off x="960120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5A9226-B3B3-C395-4D98-952D163D4054}"/>
                </a:ext>
              </a:extLst>
            </p:cNvPr>
            <p:cNvSpPr/>
            <p:nvPr/>
          </p:nvSpPr>
          <p:spPr>
            <a:xfrm>
              <a:off x="1618488" y="338862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9C42545-8CA8-9980-5D1F-3DC0082C16B1}"/>
                </a:ext>
              </a:extLst>
            </p:cNvPr>
            <p:cNvSpPr/>
            <p:nvPr/>
          </p:nvSpPr>
          <p:spPr>
            <a:xfrm>
              <a:off x="2276856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1D0041A1-70E9-6098-4489-A9966E7805A9}"/>
                </a:ext>
              </a:extLst>
            </p:cNvPr>
            <p:cNvSpPr/>
            <p:nvPr/>
          </p:nvSpPr>
          <p:spPr>
            <a:xfrm>
              <a:off x="2935224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EBCA40E-DF13-1ECF-E0EF-91E81A804586}"/>
                </a:ext>
              </a:extLst>
            </p:cNvPr>
            <p:cNvSpPr/>
            <p:nvPr/>
          </p:nvSpPr>
          <p:spPr>
            <a:xfrm>
              <a:off x="3593592" y="3388626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9E824E3-2538-A75E-1F51-E7A3E4E336F0}"/>
                </a:ext>
              </a:extLst>
            </p:cNvPr>
            <p:cNvSpPr/>
            <p:nvPr/>
          </p:nvSpPr>
          <p:spPr>
            <a:xfrm>
              <a:off x="4251959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06F04A4-F54F-7ABD-C14A-A824E6BC5AB2}"/>
                </a:ext>
              </a:extLst>
            </p:cNvPr>
            <p:cNvSpPr/>
            <p:nvPr/>
          </p:nvSpPr>
          <p:spPr>
            <a:xfrm>
              <a:off x="1289304" y="2818462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9EEBF4-801B-88EC-67BD-CF5D6E2C3DFF}"/>
                </a:ext>
              </a:extLst>
            </p:cNvPr>
            <p:cNvSpPr/>
            <p:nvPr/>
          </p:nvSpPr>
          <p:spPr>
            <a:xfrm>
              <a:off x="1947672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89B8E343-FECA-FC73-8C68-7D56FC1F65BF}"/>
                </a:ext>
              </a:extLst>
            </p:cNvPr>
            <p:cNvSpPr/>
            <p:nvPr/>
          </p:nvSpPr>
          <p:spPr>
            <a:xfrm>
              <a:off x="2606040" y="2818462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B2909E1-88A1-55C2-A068-0C619682504B}"/>
                </a:ext>
              </a:extLst>
            </p:cNvPr>
            <p:cNvSpPr/>
            <p:nvPr/>
          </p:nvSpPr>
          <p:spPr>
            <a:xfrm>
              <a:off x="3264408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DABEE57-0398-F417-0D20-0F2F4BDD3DF0}"/>
                </a:ext>
              </a:extLst>
            </p:cNvPr>
            <p:cNvSpPr/>
            <p:nvPr/>
          </p:nvSpPr>
          <p:spPr>
            <a:xfrm>
              <a:off x="3922775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7F9EC4E8-1131-CB6B-7F17-FCD6A2414CE5}"/>
                </a:ext>
              </a:extLst>
            </p:cNvPr>
            <p:cNvSpPr/>
            <p:nvPr/>
          </p:nvSpPr>
          <p:spPr>
            <a:xfrm>
              <a:off x="458114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F5D50DC-3245-1E85-2415-3B8BDB9ABFA7}"/>
                </a:ext>
              </a:extLst>
            </p:cNvPr>
            <p:cNvSpPr/>
            <p:nvPr/>
          </p:nvSpPr>
          <p:spPr>
            <a:xfrm>
              <a:off x="960120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85676801-6B11-3A32-EB26-F8A0464614B3}"/>
                </a:ext>
              </a:extLst>
            </p:cNvPr>
            <p:cNvSpPr/>
            <p:nvPr/>
          </p:nvSpPr>
          <p:spPr>
            <a:xfrm>
              <a:off x="1618488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B47712C-119E-CBAD-A636-FF6B764CE3C4}"/>
                </a:ext>
              </a:extLst>
            </p:cNvPr>
            <p:cNvSpPr/>
            <p:nvPr/>
          </p:nvSpPr>
          <p:spPr>
            <a:xfrm>
              <a:off x="2276856" y="224829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646A406-927B-D113-CC46-58F8F43F6A70}"/>
                </a:ext>
              </a:extLst>
            </p:cNvPr>
            <p:cNvSpPr/>
            <p:nvPr/>
          </p:nvSpPr>
          <p:spPr>
            <a:xfrm>
              <a:off x="2935224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07331D-4F4B-AF8A-DD3C-3C07AA8240FD}"/>
                </a:ext>
              </a:extLst>
            </p:cNvPr>
            <p:cNvSpPr/>
            <p:nvPr/>
          </p:nvSpPr>
          <p:spPr>
            <a:xfrm>
              <a:off x="3593592" y="2248299"/>
              <a:ext cx="274320" cy="274320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D7140D0-7799-7659-66DF-F28B823E3778}"/>
                </a:ext>
              </a:extLst>
            </p:cNvPr>
            <p:cNvSpPr/>
            <p:nvPr/>
          </p:nvSpPr>
          <p:spPr>
            <a:xfrm>
              <a:off x="4251959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B0B53314-0D4A-D396-57F2-5CB8A040DA27}"/>
              </a:ext>
            </a:extLst>
          </p:cNvPr>
          <p:cNvSpPr txBox="1"/>
          <p:nvPr/>
        </p:nvSpPr>
        <p:spPr>
          <a:xfrm>
            <a:off x="2860158" y="5603358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JLK_b</a:t>
            </a:r>
            <a:r>
              <a:rPr lang="en-US" dirty="0"/>
              <a:t> 3/8</a:t>
            </a:r>
          </a:p>
        </p:txBody>
      </p:sp>
      <p:sp>
        <p:nvSpPr>
          <p:cNvPr id="145" name="Parallelogram 144">
            <a:extLst>
              <a:ext uri="{FF2B5EF4-FFF2-40B4-BE49-F238E27FC236}">
                <a16:creationId xmlns:a16="http://schemas.microsoft.com/office/drawing/2014/main" id="{608447B5-621A-3180-42A9-0305A0F0E7AA}"/>
              </a:ext>
            </a:extLst>
          </p:cNvPr>
          <p:cNvSpPr/>
          <p:nvPr/>
        </p:nvSpPr>
        <p:spPr>
          <a:xfrm rot="19794907">
            <a:off x="1316405" y="2095430"/>
            <a:ext cx="2277036" cy="2650076"/>
          </a:xfrm>
          <a:prstGeom prst="parallelogram">
            <a:avLst>
              <a:gd name="adj" fmla="val 50025"/>
            </a:avLst>
          </a:prstGeom>
          <a:noFill/>
          <a:ln w="38100">
            <a:solidFill>
              <a:srgbClr val="E14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4D2C67F-0676-C963-9D66-49CEB418648A}"/>
              </a:ext>
            </a:extLst>
          </p:cNvPr>
          <p:cNvSpPr txBox="1"/>
          <p:nvPr/>
        </p:nvSpPr>
        <p:spPr>
          <a:xfrm>
            <a:off x="7829151" y="5603358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JLK_c</a:t>
            </a:r>
            <a:r>
              <a:rPr lang="en-US" dirty="0"/>
              <a:t> 7/10</a:t>
            </a: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5E63ED62-2914-237C-0685-2B91D065B478}"/>
              </a:ext>
            </a:extLst>
          </p:cNvPr>
          <p:cNvGrpSpPr/>
          <p:nvPr/>
        </p:nvGrpSpPr>
        <p:grpSpPr>
          <a:xfrm>
            <a:off x="6202989" y="1581350"/>
            <a:ext cx="3993607" cy="3695300"/>
            <a:chOff x="6202989" y="1581350"/>
            <a:chExt cx="3993607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27BBEDF5-2777-787A-9565-FBCC407E78C9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  <a:solidFill>
              <a:schemeClr val="bg1"/>
            </a:solidFill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3F3CF3BD-A8A2-7AD6-2F4B-9B7BE4D43F99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64C3AAFE-CD02-1E43-14ED-947091E9287F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08EEAB2D-2F67-D3CD-3474-BB9CE3BBDC48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837D6895-6AB7-F9E9-CB95-F502EBBB9726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8C008D04-F2B4-F7AD-B7EE-C9A02E028888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97FBB2E0-7989-A885-3428-640F79331CAA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BFE77B7B-A181-6CE5-2936-23C04E0FD05D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F58DC0FB-F649-5D6F-B824-E3700F6C9DA1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DA9BAA0E-1056-3374-DA15-C31EF8067D26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A6A2DBDF-AF2C-957D-0390-42EBCFFEB84F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A9AD4770-C11A-6582-A42E-31096EF8ECDD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F94E807D-9F8B-20F7-C0EC-C2B758C57D0C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74D3CD78-8BEA-B74E-C79E-9E5821D854C6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846CB05A-0AA6-9AC7-E911-7935680DB8B9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11DE7DE5-61D2-F081-1017-4AAB4681C787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9B947C2A-5CE9-63E4-8222-3CF473D77E53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A5F3EF32-4477-B96C-FFC3-DEC945F47AC4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9504F0D3-B37E-40E6-5AAA-36F4F3E8FBF8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7556297B-F43B-7FC1-2C01-6C0C25188A11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E310FECA-259F-8EB6-4715-1BA366852EA9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E9803978-F999-D6D5-15D4-80864AC050BC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00A4BC97-3422-05EB-7C6D-DCA1F6D16883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B98A4338-78A2-5225-30A0-0A130C71B749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03183D70-B8A4-7C5C-186B-64B78917D777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5AD2B11E-47B9-8F76-1542-1C5F2DF01609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C13371E0-E03F-7AD6-8458-167F044FBEFF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45A40041-5DAF-408B-E256-B06C0D1E144F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3197B36F-95A6-7EBE-808D-5F389ADB16A9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E5912E24-F7A9-565F-6522-6A2320AD2E42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093A5FA4-7E13-A4AD-0468-71B7415A232E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CCD1639A-6B6A-38B4-C4AB-FC813FB88C1C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6271AE63-C5B3-3409-8FC5-80C2874295E4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9F46AC0D-7CF9-31F6-FC7D-704B975468A9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D0A1D218-2EC1-8A03-AED8-AF0D5DC8CF29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9B429D66-5C66-8FAD-B246-5F57D4B62293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E3A9AF38-3739-2975-69A8-CD47693AC160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480F0347-99A6-250F-5F67-A54646F1B643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09A04F62-CE1E-334A-F34C-8E38255CFAE7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B65892ED-ED5A-49C2-0A84-2F7F9ED7D05C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8F3795B8-E822-CC2E-0597-6B7BB217BA12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51416C68-CC58-CF1B-6755-7F725C398EEC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D4EFA08F-BEBF-C76A-CFA8-25C36A7639E4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721DF06E-27C4-C4CC-673F-670080D6B7E7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3B3398B3-2E48-E587-6A2F-2106F98EF51A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865889D3-9764-7CAB-5F32-A6D1CFD3D8E8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1DCB143E-5D15-82C2-E690-462BF62A9CF8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E20252B1-8D09-A24D-5972-3DB4E1563ECF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A59A4FD2-220B-C02A-C6E6-6265C7B3FC57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49B957E1-B0F3-80F5-DDED-DF85EA9AEF22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5E4C8286-5A2E-6F44-97E2-2B221244344F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EDE55FD2-E559-5E3F-B51D-FF98AEE22C71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AFE2E911-517B-AFDD-0321-FCDFB129C5C7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CEB97733-66CF-E4A2-38B0-319BB60AD79F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AAE8BC25-436E-DE93-0EDE-F3EE73579B15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C3F184ED-43C0-FFE1-04C9-CF79EC4FEBA4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1CABE7BB-88B9-4D20-45BB-E0B8A9A10137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3C371456-AC7C-6732-9DB9-CA191EAF2C56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E39A4BF5-9B45-DE69-F892-EB1EABE112DB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F4C96E92-8402-98E7-73DC-00D00F2F29A7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508375C0-0DE4-F9D7-F611-7D99F43C8657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48F1EA45-A75C-015F-CBCD-B78B271D163F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7487E4C7-39A1-3429-0C9B-F0C1136D5D94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43F30DBD-5465-1990-3D38-B66817FE2B2D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BF1BACC3-5CE8-8A89-19CC-2C84D4980B99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55986417-0ACA-4E4B-F40E-AC4A50BF17BA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83C131E8-DED9-D258-62CD-BE9364A391B7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A1728470-EC48-02DE-C3F1-A1E5C3E670FC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C4AB7CAD-CC64-C2B4-8C6E-1533DF50E802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5D6CAE7A-FCC9-DEA9-5858-DF50E3BAFA73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62026609-E10E-D52C-894B-11089061DCFA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5F8C5336-2A04-80A7-FD93-C70E62DB33EC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4B199EDC-03E8-5F37-6E29-A100452ABC70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15D9571E-B9AC-0FAE-27F3-5C8D8C6A8334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71F9213E-1CEB-8A3D-C5A7-7A68A56EDB01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93E5C445-8C5E-15C1-3883-C8599376CBE8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F92B551E-ED91-090C-0F10-83566ED6CE93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C68E847F-8FC2-4375-5DD8-4266A5E4E687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49FA6E0C-B473-2051-50FB-EFA2786FB1FB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CEE1D880-C285-7C2A-D57C-49A9A94EF6AB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93E11D68-63E9-A0E0-3809-99FE0978E29A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5B89EEB3-BC8C-6A7D-E353-CCDCB42610AA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9FC7BE88-8663-6950-3B16-63C9BED62315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C7EC7A98-5A59-A5C8-F2EE-23574BCCC54D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AC12E12E-2A39-BEEC-0207-76442E45D6B0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4FA66F32-6245-6025-0E72-56AB369E90B5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FCE5087C-50C4-50AD-DC29-1EEEEDDB3EE6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F5F050A3-CC64-7517-0231-C7E97318C067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B406DDAF-E58E-9835-468A-8A8420BCB09C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7374BF87-23EE-48F2-6CF5-614F72BBD0FC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60ED578A-B99C-C656-F212-0884BCD2EAC9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C302A705-40D8-3095-B540-35DE4F6EBEDD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73AF758B-DF55-43F1-06A8-B5463678FE58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ADF0E2B7-DE08-35CD-B693-B3AFDF6AA26F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67227796-2FC1-0ED5-3CED-4CCE71BF95FB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4317CC17-65A9-880B-CEE2-1A8F3F3EA75B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B7C2EA0C-842E-6904-0C9B-DB7F9B2F91D5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FF877D8D-9018-8986-7198-8944AFEB754D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9AA70D96-F7B3-8A8B-210F-F1878BFE9726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859A2623-EC36-C99B-C67D-D0847B7B1F0B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9A62D739-C1CC-8D0C-394B-553618ECF85B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5935FE68-A53B-4249-E759-969C271CBC03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019B88A-981A-8488-8589-28DE047CF98F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96F2D899-7026-746E-F531-4B930BE2F2A4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3278C69D-29C7-E2CF-24EF-CD7CB160D5D6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3C6CC171-E207-8DB1-93FE-D50865A80C1B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76FA307F-A003-3DB1-12F3-D032B81CB956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3930DB8A-188E-D5E8-4A94-F87FC8F67DB6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5C7E0EA0-1F62-6E49-DA1E-7DA3B2D468CF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818942E6-9C0E-3719-257A-1A8E0A4D8938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A751076C-43A3-A22C-0E56-EADAFB9B940B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D3E8EB18-0ECD-B125-FA6F-D4DDD64F9A96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81905AA8-6AEB-FA54-EADC-615AEA99A473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52259C4E-7FB8-5B78-F95F-5DAE9D9A1CE9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6CA7FA27-A2CE-2F3B-4851-DD73563046C5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D8F8EAE2-D645-62FD-1A2E-DABC522FA404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62624E35-9BFA-C9A8-0148-E918D38DBF2E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46F5F7A7-B27A-9E46-E249-4559F47A5F6C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6A13A4AA-6885-1DC8-7DC4-68DF991D9FE3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C41B5599-47CE-4FD7-4D1B-262857D920F0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DAA45B54-D6B4-AACA-1B80-36E4EC0CF242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F0A408A2-EC5F-F3E5-D533-59289369675A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D95B51C1-A06A-CD5D-8C55-1FC316D8A29A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15036DCC-3E46-F2CD-37AB-BC75504C2C3F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1CFC1B44-5734-EB90-B229-5F4AB2F92C9F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16CBB47D-70F9-FA31-D908-ADB1E5906101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7A83D248-AA30-406F-BE1F-083DA99F5D77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8C08DA9B-8A86-2DF2-2455-ED6054C91E83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FEC8751B-03E4-798B-E3CF-2CA26FCDCF09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8009F3A8-3049-0AD7-C93D-23F9642DCF1C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B3080962-6798-3675-9B00-C656CEC094A7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E2CBB7B8-3FAF-A7CF-B044-B5B9B580278E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B7ECFE1D-4850-F2CF-4194-37D3961303D8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D8F2662C-7900-1DF8-1EC1-8EEDFFF553E3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496B564B-D8A6-ACC6-243E-DA0892722C66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467CE8BD-53CC-89ED-5457-23CBE3B330E9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61654B91-4078-C36C-3D5C-71DB4BAE5141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22C0B436-4DD0-2E08-8A56-4013B31680B5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AF85000C-BF85-F91D-B583-0F01305CBAA3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3E250163-3654-E674-03C5-98FA038F71F0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C7FF4EF1-1D70-600F-0D47-B982CE77EF63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C662436-4B56-BDFF-C7C2-6C07385CE399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FAB0A71D-30B7-8526-4657-1587337E47F3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77240AC4-F62A-81BF-1C31-58C43CF2A5F7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4" name="Parallelogram 293">
              <a:extLst>
                <a:ext uri="{FF2B5EF4-FFF2-40B4-BE49-F238E27FC236}">
                  <a16:creationId xmlns:a16="http://schemas.microsoft.com/office/drawing/2014/main" id="{F60F0EB1-B614-C41F-66B5-AF0E3244A864}"/>
                </a:ext>
              </a:extLst>
            </p:cNvPr>
            <p:cNvSpPr/>
            <p:nvPr/>
          </p:nvSpPr>
          <p:spPr>
            <a:xfrm rot="20761014">
              <a:off x="6202989" y="3218569"/>
              <a:ext cx="3113437" cy="1577876"/>
            </a:xfrm>
            <a:prstGeom prst="parallelogram">
              <a:avLst>
                <a:gd name="adj" fmla="val 46046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707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8FBB-0E65-8C61-0704-BC205234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>
            <a:extLst>
              <a:ext uri="{FF2B5EF4-FFF2-40B4-BE49-F238E27FC236}">
                <a16:creationId xmlns:a16="http://schemas.microsoft.com/office/drawing/2014/main" id="{C303E0B7-BDC1-ECFB-3524-E2DEC802B6D5}"/>
              </a:ext>
            </a:extLst>
          </p:cNvPr>
          <p:cNvSpPr txBox="1"/>
          <p:nvPr/>
        </p:nvSpPr>
        <p:spPr>
          <a:xfrm>
            <a:off x="2860158" y="5603358"/>
            <a:ext cx="163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JLK_theta4 4/5</a:t>
            </a: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6A1649F-74F0-5EFC-0D7E-97ACE6F3232B}"/>
              </a:ext>
            </a:extLst>
          </p:cNvPr>
          <p:cNvGrpSpPr/>
          <p:nvPr/>
        </p:nvGrpSpPr>
        <p:grpSpPr>
          <a:xfrm>
            <a:off x="1332259" y="1581350"/>
            <a:ext cx="3895344" cy="3695300"/>
            <a:chOff x="1332259" y="1581350"/>
            <a:chExt cx="3895344" cy="36953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038CB41F-1CFA-1490-F105-DBD619A4512E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  <a:solidFill>
              <a:srgbClr val="E6B921"/>
            </a:solidFill>
          </p:grpSpPr>
          <p:cxnSp>
            <p:nvCxnSpPr>
              <p:cNvPr id="2" name="Connector 2">
                <a:extLst>
                  <a:ext uri="{FF2B5EF4-FFF2-40B4-BE49-F238E27FC236}">
                    <a16:creationId xmlns:a16="http://schemas.microsoft.com/office/drawing/2014/main" id="{6DFAEA92-2EF9-C367-DC88-01C4FB3594CA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" name="Connector 3">
                <a:extLst>
                  <a:ext uri="{FF2B5EF4-FFF2-40B4-BE49-F238E27FC236}">
                    <a16:creationId xmlns:a16="http://schemas.microsoft.com/office/drawing/2014/main" id="{09D2D475-2F4C-E770-3989-2AF46A7F12A9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4">
                <a:extLst>
                  <a:ext uri="{FF2B5EF4-FFF2-40B4-BE49-F238E27FC236}">
                    <a16:creationId xmlns:a16="http://schemas.microsoft.com/office/drawing/2014/main" id="{175CD405-4C54-05EC-68B1-5005B47CAD0F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5">
                <a:extLst>
                  <a:ext uri="{FF2B5EF4-FFF2-40B4-BE49-F238E27FC236}">
                    <a16:creationId xmlns:a16="http://schemas.microsoft.com/office/drawing/2014/main" id="{9054E6D7-5D3F-485E-F470-243D05B97F26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6">
                <a:extLst>
                  <a:ext uri="{FF2B5EF4-FFF2-40B4-BE49-F238E27FC236}">
                    <a16:creationId xmlns:a16="http://schemas.microsoft.com/office/drawing/2014/main" id="{1107B934-86AA-1E26-04DF-7E752C61314A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7">
                <a:extLst>
                  <a:ext uri="{FF2B5EF4-FFF2-40B4-BE49-F238E27FC236}">
                    <a16:creationId xmlns:a16="http://schemas.microsoft.com/office/drawing/2014/main" id="{B78F896D-8050-46BB-5B57-A24D5A89DF29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8">
                <a:extLst>
                  <a:ext uri="{FF2B5EF4-FFF2-40B4-BE49-F238E27FC236}">
                    <a16:creationId xmlns:a16="http://schemas.microsoft.com/office/drawing/2014/main" id="{8E18BCAA-9DE7-65CD-93A6-3ECD44C42656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9">
                <a:extLst>
                  <a:ext uri="{FF2B5EF4-FFF2-40B4-BE49-F238E27FC236}">
                    <a16:creationId xmlns:a16="http://schemas.microsoft.com/office/drawing/2014/main" id="{D32A1D04-238D-4E5D-94DE-8F41B4BFBCFB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10">
                <a:extLst>
                  <a:ext uri="{FF2B5EF4-FFF2-40B4-BE49-F238E27FC236}">
                    <a16:creationId xmlns:a16="http://schemas.microsoft.com/office/drawing/2014/main" id="{409D30E4-3634-6E55-60DD-57D7DC671CC9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1">
                <a:extLst>
                  <a:ext uri="{FF2B5EF4-FFF2-40B4-BE49-F238E27FC236}">
                    <a16:creationId xmlns:a16="http://schemas.microsoft.com/office/drawing/2014/main" id="{34C3B1F9-6C41-D1CE-45E8-47C368894D38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2">
                <a:extLst>
                  <a:ext uri="{FF2B5EF4-FFF2-40B4-BE49-F238E27FC236}">
                    <a16:creationId xmlns:a16="http://schemas.microsoft.com/office/drawing/2014/main" id="{573F931B-1789-B550-F065-139C29683622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3">
                <a:extLst>
                  <a:ext uri="{FF2B5EF4-FFF2-40B4-BE49-F238E27FC236}">
                    <a16:creationId xmlns:a16="http://schemas.microsoft.com/office/drawing/2014/main" id="{8D1732FF-0AA5-4A86-1630-970958BF5F93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4">
                <a:extLst>
                  <a:ext uri="{FF2B5EF4-FFF2-40B4-BE49-F238E27FC236}">
                    <a16:creationId xmlns:a16="http://schemas.microsoft.com/office/drawing/2014/main" id="{30907EB4-C001-9F94-1067-B494399DE6E6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5">
                <a:extLst>
                  <a:ext uri="{FF2B5EF4-FFF2-40B4-BE49-F238E27FC236}">
                    <a16:creationId xmlns:a16="http://schemas.microsoft.com/office/drawing/2014/main" id="{9D0E50C7-7DC0-416B-FABB-5DFCBF6255FA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6">
                <a:extLst>
                  <a:ext uri="{FF2B5EF4-FFF2-40B4-BE49-F238E27FC236}">
                    <a16:creationId xmlns:a16="http://schemas.microsoft.com/office/drawing/2014/main" id="{B465FDF9-0F23-9195-C370-E62915D60312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7">
                <a:extLst>
                  <a:ext uri="{FF2B5EF4-FFF2-40B4-BE49-F238E27FC236}">
                    <a16:creationId xmlns:a16="http://schemas.microsoft.com/office/drawing/2014/main" id="{80B48666-340C-C1D4-9537-65A8C379E644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8">
                <a:extLst>
                  <a:ext uri="{FF2B5EF4-FFF2-40B4-BE49-F238E27FC236}">
                    <a16:creationId xmlns:a16="http://schemas.microsoft.com/office/drawing/2014/main" id="{C605CFBB-308C-F190-6B8B-7640EFB661DD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9">
                <a:extLst>
                  <a:ext uri="{FF2B5EF4-FFF2-40B4-BE49-F238E27FC236}">
                    <a16:creationId xmlns:a16="http://schemas.microsoft.com/office/drawing/2014/main" id="{FA56F6CF-0A30-D491-520B-90274F6900AA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20">
                <a:extLst>
                  <a:ext uri="{FF2B5EF4-FFF2-40B4-BE49-F238E27FC236}">
                    <a16:creationId xmlns:a16="http://schemas.microsoft.com/office/drawing/2014/main" id="{9B64FDBD-5D0A-841E-0F5A-AE2D2AFE48C1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1">
                <a:extLst>
                  <a:ext uri="{FF2B5EF4-FFF2-40B4-BE49-F238E27FC236}">
                    <a16:creationId xmlns:a16="http://schemas.microsoft.com/office/drawing/2014/main" id="{F742C3D1-F171-E3F5-022E-B90B43F584DA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2">
                <a:extLst>
                  <a:ext uri="{FF2B5EF4-FFF2-40B4-BE49-F238E27FC236}">
                    <a16:creationId xmlns:a16="http://schemas.microsoft.com/office/drawing/2014/main" id="{DD1828CA-059B-9B55-4C69-F41183C00787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3">
                <a:extLst>
                  <a:ext uri="{FF2B5EF4-FFF2-40B4-BE49-F238E27FC236}">
                    <a16:creationId xmlns:a16="http://schemas.microsoft.com/office/drawing/2014/main" id="{D8B14836-A20C-F69C-1FED-F4C666C623FB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4">
                <a:extLst>
                  <a:ext uri="{FF2B5EF4-FFF2-40B4-BE49-F238E27FC236}">
                    <a16:creationId xmlns:a16="http://schemas.microsoft.com/office/drawing/2014/main" id="{28ECB4CE-0E42-E2C4-5AC8-A60283B955C7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5">
                <a:extLst>
                  <a:ext uri="{FF2B5EF4-FFF2-40B4-BE49-F238E27FC236}">
                    <a16:creationId xmlns:a16="http://schemas.microsoft.com/office/drawing/2014/main" id="{256B9F6D-6235-0038-B2E5-9BB2ABB1A441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6">
                <a:extLst>
                  <a:ext uri="{FF2B5EF4-FFF2-40B4-BE49-F238E27FC236}">
                    <a16:creationId xmlns:a16="http://schemas.microsoft.com/office/drawing/2014/main" id="{47F0D9BF-701C-A0AE-8DAD-A073066A14F0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7">
                <a:extLst>
                  <a:ext uri="{FF2B5EF4-FFF2-40B4-BE49-F238E27FC236}">
                    <a16:creationId xmlns:a16="http://schemas.microsoft.com/office/drawing/2014/main" id="{7B3864A1-90C0-37FB-7069-87B3AD86B0B5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8">
                <a:extLst>
                  <a:ext uri="{FF2B5EF4-FFF2-40B4-BE49-F238E27FC236}">
                    <a16:creationId xmlns:a16="http://schemas.microsoft.com/office/drawing/2014/main" id="{91C1DD3F-AE35-64E2-581E-45BA92468B24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9">
                <a:extLst>
                  <a:ext uri="{FF2B5EF4-FFF2-40B4-BE49-F238E27FC236}">
                    <a16:creationId xmlns:a16="http://schemas.microsoft.com/office/drawing/2014/main" id="{10D1ED69-FAF6-FAC8-7E82-4ED5A804BEE7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7138BDC5-6B7E-BE49-A338-3D9E477556A7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1">
                <a:extLst>
                  <a:ext uri="{FF2B5EF4-FFF2-40B4-BE49-F238E27FC236}">
                    <a16:creationId xmlns:a16="http://schemas.microsoft.com/office/drawing/2014/main" id="{E056E1C9-A07B-C3BD-BBD6-D3FC8E24FE6F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2">
                <a:extLst>
                  <a:ext uri="{FF2B5EF4-FFF2-40B4-BE49-F238E27FC236}">
                    <a16:creationId xmlns:a16="http://schemas.microsoft.com/office/drawing/2014/main" id="{8FF99ACB-D390-6248-F4D7-0B0ADC2848F9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3">
                <a:extLst>
                  <a:ext uri="{FF2B5EF4-FFF2-40B4-BE49-F238E27FC236}">
                    <a16:creationId xmlns:a16="http://schemas.microsoft.com/office/drawing/2014/main" id="{7613AC45-2535-632A-3EFF-5B3BCE129CD8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4">
                <a:extLst>
                  <a:ext uri="{FF2B5EF4-FFF2-40B4-BE49-F238E27FC236}">
                    <a16:creationId xmlns:a16="http://schemas.microsoft.com/office/drawing/2014/main" id="{6CF45066-DBFE-E066-E6C8-682E57672D23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5">
                <a:extLst>
                  <a:ext uri="{FF2B5EF4-FFF2-40B4-BE49-F238E27FC236}">
                    <a16:creationId xmlns:a16="http://schemas.microsoft.com/office/drawing/2014/main" id="{C085B37B-740E-6290-E11A-E156A6D126D5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6">
                <a:extLst>
                  <a:ext uri="{FF2B5EF4-FFF2-40B4-BE49-F238E27FC236}">
                    <a16:creationId xmlns:a16="http://schemas.microsoft.com/office/drawing/2014/main" id="{D38D9F44-7A86-3BE2-FCA8-B3B51DD12BC6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7">
                <a:extLst>
                  <a:ext uri="{FF2B5EF4-FFF2-40B4-BE49-F238E27FC236}">
                    <a16:creationId xmlns:a16="http://schemas.microsoft.com/office/drawing/2014/main" id="{CC827D26-1A18-4A96-5D27-6D25007C219B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8">
                <a:extLst>
                  <a:ext uri="{FF2B5EF4-FFF2-40B4-BE49-F238E27FC236}">
                    <a16:creationId xmlns:a16="http://schemas.microsoft.com/office/drawing/2014/main" id="{F5B99C0B-FE8C-C8EE-5274-7B0EFEE1A7E9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9">
                <a:extLst>
                  <a:ext uri="{FF2B5EF4-FFF2-40B4-BE49-F238E27FC236}">
                    <a16:creationId xmlns:a16="http://schemas.microsoft.com/office/drawing/2014/main" id="{8792E5B0-CE16-8CC9-0E44-D0E54AB84831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40">
                <a:extLst>
                  <a:ext uri="{FF2B5EF4-FFF2-40B4-BE49-F238E27FC236}">
                    <a16:creationId xmlns:a16="http://schemas.microsoft.com/office/drawing/2014/main" id="{961C4D8F-C4E0-9AC6-7EC3-99231D983DED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1">
                <a:extLst>
                  <a:ext uri="{FF2B5EF4-FFF2-40B4-BE49-F238E27FC236}">
                    <a16:creationId xmlns:a16="http://schemas.microsoft.com/office/drawing/2014/main" id="{948753AF-B0F4-3AE2-243D-7B1B27A8B1A6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2">
                <a:extLst>
                  <a:ext uri="{FF2B5EF4-FFF2-40B4-BE49-F238E27FC236}">
                    <a16:creationId xmlns:a16="http://schemas.microsoft.com/office/drawing/2014/main" id="{BED44155-B386-50A6-B63F-917DA1F53E58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3">
                <a:extLst>
                  <a:ext uri="{FF2B5EF4-FFF2-40B4-BE49-F238E27FC236}">
                    <a16:creationId xmlns:a16="http://schemas.microsoft.com/office/drawing/2014/main" id="{EBF18313-ECC0-8CCA-165A-8077674619CC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4">
                <a:extLst>
                  <a:ext uri="{FF2B5EF4-FFF2-40B4-BE49-F238E27FC236}">
                    <a16:creationId xmlns:a16="http://schemas.microsoft.com/office/drawing/2014/main" id="{B1C237FF-FAAA-B46D-CE79-B3B318A7A46F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5">
                <a:extLst>
                  <a:ext uri="{FF2B5EF4-FFF2-40B4-BE49-F238E27FC236}">
                    <a16:creationId xmlns:a16="http://schemas.microsoft.com/office/drawing/2014/main" id="{55C27AE5-1D63-F08F-347E-687F7ED4DBF8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6">
                <a:extLst>
                  <a:ext uri="{FF2B5EF4-FFF2-40B4-BE49-F238E27FC236}">
                    <a16:creationId xmlns:a16="http://schemas.microsoft.com/office/drawing/2014/main" id="{B8D2E769-47B6-8AE1-B203-9302C5FFC722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7">
                <a:extLst>
                  <a:ext uri="{FF2B5EF4-FFF2-40B4-BE49-F238E27FC236}">
                    <a16:creationId xmlns:a16="http://schemas.microsoft.com/office/drawing/2014/main" id="{483D4FC6-32C6-2F5E-8843-F8E8145DACF4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8">
                <a:extLst>
                  <a:ext uri="{FF2B5EF4-FFF2-40B4-BE49-F238E27FC236}">
                    <a16:creationId xmlns:a16="http://schemas.microsoft.com/office/drawing/2014/main" id="{BBDE1D01-9033-CC1D-B767-15458B7B79A3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9">
                <a:extLst>
                  <a:ext uri="{FF2B5EF4-FFF2-40B4-BE49-F238E27FC236}">
                    <a16:creationId xmlns:a16="http://schemas.microsoft.com/office/drawing/2014/main" id="{B1DFA239-66FE-474E-7368-2DF5CC3096A0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50">
                <a:extLst>
                  <a:ext uri="{FF2B5EF4-FFF2-40B4-BE49-F238E27FC236}">
                    <a16:creationId xmlns:a16="http://schemas.microsoft.com/office/drawing/2014/main" id="{5D436B51-4F8E-9FF9-065A-C441D793F8A6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1">
                <a:extLst>
                  <a:ext uri="{FF2B5EF4-FFF2-40B4-BE49-F238E27FC236}">
                    <a16:creationId xmlns:a16="http://schemas.microsoft.com/office/drawing/2014/main" id="{9BB60F36-053B-0FDC-B85D-9D830553E978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2">
                <a:extLst>
                  <a:ext uri="{FF2B5EF4-FFF2-40B4-BE49-F238E27FC236}">
                    <a16:creationId xmlns:a16="http://schemas.microsoft.com/office/drawing/2014/main" id="{3D6E5973-837A-27BB-CAAE-D24D1E65B0E0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3">
                <a:extLst>
                  <a:ext uri="{FF2B5EF4-FFF2-40B4-BE49-F238E27FC236}">
                    <a16:creationId xmlns:a16="http://schemas.microsoft.com/office/drawing/2014/main" id="{C06B6E89-91CE-B9EC-6F94-9EE565ECE073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4">
                <a:extLst>
                  <a:ext uri="{FF2B5EF4-FFF2-40B4-BE49-F238E27FC236}">
                    <a16:creationId xmlns:a16="http://schemas.microsoft.com/office/drawing/2014/main" id="{8AFE503E-4BF7-9535-FB3D-082152217CD2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5">
                <a:extLst>
                  <a:ext uri="{FF2B5EF4-FFF2-40B4-BE49-F238E27FC236}">
                    <a16:creationId xmlns:a16="http://schemas.microsoft.com/office/drawing/2014/main" id="{CD7F51C5-D686-2E06-5C6F-3105798096E4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6">
                <a:extLst>
                  <a:ext uri="{FF2B5EF4-FFF2-40B4-BE49-F238E27FC236}">
                    <a16:creationId xmlns:a16="http://schemas.microsoft.com/office/drawing/2014/main" id="{445DD441-2E44-5B65-D5C1-2DA5C95C4A64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7">
                <a:extLst>
                  <a:ext uri="{FF2B5EF4-FFF2-40B4-BE49-F238E27FC236}">
                    <a16:creationId xmlns:a16="http://schemas.microsoft.com/office/drawing/2014/main" id="{B489B104-855C-EA79-5159-0752C7386D76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8">
                <a:extLst>
                  <a:ext uri="{FF2B5EF4-FFF2-40B4-BE49-F238E27FC236}">
                    <a16:creationId xmlns:a16="http://schemas.microsoft.com/office/drawing/2014/main" id="{0C825F83-88F7-707C-A995-AE4F52E29017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9">
                <a:extLst>
                  <a:ext uri="{FF2B5EF4-FFF2-40B4-BE49-F238E27FC236}">
                    <a16:creationId xmlns:a16="http://schemas.microsoft.com/office/drawing/2014/main" id="{ABD078B5-F85F-3967-5051-56651E96D170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60">
                <a:extLst>
                  <a:ext uri="{FF2B5EF4-FFF2-40B4-BE49-F238E27FC236}">
                    <a16:creationId xmlns:a16="http://schemas.microsoft.com/office/drawing/2014/main" id="{BAF52365-597D-2BAA-8ED9-D702A6BA0E36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1">
                <a:extLst>
                  <a:ext uri="{FF2B5EF4-FFF2-40B4-BE49-F238E27FC236}">
                    <a16:creationId xmlns:a16="http://schemas.microsoft.com/office/drawing/2014/main" id="{72529BAC-4BA5-EF61-0211-4B40122A7190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2">
                <a:extLst>
                  <a:ext uri="{FF2B5EF4-FFF2-40B4-BE49-F238E27FC236}">
                    <a16:creationId xmlns:a16="http://schemas.microsoft.com/office/drawing/2014/main" id="{E92511A2-BD09-3E95-CF07-2CF77D6A7861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3">
                <a:extLst>
                  <a:ext uri="{FF2B5EF4-FFF2-40B4-BE49-F238E27FC236}">
                    <a16:creationId xmlns:a16="http://schemas.microsoft.com/office/drawing/2014/main" id="{11ED43BF-6EE1-E41F-F033-BD88C8205236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4">
                <a:extLst>
                  <a:ext uri="{FF2B5EF4-FFF2-40B4-BE49-F238E27FC236}">
                    <a16:creationId xmlns:a16="http://schemas.microsoft.com/office/drawing/2014/main" id="{B6545957-D946-FE67-E009-05F7D94B78E0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5">
                <a:extLst>
                  <a:ext uri="{FF2B5EF4-FFF2-40B4-BE49-F238E27FC236}">
                    <a16:creationId xmlns:a16="http://schemas.microsoft.com/office/drawing/2014/main" id="{ACA98954-5F6B-9CD7-B978-BF71A066ECD3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6">
                <a:extLst>
                  <a:ext uri="{FF2B5EF4-FFF2-40B4-BE49-F238E27FC236}">
                    <a16:creationId xmlns:a16="http://schemas.microsoft.com/office/drawing/2014/main" id="{41E40F4D-7313-808C-3208-48C04CC7339D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7">
                <a:extLst>
                  <a:ext uri="{FF2B5EF4-FFF2-40B4-BE49-F238E27FC236}">
                    <a16:creationId xmlns:a16="http://schemas.microsoft.com/office/drawing/2014/main" id="{B0F2705D-8D77-B044-AC93-EFEBA3EE4655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8">
                <a:extLst>
                  <a:ext uri="{FF2B5EF4-FFF2-40B4-BE49-F238E27FC236}">
                    <a16:creationId xmlns:a16="http://schemas.microsoft.com/office/drawing/2014/main" id="{ED67215F-536C-FD41-39CB-F9B24F27F567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9">
                <a:extLst>
                  <a:ext uri="{FF2B5EF4-FFF2-40B4-BE49-F238E27FC236}">
                    <a16:creationId xmlns:a16="http://schemas.microsoft.com/office/drawing/2014/main" id="{F5CB11DF-AE2F-3969-4D81-35D9F8D4C4F9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70">
                <a:extLst>
                  <a:ext uri="{FF2B5EF4-FFF2-40B4-BE49-F238E27FC236}">
                    <a16:creationId xmlns:a16="http://schemas.microsoft.com/office/drawing/2014/main" id="{786F39E4-BD81-695D-033F-8AD5E0400E12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1">
                <a:extLst>
                  <a:ext uri="{FF2B5EF4-FFF2-40B4-BE49-F238E27FC236}">
                    <a16:creationId xmlns:a16="http://schemas.microsoft.com/office/drawing/2014/main" id="{BE609DEC-DD37-5E03-C54C-0659959A7051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2">
                <a:extLst>
                  <a:ext uri="{FF2B5EF4-FFF2-40B4-BE49-F238E27FC236}">
                    <a16:creationId xmlns:a16="http://schemas.microsoft.com/office/drawing/2014/main" id="{F6E214DC-211C-3CEC-0727-05C1DF90BE05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3">
                <a:extLst>
                  <a:ext uri="{FF2B5EF4-FFF2-40B4-BE49-F238E27FC236}">
                    <a16:creationId xmlns:a16="http://schemas.microsoft.com/office/drawing/2014/main" id="{1B42D368-EE7A-8AA7-AFD2-8E562A4F3096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4">
                <a:extLst>
                  <a:ext uri="{FF2B5EF4-FFF2-40B4-BE49-F238E27FC236}">
                    <a16:creationId xmlns:a16="http://schemas.microsoft.com/office/drawing/2014/main" id="{C3CCDA91-E651-C7AB-E579-2C739D7F2A58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5">
                <a:extLst>
                  <a:ext uri="{FF2B5EF4-FFF2-40B4-BE49-F238E27FC236}">
                    <a16:creationId xmlns:a16="http://schemas.microsoft.com/office/drawing/2014/main" id="{BD4810E0-9A72-DC77-9878-B64CF278C941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6">
                <a:extLst>
                  <a:ext uri="{FF2B5EF4-FFF2-40B4-BE49-F238E27FC236}">
                    <a16:creationId xmlns:a16="http://schemas.microsoft.com/office/drawing/2014/main" id="{31CB5007-83C8-9127-E88B-5FE34D1323BF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7">
                <a:extLst>
                  <a:ext uri="{FF2B5EF4-FFF2-40B4-BE49-F238E27FC236}">
                    <a16:creationId xmlns:a16="http://schemas.microsoft.com/office/drawing/2014/main" id="{2A622CA8-CA6C-252E-D540-A846D9E81D72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8">
                <a:extLst>
                  <a:ext uri="{FF2B5EF4-FFF2-40B4-BE49-F238E27FC236}">
                    <a16:creationId xmlns:a16="http://schemas.microsoft.com/office/drawing/2014/main" id="{D4E77117-3A20-9F5A-4691-998198BC7439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9">
                <a:extLst>
                  <a:ext uri="{FF2B5EF4-FFF2-40B4-BE49-F238E27FC236}">
                    <a16:creationId xmlns:a16="http://schemas.microsoft.com/office/drawing/2014/main" id="{F372936B-F66F-681E-AB51-032A1FF25B8B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80">
                <a:extLst>
                  <a:ext uri="{FF2B5EF4-FFF2-40B4-BE49-F238E27FC236}">
                    <a16:creationId xmlns:a16="http://schemas.microsoft.com/office/drawing/2014/main" id="{A8B41F14-CC8F-029C-F88B-58533C9F3DEA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1">
                <a:extLst>
                  <a:ext uri="{FF2B5EF4-FFF2-40B4-BE49-F238E27FC236}">
                    <a16:creationId xmlns:a16="http://schemas.microsoft.com/office/drawing/2014/main" id="{3719F76E-1B37-58FF-766C-5CF197202A1A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2">
                <a:extLst>
                  <a:ext uri="{FF2B5EF4-FFF2-40B4-BE49-F238E27FC236}">
                    <a16:creationId xmlns:a16="http://schemas.microsoft.com/office/drawing/2014/main" id="{6663C982-E24E-8C1A-31EC-8CD2FB8520D6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3">
                <a:extLst>
                  <a:ext uri="{FF2B5EF4-FFF2-40B4-BE49-F238E27FC236}">
                    <a16:creationId xmlns:a16="http://schemas.microsoft.com/office/drawing/2014/main" id="{670100D0-3E2D-E0E4-D3A1-F66D6287AF2E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4">
                <a:extLst>
                  <a:ext uri="{FF2B5EF4-FFF2-40B4-BE49-F238E27FC236}">
                    <a16:creationId xmlns:a16="http://schemas.microsoft.com/office/drawing/2014/main" id="{6F6140AF-D9D1-4784-89B1-1B7D448D63C4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5">
                <a:extLst>
                  <a:ext uri="{FF2B5EF4-FFF2-40B4-BE49-F238E27FC236}">
                    <a16:creationId xmlns:a16="http://schemas.microsoft.com/office/drawing/2014/main" id="{A1E8D4A1-8753-3BC2-0B65-9A2DE7C55CD4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6">
                <a:extLst>
                  <a:ext uri="{FF2B5EF4-FFF2-40B4-BE49-F238E27FC236}">
                    <a16:creationId xmlns:a16="http://schemas.microsoft.com/office/drawing/2014/main" id="{269CB0BB-CF02-7F98-AF71-A4BB7DE51D98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7">
                <a:extLst>
                  <a:ext uri="{FF2B5EF4-FFF2-40B4-BE49-F238E27FC236}">
                    <a16:creationId xmlns:a16="http://schemas.microsoft.com/office/drawing/2014/main" id="{E3599806-978B-ED55-0595-934EA4E58A22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8">
                <a:extLst>
                  <a:ext uri="{FF2B5EF4-FFF2-40B4-BE49-F238E27FC236}">
                    <a16:creationId xmlns:a16="http://schemas.microsoft.com/office/drawing/2014/main" id="{C020F6E2-FFD9-44E0-A9DF-735EE50CAA9F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9">
                <a:extLst>
                  <a:ext uri="{FF2B5EF4-FFF2-40B4-BE49-F238E27FC236}">
                    <a16:creationId xmlns:a16="http://schemas.microsoft.com/office/drawing/2014/main" id="{CB94C119-F974-BA10-33D1-081BF48047C4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90">
                <a:extLst>
                  <a:ext uri="{FF2B5EF4-FFF2-40B4-BE49-F238E27FC236}">
                    <a16:creationId xmlns:a16="http://schemas.microsoft.com/office/drawing/2014/main" id="{DD3EE8D9-01B0-BB16-02C8-72128900DBDA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1">
                <a:extLst>
                  <a:ext uri="{FF2B5EF4-FFF2-40B4-BE49-F238E27FC236}">
                    <a16:creationId xmlns:a16="http://schemas.microsoft.com/office/drawing/2014/main" id="{FDF39AE4-E580-73D9-EBBB-9578E1E110E1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2">
                <a:extLst>
                  <a:ext uri="{FF2B5EF4-FFF2-40B4-BE49-F238E27FC236}">
                    <a16:creationId xmlns:a16="http://schemas.microsoft.com/office/drawing/2014/main" id="{92F2738C-DDAF-8879-D193-5A8F9FB2DD56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3">
                <a:extLst>
                  <a:ext uri="{FF2B5EF4-FFF2-40B4-BE49-F238E27FC236}">
                    <a16:creationId xmlns:a16="http://schemas.microsoft.com/office/drawing/2014/main" id="{2B3CF27C-1337-43B1-EA94-D62636475A04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4">
                <a:extLst>
                  <a:ext uri="{FF2B5EF4-FFF2-40B4-BE49-F238E27FC236}">
                    <a16:creationId xmlns:a16="http://schemas.microsoft.com/office/drawing/2014/main" id="{92FC6D8D-5CC2-673A-881A-7F13196785CF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5">
                <a:extLst>
                  <a:ext uri="{FF2B5EF4-FFF2-40B4-BE49-F238E27FC236}">
                    <a16:creationId xmlns:a16="http://schemas.microsoft.com/office/drawing/2014/main" id="{E73363A4-CFF9-B102-454C-DC222B4D3432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6">
                <a:extLst>
                  <a:ext uri="{FF2B5EF4-FFF2-40B4-BE49-F238E27FC236}">
                    <a16:creationId xmlns:a16="http://schemas.microsoft.com/office/drawing/2014/main" id="{9A36E757-8FC2-2C0C-813D-D8F3453C98BF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7">
                <a:extLst>
                  <a:ext uri="{FF2B5EF4-FFF2-40B4-BE49-F238E27FC236}">
                    <a16:creationId xmlns:a16="http://schemas.microsoft.com/office/drawing/2014/main" id="{F182442F-23D6-4A01-0CFC-465B606C8511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8">
                <a:extLst>
                  <a:ext uri="{FF2B5EF4-FFF2-40B4-BE49-F238E27FC236}">
                    <a16:creationId xmlns:a16="http://schemas.microsoft.com/office/drawing/2014/main" id="{98424E99-8115-6AEF-DED7-D67074E00A72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9">
                <a:extLst>
                  <a:ext uri="{FF2B5EF4-FFF2-40B4-BE49-F238E27FC236}">
                    <a16:creationId xmlns:a16="http://schemas.microsoft.com/office/drawing/2014/main" id="{E93DEC8C-762B-F48D-267A-D861BA185CFC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100">
                <a:extLst>
                  <a:ext uri="{FF2B5EF4-FFF2-40B4-BE49-F238E27FC236}">
                    <a16:creationId xmlns:a16="http://schemas.microsoft.com/office/drawing/2014/main" id="{37FA17FC-E79D-A465-BDDF-E74310B635E2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1">
                <a:extLst>
                  <a:ext uri="{FF2B5EF4-FFF2-40B4-BE49-F238E27FC236}">
                    <a16:creationId xmlns:a16="http://schemas.microsoft.com/office/drawing/2014/main" id="{A6F7B0AC-61C6-76DE-4B0F-23061C7A2D27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2">
                <a:extLst>
                  <a:ext uri="{FF2B5EF4-FFF2-40B4-BE49-F238E27FC236}">
                    <a16:creationId xmlns:a16="http://schemas.microsoft.com/office/drawing/2014/main" id="{27B6C3A6-94EF-9EF8-564B-9D966FE07BB8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36A2B76-74ED-D9BE-600E-6D5B2981F8E9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F513E2CA-CAD1-DB70-BE5C-8F93840960F4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48EAEBA5-A48B-20AF-4868-77C27AA29509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8A019CC-96D6-DA4D-B2ED-5D4CF2642493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E7B097E-6C93-0033-6AEF-EFA03DE4791B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986B2B94-C850-E914-7AC9-DB4434E81C27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AC60752D-8328-7344-8D53-D490586A4515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65AB23F-047A-4DC0-747B-EF760CCF6A18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E61DCCF-A490-7034-71A3-9D099DC62733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DBF328C-BC38-BB37-2DDD-9E2F12AA6BA1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68C6BEF-5C9B-C5B9-5DA4-A5DF57EBD437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0A0190A1-F716-0CEA-AEDD-8492AE83B628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77914CD-E4EF-6B38-42CD-660A2CC10C4F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ED32A47D-BED2-85F6-A49D-EEBD0958B8A3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9ADA3014-E093-603B-1363-8D9EA8F4C448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EE0CE79B-F6E7-25D4-5C8A-37D243FC1099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8CE3199C-155A-24BC-8AC8-8242000D8337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B519606-ED28-2369-BBD8-CFA2A08B7714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D05FD738-3FD2-2F2C-198D-ACDB27E3B81F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919F23C6-A852-973B-9318-2C55AF509DC3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FF8B7677-FBFF-1730-F478-D9D9E5D9C54E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187CB0D-48A4-F7D8-B545-7CABC9A2298D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1814226B-869A-A4FB-8502-B905340AB81C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02E7AFC-BD4F-070A-B238-B6CD1C12240A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63D098AD-59DB-88E2-CFFC-B4E77CD93430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B0CD4B9C-1E8B-0221-978C-1F5E40C189CB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76D0A2E-03FE-CE39-B2F5-83D5EFBA5907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2CF0F3B-208E-1655-8957-C068A732D54B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BB2DB13-1FBC-03A3-F76D-373D6BA5673E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3B88DCC-3E07-912D-7126-5E954FDF931A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3A342A3-A240-1B4F-2058-ADEAFA180A0C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CA2AE5FE-8F14-DD07-3400-1951D74623E3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E027B1A8-28B2-8937-62E3-5CE089D2415F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DC6925B0-B5A7-3C8C-95E3-EDD04DA837C2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01F030E6-E233-0B8E-7DC1-1F65207C2A95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E6978355-03BF-4EA8-3738-22DDE555FB61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44770922-4C44-A030-1114-F015DBF9BCA3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25A9085-9BCE-7C6F-FBD5-440C3395FAD0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3BDE04D9-5FEA-3B03-37B7-87E7A4662F40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83D1FF4C-511A-F648-6043-75EB41C2063D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E719581-64B7-038E-52F2-CF2B7289FE56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6D40ED6-F988-3FF0-1B5A-7D7201BC21B1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45" name="Parallelogram 144">
              <a:extLst>
                <a:ext uri="{FF2B5EF4-FFF2-40B4-BE49-F238E27FC236}">
                  <a16:creationId xmlns:a16="http://schemas.microsoft.com/office/drawing/2014/main" id="{4C0FC97E-8BAD-A6BD-6945-FF195D1AC47B}"/>
                </a:ext>
              </a:extLst>
            </p:cNvPr>
            <p:cNvSpPr/>
            <p:nvPr/>
          </p:nvSpPr>
          <p:spPr>
            <a:xfrm>
              <a:off x="1471751" y="2290354"/>
              <a:ext cx="992775" cy="2858872"/>
            </a:xfrm>
            <a:prstGeom prst="parallelogram">
              <a:avLst>
                <a:gd name="adj" fmla="val 33113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F2F7604E-AA04-3C0F-E865-6A29B911D546}"/>
              </a:ext>
            </a:extLst>
          </p:cNvPr>
          <p:cNvSpPr txBox="1"/>
          <p:nvPr/>
        </p:nvSpPr>
        <p:spPr>
          <a:xfrm>
            <a:off x="7829151" y="5603358"/>
            <a:ext cx="163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JLK_theta5 5/6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761F72E-E873-5D5F-BBC0-6A7BD4164978}"/>
              </a:ext>
            </a:extLst>
          </p:cNvPr>
          <p:cNvGrpSpPr/>
          <p:nvPr/>
        </p:nvGrpSpPr>
        <p:grpSpPr>
          <a:xfrm>
            <a:off x="6301252" y="1581350"/>
            <a:ext cx="3895344" cy="3695300"/>
            <a:chOff x="6301252" y="1581350"/>
            <a:chExt cx="3895344" cy="369530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DED593C7-F3C2-E6B4-694A-45D2C3C6CA13}"/>
                </a:ext>
              </a:extLst>
            </p:cNvPr>
            <p:cNvGrpSpPr/>
            <p:nvPr/>
          </p:nvGrpSpPr>
          <p:grpSpPr>
            <a:xfrm>
              <a:off x="6301252" y="1581350"/>
              <a:ext cx="3895344" cy="3695300"/>
              <a:chOff x="960120" y="2248299"/>
              <a:chExt cx="3895344" cy="3695300"/>
            </a:xfrm>
            <a:solidFill>
              <a:srgbClr val="E6B921"/>
            </a:solidFill>
          </p:grpSpPr>
          <p:cxnSp>
            <p:nvCxnSpPr>
              <p:cNvPr id="149" name="Connector 2">
                <a:extLst>
                  <a:ext uri="{FF2B5EF4-FFF2-40B4-BE49-F238E27FC236}">
                    <a16:creationId xmlns:a16="http://schemas.microsoft.com/office/drawing/2014/main" id="{273D792A-F1B0-5680-5892-0CB558BE50EE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0" name="Connector 3">
                <a:extLst>
                  <a:ext uri="{FF2B5EF4-FFF2-40B4-BE49-F238E27FC236}">
                    <a16:creationId xmlns:a16="http://schemas.microsoft.com/office/drawing/2014/main" id="{F4412D69-B06B-F8F9-7759-C2BCEBC6C576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1" name="Connector 4">
                <a:extLst>
                  <a:ext uri="{FF2B5EF4-FFF2-40B4-BE49-F238E27FC236}">
                    <a16:creationId xmlns:a16="http://schemas.microsoft.com/office/drawing/2014/main" id="{7112B90B-5BCE-28D1-5656-7EBC3DB75623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2" name="Connector 5">
                <a:extLst>
                  <a:ext uri="{FF2B5EF4-FFF2-40B4-BE49-F238E27FC236}">
                    <a16:creationId xmlns:a16="http://schemas.microsoft.com/office/drawing/2014/main" id="{6075FB1D-2F5E-AE86-0529-E8C492DDFF8A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3" name="Connector 6">
                <a:extLst>
                  <a:ext uri="{FF2B5EF4-FFF2-40B4-BE49-F238E27FC236}">
                    <a16:creationId xmlns:a16="http://schemas.microsoft.com/office/drawing/2014/main" id="{E9269980-8DD8-1226-8B79-0AF20BEC3896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4" name="Connector 7">
                <a:extLst>
                  <a:ext uri="{FF2B5EF4-FFF2-40B4-BE49-F238E27FC236}">
                    <a16:creationId xmlns:a16="http://schemas.microsoft.com/office/drawing/2014/main" id="{DF8EBD21-A372-9529-BD45-8B49D148FC0C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5" name="Connector 8">
                <a:extLst>
                  <a:ext uri="{FF2B5EF4-FFF2-40B4-BE49-F238E27FC236}">
                    <a16:creationId xmlns:a16="http://schemas.microsoft.com/office/drawing/2014/main" id="{FEAD0ED1-BEE0-F8A8-4440-2C8B70C88CEF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6" name="Connector 9">
                <a:extLst>
                  <a:ext uri="{FF2B5EF4-FFF2-40B4-BE49-F238E27FC236}">
                    <a16:creationId xmlns:a16="http://schemas.microsoft.com/office/drawing/2014/main" id="{148C7DAB-0261-B2EC-8E36-49BE2D9B1D27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7" name="Connector 10">
                <a:extLst>
                  <a:ext uri="{FF2B5EF4-FFF2-40B4-BE49-F238E27FC236}">
                    <a16:creationId xmlns:a16="http://schemas.microsoft.com/office/drawing/2014/main" id="{0338FB34-4061-96DF-0107-573EE1029569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8" name="Connector 11">
                <a:extLst>
                  <a:ext uri="{FF2B5EF4-FFF2-40B4-BE49-F238E27FC236}">
                    <a16:creationId xmlns:a16="http://schemas.microsoft.com/office/drawing/2014/main" id="{DE2A83F6-9B42-CCB7-0ED4-61A036ACD826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9" name="Connector 12">
                <a:extLst>
                  <a:ext uri="{FF2B5EF4-FFF2-40B4-BE49-F238E27FC236}">
                    <a16:creationId xmlns:a16="http://schemas.microsoft.com/office/drawing/2014/main" id="{CA28537E-1609-722E-3DBF-823F2EF39B27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0" name="Connector 13">
                <a:extLst>
                  <a:ext uri="{FF2B5EF4-FFF2-40B4-BE49-F238E27FC236}">
                    <a16:creationId xmlns:a16="http://schemas.microsoft.com/office/drawing/2014/main" id="{FE0AE894-5C1D-BE3D-B935-8FD39EE93780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1" name="Connector 14">
                <a:extLst>
                  <a:ext uri="{FF2B5EF4-FFF2-40B4-BE49-F238E27FC236}">
                    <a16:creationId xmlns:a16="http://schemas.microsoft.com/office/drawing/2014/main" id="{66DBD29C-CC53-FB2D-B1BD-FE6E59A0C729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2" name="Connector 15">
                <a:extLst>
                  <a:ext uri="{FF2B5EF4-FFF2-40B4-BE49-F238E27FC236}">
                    <a16:creationId xmlns:a16="http://schemas.microsoft.com/office/drawing/2014/main" id="{B667D06F-E554-B32C-F9A8-4C810DF38504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3" name="Connector 16">
                <a:extLst>
                  <a:ext uri="{FF2B5EF4-FFF2-40B4-BE49-F238E27FC236}">
                    <a16:creationId xmlns:a16="http://schemas.microsoft.com/office/drawing/2014/main" id="{A14BD935-DCCD-F636-7CA1-700DA9A843F6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4" name="Connector 17">
                <a:extLst>
                  <a:ext uri="{FF2B5EF4-FFF2-40B4-BE49-F238E27FC236}">
                    <a16:creationId xmlns:a16="http://schemas.microsoft.com/office/drawing/2014/main" id="{13C92FE4-31B3-9084-5FA9-3BE923B8CE86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5" name="Connector 18">
                <a:extLst>
                  <a:ext uri="{FF2B5EF4-FFF2-40B4-BE49-F238E27FC236}">
                    <a16:creationId xmlns:a16="http://schemas.microsoft.com/office/drawing/2014/main" id="{35EAF601-8D1C-11B9-49DB-E3D9C32D551E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6" name="Connector 19">
                <a:extLst>
                  <a:ext uri="{FF2B5EF4-FFF2-40B4-BE49-F238E27FC236}">
                    <a16:creationId xmlns:a16="http://schemas.microsoft.com/office/drawing/2014/main" id="{6F16ED2B-7680-103A-295C-4AB3338C35EF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7" name="Connector 20">
                <a:extLst>
                  <a:ext uri="{FF2B5EF4-FFF2-40B4-BE49-F238E27FC236}">
                    <a16:creationId xmlns:a16="http://schemas.microsoft.com/office/drawing/2014/main" id="{E0EE0D2F-E37D-DA53-4AD2-4EFFA8B497DF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8" name="Connector 21">
                <a:extLst>
                  <a:ext uri="{FF2B5EF4-FFF2-40B4-BE49-F238E27FC236}">
                    <a16:creationId xmlns:a16="http://schemas.microsoft.com/office/drawing/2014/main" id="{7E519329-C061-E983-936B-691388928D75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9" name="Connector 22">
                <a:extLst>
                  <a:ext uri="{FF2B5EF4-FFF2-40B4-BE49-F238E27FC236}">
                    <a16:creationId xmlns:a16="http://schemas.microsoft.com/office/drawing/2014/main" id="{CE1870DC-530A-14B8-6976-E9B05CAF83E3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0" name="Connector 23">
                <a:extLst>
                  <a:ext uri="{FF2B5EF4-FFF2-40B4-BE49-F238E27FC236}">
                    <a16:creationId xmlns:a16="http://schemas.microsoft.com/office/drawing/2014/main" id="{D4921F07-540D-365E-638D-7E94C528EF09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1" name="Connector 24">
                <a:extLst>
                  <a:ext uri="{FF2B5EF4-FFF2-40B4-BE49-F238E27FC236}">
                    <a16:creationId xmlns:a16="http://schemas.microsoft.com/office/drawing/2014/main" id="{18223848-B608-26FC-EABC-2F813788FE39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2" name="Connector 25">
                <a:extLst>
                  <a:ext uri="{FF2B5EF4-FFF2-40B4-BE49-F238E27FC236}">
                    <a16:creationId xmlns:a16="http://schemas.microsoft.com/office/drawing/2014/main" id="{6C9FB1EC-45C9-963B-2EFD-DA0F71908D53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3" name="Connector 26">
                <a:extLst>
                  <a:ext uri="{FF2B5EF4-FFF2-40B4-BE49-F238E27FC236}">
                    <a16:creationId xmlns:a16="http://schemas.microsoft.com/office/drawing/2014/main" id="{094540E6-AEC2-E618-D4EE-FB7F7CC602CD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4" name="Connector 27">
                <a:extLst>
                  <a:ext uri="{FF2B5EF4-FFF2-40B4-BE49-F238E27FC236}">
                    <a16:creationId xmlns:a16="http://schemas.microsoft.com/office/drawing/2014/main" id="{C7079776-BD0C-0ABD-9F8F-333EFA716B76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5" name="Connector 28">
                <a:extLst>
                  <a:ext uri="{FF2B5EF4-FFF2-40B4-BE49-F238E27FC236}">
                    <a16:creationId xmlns:a16="http://schemas.microsoft.com/office/drawing/2014/main" id="{06BF370B-50E3-8EA4-1EB3-60C018DBBAB3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6" name="Connector 29">
                <a:extLst>
                  <a:ext uri="{FF2B5EF4-FFF2-40B4-BE49-F238E27FC236}">
                    <a16:creationId xmlns:a16="http://schemas.microsoft.com/office/drawing/2014/main" id="{3B80A163-9E6C-D4AB-7F05-CEC59B2CFD71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7" name="Connector 30">
                <a:extLst>
                  <a:ext uri="{FF2B5EF4-FFF2-40B4-BE49-F238E27FC236}">
                    <a16:creationId xmlns:a16="http://schemas.microsoft.com/office/drawing/2014/main" id="{F35CCF60-4805-8380-AA93-779FAFD5797A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8" name="Connector 31">
                <a:extLst>
                  <a:ext uri="{FF2B5EF4-FFF2-40B4-BE49-F238E27FC236}">
                    <a16:creationId xmlns:a16="http://schemas.microsoft.com/office/drawing/2014/main" id="{DF734D5E-1AA9-2A40-F1DF-7250F84E0FD5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9" name="Connector 32">
                <a:extLst>
                  <a:ext uri="{FF2B5EF4-FFF2-40B4-BE49-F238E27FC236}">
                    <a16:creationId xmlns:a16="http://schemas.microsoft.com/office/drawing/2014/main" id="{0C272D5A-D78A-25C3-D6FB-3C021A3825E6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0" name="Connector 33">
                <a:extLst>
                  <a:ext uri="{FF2B5EF4-FFF2-40B4-BE49-F238E27FC236}">
                    <a16:creationId xmlns:a16="http://schemas.microsoft.com/office/drawing/2014/main" id="{E57BFFCE-F036-0E81-EFBA-F732F1C9F63B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1" name="Connector 34">
                <a:extLst>
                  <a:ext uri="{FF2B5EF4-FFF2-40B4-BE49-F238E27FC236}">
                    <a16:creationId xmlns:a16="http://schemas.microsoft.com/office/drawing/2014/main" id="{A538A16E-7EE8-3CD7-750F-EC20A790D616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2" name="Connector 35">
                <a:extLst>
                  <a:ext uri="{FF2B5EF4-FFF2-40B4-BE49-F238E27FC236}">
                    <a16:creationId xmlns:a16="http://schemas.microsoft.com/office/drawing/2014/main" id="{B929E77C-CFE6-E8B0-F142-D8B0F31E447B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3" name="Connector 36">
                <a:extLst>
                  <a:ext uri="{FF2B5EF4-FFF2-40B4-BE49-F238E27FC236}">
                    <a16:creationId xmlns:a16="http://schemas.microsoft.com/office/drawing/2014/main" id="{0EBA9860-7700-6CFF-5F2C-39E6871C24BB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4" name="Connector 37">
                <a:extLst>
                  <a:ext uri="{FF2B5EF4-FFF2-40B4-BE49-F238E27FC236}">
                    <a16:creationId xmlns:a16="http://schemas.microsoft.com/office/drawing/2014/main" id="{DDE134EB-7DBA-7D8D-D30A-8225BAFB57E0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5" name="Connector 38">
                <a:extLst>
                  <a:ext uri="{FF2B5EF4-FFF2-40B4-BE49-F238E27FC236}">
                    <a16:creationId xmlns:a16="http://schemas.microsoft.com/office/drawing/2014/main" id="{E7290CF8-6E5B-6494-D76D-43A47E0EF32D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6" name="Connector 39">
                <a:extLst>
                  <a:ext uri="{FF2B5EF4-FFF2-40B4-BE49-F238E27FC236}">
                    <a16:creationId xmlns:a16="http://schemas.microsoft.com/office/drawing/2014/main" id="{AD20F0D0-6076-7156-06FB-60A5C02C7150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7" name="Connector 40">
                <a:extLst>
                  <a:ext uri="{FF2B5EF4-FFF2-40B4-BE49-F238E27FC236}">
                    <a16:creationId xmlns:a16="http://schemas.microsoft.com/office/drawing/2014/main" id="{795287E1-52C7-6334-0BF7-E3E220E6F776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8" name="Connector 41">
                <a:extLst>
                  <a:ext uri="{FF2B5EF4-FFF2-40B4-BE49-F238E27FC236}">
                    <a16:creationId xmlns:a16="http://schemas.microsoft.com/office/drawing/2014/main" id="{3EB0161A-6067-C365-43EF-A4904A2A072D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9" name="Connector 42">
                <a:extLst>
                  <a:ext uri="{FF2B5EF4-FFF2-40B4-BE49-F238E27FC236}">
                    <a16:creationId xmlns:a16="http://schemas.microsoft.com/office/drawing/2014/main" id="{46D1499B-CD1B-A637-B52C-11DC929FBD20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0" name="Connector 43">
                <a:extLst>
                  <a:ext uri="{FF2B5EF4-FFF2-40B4-BE49-F238E27FC236}">
                    <a16:creationId xmlns:a16="http://schemas.microsoft.com/office/drawing/2014/main" id="{C262AF17-87F7-84E5-B0CB-407E47B13D2F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1" name="Connector 44">
                <a:extLst>
                  <a:ext uri="{FF2B5EF4-FFF2-40B4-BE49-F238E27FC236}">
                    <a16:creationId xmlns:a16="http://schemas.microsoft.com/office/drawing/2014/main" id="{A47DFC19-BA2B-A5B8-25CD-693A19D3D9DB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2" name="Connector 45">
                <a:extLst>
                  <a:ext uri="{FF2B5EF4-FFF2-40B4-BE49-F238E27FC236}">
                    <a16:creationId xmlns:a16="http://schemas.microsoft.com/office/drawing/2014/main" id="{F6889E93-E019-BE46-6C7F-703FD8CD63DD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3" name="Connector 46">
                <a:extLst>
                  <a:ext uri="{FF2B5EF4-FFF2-40B4-BE49-F238E27FC236}">
                    <a16:creationId xmlns:a16="http://schemas.microsoft.com/office/drawing/2014/main" id="{53A9B30D-0F96-7579-B1AC-BD973CB313E6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4" name="Connector 47">
                <a:extLst>
                  <a:ext uri="{FF2B5EF4-FFF2-40B4-BE49-F238E27FC236}">
                    <a16:creationId xmlns:a16="http://schemas.microsoft.com/office/drawing/2014/main" id="{5954D917-B7FF-2D65-788B-6BAF16DE3BE6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5" name="Connector 48">
                <a:extLst>
                  <a:ext uri="{FF2B5EF4-FFF2-40B4-BE49-F238E27FC236}">
                    <a16:creationId xmlns:a16="http://schemas.microsoft.com/office/drawing/2014/main" id="{2F93A4D5-7B4A-21C5-EE40-D68E6C469B4A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6" name="Connector 49">
                <a:extLst>
                  <a:ext uri="{FF2B5EF4-FFF2-40B4-BE49-F238E27FC236}">
                    <a16:creationId xmlns:a16="http://schemas.microsoft.com/office/drawing/2014/main" id="{FB3D53D4-051D-8C36-E259-62A82631FCB0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7" name="Connector 50">
                <a:extLst>
                  <a:ext uri="{FF2B5EF4-FFF2-40B4-BE49-F238E27FC236}">
                    <a16:creationId xmlns:a16="http://schemas.microsoft.com/office/drawing/2014/main" id="{5E2C61ED-041D-2C16-D49F-A2A0AF9BCE1B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8" name="Connector 51">
                <a:extLst>
                  <a:ext uri="{FF2B5EF4-FFF2-40B4-BE49-F238E27FC236}">
                    <a16:creationId xmlns:a16="http://schemas.microsoft.com/office/drawing/2014/main" id="{C33C7ACE-E2C2-5975-589B-CAD8A9634CBB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9" name="Connector 52">
                <a:extLst>
                  <a:ext uri="{FF2B5EF4-FFF2-40B4-BE49-F238E27FC236}">
                    <a16:creationId xmlns:a16="http://schemas.microsoft.com/office/drawing/2014/main" id="{B5B950D4-95A3-1BA6-0CD3-A6EA6588277F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0" name="Connector 53">
                <a:extLst>
                  <a:ext uri="{FF2B5EF4-FFF2-40B4-BE49-F238E27FC236}">
                    <a16:creationId xmlns:a16="http://schemas.microsoft.com/office/drawing/2014/main" id="{C8545A9E-D4AC-2143-EBC7-8F94ED84AAD2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1" name="Connector 54">
                <a:extLst>
                  <a:ext uri="{FF2B5EF4-FFF2-40B4-BE49-F238E27FC236}">
                    <a16:creationId xmlns:a16="http://schemas.microsoft.com/office/drawing/2014/main" id="{86E58519-E233-949F-1F29-4004BD1BD820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2" name="Connector 55">
                <a:extLst>
                  <a:ext uri="{FF2B5EF4-FFF2-40B4-BE49-F238E27FC236}">
                    <a16:creationId xmlns:a16="http://schemas.microsoft.com/office/drawing/2014/main" id="{99E929F2-6678-39DF-3AFE-25219CD6FECC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3" name="Connector 56">
                <a:extLst>
                  <a:ext uri="{FF2B5EF4-FFF2-40B4-BE49-F238E27FC236}">
                    <a16:creationId xmlns:a16="http://schemas.microsoft.com/office/drawing/2014/main" id="{ED29E84C-AA7C-6DB8-4C1C-3229915F02BD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4" name="Connector 57">
                <a:extLst>
                  <a:ext uri="{FF2B5EF4-FFF2-40B4-BE49-F238E27FC236}">
                    <a16:creationId xmlns:a16="http://schemas.microsoft.com/office/drawing/2014/main" id="{F0C17CF0-0AD2-EE74-EFAC-C81EFB92874B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5" name="Connector 58">
                <a:extLst>
                  <a:ext uri="{FF2B5EF4-FFF2-40B4-BE49-F238E27FC236}">
                    <a16:creationId xmlns:a16="http://schemas.microsoft.com/office/drawing/2014/main" id="{5BAC41E6-AAEE-4F07-F402-47B4D037E26E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6" name="Connector 59">
                <a:extLst>
                  <a:ext uri="{FF2B5EF4-FFF2-40B4-BE49-F238E27FC236}">
                    <a16:creationId xmlns:a16="http://schemas.microsoft.com/office/drawing/2014/main" id="{361B4CFF-C798-3A95-F101-598E637FAF4C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7" name="Connector 60">
                <a:extLst>
                  <a:ext uri="{FF2B5EF4-FFF2-40B4-BE49-F238E27FC236}">
                    <a16:creationId xmlns:a16="http://schemas.microsoft.com/office/drawing/2014/main" id="{9960A4AA-6450-52DF-5778-CB5174B72DAB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8" name="Connector 61">
                <a:extLst>
                  <a:ext uri="{FF2B5EF4-FFF2-40B4-BE49-F238E27FC236}">
                    <a16:creationId xmlns:a16="http://schemas.microsoft.com/office/drawing/2014/main" id="{A8EC6FD8-97EE-799E-6BB3-8D27389FF50D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9" name="Connector 62">
                <a:extLst>
                  <a:ext uri="{FF2B5EF4-FFF2-40B4-BE49-F238E27FC236}">
                    <a16:creationId xmlns:a16="http://schemas.microsoft.com/office/drawing/2014/main" id="{077C0AD7-0FBE-ACD0-72D5-9F78158C8EDB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0" name="Connector 63">
                <a:extLst>
                  <a:ext uri="{FF2B5EF4-FFF2-40B4-BE49-F238E27FC236}">
                    <a16:creationId xmlns:a16="http://schemas.microsoft.com/office/drawing/2014/main" id="{AA964CB1-E141-EDDA-1B6D-7C2819D08CE4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1" name="Connector 64">
                <a:extLst>
                  <a:ext uri="{FF2B5EF4-FFF2-40B4-BE49-F238E27FC236}">
                    <a16:creationId xmlns:a16="http://schemas.microsoft.com/office/drawing/2014/main" id="{E592C3A9-4FA8-B48C-C965-39FF79B60318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2" name="Connector 65">
                <a:extLst>
                  <a:ext uri="{FF2B5EF4-FFF2-40B4-BE49-F238E27FC236}">
                    <a16:creationId xmlns:a16="http://schemas.microsoft.com/office/drawing/2014/main" id="{ABF85554-A039-3C8E-89B9-2EFAE058EEC1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3" name="Connector 66">
                <a:extLst>
                  <a:ext uri="{FF2B5EF4-FFF2-40B4-BE49-F238E27FC236}">
                    <a16:creationId xmlns:a16="http://schemas.microsoft.com/office/drawing/2014/main" id="{749512ED-1954-B4CC-EA54-A4EDF546FC96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4" name="Connector 67">
                <a:extLst>
                  <a:ext uri="{FF2B5EF4-FFF2-40B4-BE49-F238E27FC236}">
                    <a16:creationId xmlns:a16="http://schemas.microsoft.com/office/drawing/2014/main" id="{2DE11EBC-EB8D-CE5D-3ADF-EF4D90C8476B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5" name="Connector 68">
                <a:extLst>
                  <a:ext uri="{FF2B5EF4-FFF2-40B4-BE49-F238E27FC236}">
                    <a16:creationId xmlns:a16="http://schemas.microsoft.com/office/drawing/2014/main" id="{E0486B9E-4ADD-905F-11AD-1D1A40278FFF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6" name="Connector 69">
                <a:extLst>
                  <a:ext uri="{FF2B5EF4-FFF2-40B4-BE49-F238E27FC236}">
                    <a16:creationId xmlns:a16="http://schemas.microsoft.com/office/drawing/2014/main" id="{1DFE3FE1-7900-1C82-DB19-C50959C7F019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7" name="Connector 70">
                <a:extLst>
                  <a:ext uri="{FF2B5EF4-FFF2-40B4-BE49-F238E27FC236}">
                    <a16:creationId xmlns:a16="http://schemas.microsoft.com/office/drawing/2014/main" id="{5A881D03-FB7A-35E5-1F5B-A0732161A76E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8" name="Connector 71">
                <a:extLst>
                  <a:ext uri="{FF2B5EF4-FFF2-40B4-BE49-F238E27FC236}">
                    <a16:creationId xmlns:a16="http://schemas.microsoft.com/office/drawing/2014/main" id="{47914D35-13C4-CA72-FCDE-25A753B13B96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9" name="Connector 72">
                <a:extLst>
                  <a:ext uri="{FF2B5EF4-FFF2-40B4-BE49-F238E27FC236}">
                    <a16:creationId xmlns:a16="http://schemas.microsoft.com/office/drawing/2014/main" id="{84BC965A-508D-5A01-77F0-FFA508942FFE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0" name="Connector 73">
                <a:extLst>
                  <a:ext uri="{FF2B5EF4-FFF2-40B4-BE49-F238E27FC236}">
                    <a16:creationId xmlns:a16="http://schemas.microsoft.com/office/drawing/2014/main" id="{76B589E0-758B-BC4E-C747-310A5E0004D4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1" name="Connector 74">
                <a:extLst>
                  <a:ext uri="{FF2B5EF4-FFF2-40B4-BE49-F238E27FC236}">
                    <a16:creationId xmlns:a16="http://schemas.microsoft.com/office/drawing/2014/main" id="{654B302B-F227-01E0-8FA7-C30707A1850A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2" name="Connector 75">
                <a:extLst>
                  <a:ext uri="{FF2B5EF4-FFF2-40B4-BE49-F238E27FC236}">
                    <a16:creationId xmlns:a16="http://schemas.microsoft.com/office/drawing/2014/main" id="{B6B12601-6AA6-6B31-673A-6C50E2F87996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3" name="Connector 76">
                <a:extLst>
                  <a:ext uri="{FF2B5EF4-FFF2-40B4-BE49-F238E27FC236}">
                    <a16:creationId xmlns:a16="http://schemas.microsoft.com/office/drawing/2014/main" id="{65D16EA2-A13D-00E0-D2E2-859050BE96A9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4" name="Connector 77">
                <a:extLst>
                  <a:ext uri="{FF2B5EF4-FFF2-40B4-BE49-F238E27FC236}">
                    <a16:creationId xmlns:a16="http://schemas.microsoft.com/office/drawing/2014/main" id="{DEA68F6F-31B2-9DA6-CD08-083466DB90C5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5" name="Connector 78">
                <a:extLst>
                  <a:ext uri="{FF2B5EF4-FFF2-40B4-BE49-F238E27FC236}">
                    <a16:creationId xmlns:a16="http://schemas.microsoft.com/office/drawing/2014/main" id="{975C6C8B-9065-D4E0-EDA4-3F6C321F5D68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6" name="Connector 79">
                <a:extLst>
                  <a:ext uri="{FF2B5EF4-FFF2-40B4-BE49-F238E27FC236}">
                    <a16:creationId xmlns:a16="http://schemas.microsoft.com/office/drawing/2014/main" id="{3E3102D6-9BE3-F3C7-30A6-B8C538C66A98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7" name="Connector 80">
                <a:extLst>
                  <a:ext uri="{FF2B5EF4-FFF2-40B4-BE49-F238E27FC236}">
                    <a16:creationId xmlns:a16="http://schemas.microsoft.com/office/drawing/2014/main" id="{F3A75245-8C68-D2DE-24AB-3BCCB74C2EFA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8" name="Connector 81">
                <a:extLst>
                  <a:ext uri="{FF2B5EF4-FFF2-40B4-BE49-F238E27FC236}">
                    <a16:creationId xmlns:a16="http://schemas.microsoft.com/office/drawing/2014/main" id="{2C87749D-5460-0004-1377-364F214AA51B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9" name="Connector 82">
                <a:extLst>
                  <a:ext uri="{FF2B5EF4-FFF2-40B4-BE49-F238E27FC236}">
                    <a16:creationId xmlns:a16="http://schemas.microsoft.com/office/drawing/2014/main" id="{28E28A2C-F62F-B001-861F-6303A9A00E91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0" name="Connector 83">
                <a:extLst>
                  <a:ext uri="{FF2B5EF4-FFF2-40B4-BE49-F238E27FC236}">
                    <a16:creationId xmlns:a16="http://schemas.microsoft.com/office/drawing/2014/main" id="{42349315-5BFB-5438-17BA-246F66DBD945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1" name="Connector 84">
                <a:extLst>
                  <a:ext uri="{FF2B5EF4-FFF2-40B4-BE49-F238E27FC236}">
                    <a16:creationId xmlns:a16="http://schemas.microsoft.com/office/drawing/2014/main" id="{8D04BFDB-4668-6E5E-B7EB-3E277B222D31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2" name="Connector 85">
                <a:extLst>
                  <a:ext uri="{FF2B5EF4-FFF2-40B4-BE49-F238E27FC236}">
                    <a16:creationId xmlns:a16="http://schemas.microsoft.com/office/drawing/2014/main" id="{51E26CEE-4F1F-3695-6854-1E0DF3B6CB56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86">
                <a:extLst>
                  <a:ext uri="{FF2B5EF4-FFF2-40B4-BE49-F238E27FC236}">
                    <a16:creationId xmlns:a16="http://schemas.microsoft.com/office/drawing/2014/main" id="{E6082183-48DF-3A0E-DB63-84D4E5D3D1E3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87">
                <a:extLst>
                  <a:ext uri="{FF2B5EF4-FFF2-40B4-BE49-F238E27FC236}">
                    <a16:creationId xmlns:a16="http://schemas.microsoft.com/office/drawing/2014/main" id="{A201614C-78B3-ED35-30E2-2738F98EC625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88">
                <a:extLst>
                  <a:ext uri="{FF2B5EF4-FFF2-40B4-BE49-F238E27FC236}">
                    <a16:creationId xmlns:a16="http://schemas.microsoft.com/office/drawing/2014/main" id="{9865CE1D-A40E-0779-C1A9-9221F280FEDB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89">
                <a:extLst>
                  <a:ext uri="{FF2B5EF4-FFF2-40B4-BE49-F238E27FC236}">
                    <a16:creationId xmlns:a16="http://schemas.microsoft.com/office/drawing/2014/main" id="{A2C64AF6-1463-6A9F-531F-49233E003EF1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90">
                <a:extLst>
                  <a:ext uri="{FF2B5EF4-FFF2-40B4-BE49-F238E27FC236}">
                    <a16:creationId xmlns:a16="http://schemas.microsoft.com/office/drawing/2014/main" id="{9FD7A070-5352-D6B1-38B9-3AA6CCD3090E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91">
                <a:extLst>
                  <a:ext uri="{FF2B5EF4-FFF2-40B4-BE49-F238E27FC236}">
                    <a16:creationId xmlns:a16="http://schemas.microsoft.com/office/drawing/2014/main" id="{2535655C-E1B3-C94F-A5DC-661EF95550D7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2">
                <a:extLst>
                  <a:ext uri="{FF2B5EF4-FFF2-40B4-BE49-F238E27FC236}">
                    <a16:creationId xmlns:a16="http://schemas.microsoft.com/office/drawing/2014/main" id="{B7D4050B-7E24-6636-8942-29CBBCB5DEAA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93">
                <a:extLst>
                  <a:ext uri="{FF2B5EF4-FFF2-40B4-BE49-F238E27FC236}">
                    <a16:creationId xmlns:a16="http://schemas.microsoft.com/office/drawing/2014/main" id="{DD6FA409-256D-7C52-7BBE-91974A560AFD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94">
                <a:extLst>
                  <a:ext uri="{FF2B5EF4-FFF2-40B4-BE49-F238E27FC236}">
                    <a16:creationId xmlns:a16="http://schemas.microsoft.com/office/drawing/2014/main" id="{41A45E16-8C79-7715-6FE5-A6E062EEB2B3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95">
                <a:extLst>
                  <a:ext uri="{FF2B5EF4-FFF2-40B4-BE49-F238E27FC236}">
                    <a16:creationId xmlns:a16="http://schemas.microsoft.com/office/drawing/2014/main" id="{F5DACE37-112A-51C6-4B43-04960B84CF52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96">
                <a:extLst>
                  <a:ext uri="{FF2B5EF4-FFF2-40B4-BE49-F238E27FC236}">
                    <a16:creationId xmlns:a16="http://schemas.microsoft.com/office/drawing/2014/main" id="{5F440665-3741-64C5-8843-7351558616D2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97">
                <a:extLst>
                  <a:ext uri="{FF2B5EF4-FFF2-40B4-BE49-F238E27FC236}">
                    <a16:creationId xmlns:a16="http://schemas.microsoft.com/office/drawing/2014/main" id="{D0223A1F-51C9-DD26-7A18-A8E9D99CCC52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98">
                <a:extLst>
                  <a:ext uri="{FF2B5EF4-FFF2-40B4-BE49-F238E27FC236}">
                    <a16:creationId xmlns:a16="http://schemas.microsoft.com/office/drawing/2014/main" id="{44C6C20D-A3EB-E6BF-7546-06E90157B498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99">
                <a:extLst>
                  <a:ext uri="{FF2B5EF4-FFF2-40B4-BE49-F238E27FC236}">
                    <a16:creationId xmlns:a16="http://schemas.microsoft.com/office/drawing/2014/main" id="{6CE337E9-F18E-271A-E66E-2BCBED5E557B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00">
                <a:extLst>
                  <a:ext uri="{FF2B5EF4-FFF2-40B4-BE49-F238E27FC236}">
                    <a16:creationId xmlns:a16="http://schemas.microsoft.com/office/drawing/2014/main" id="{F58D25F5-C061-529D-2166-258BFE51A834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01">
                <a:extLst>
                  <a:ext uri="{FF2B5EF4-FFF2-40B4-BE49-F238E27FC236}">
                    <a16:creationId xmlns:a16="http://schemas.microsoft.com/office/drawing/2014/main" id="{EE67BACF-1EC5-B317-110E-BC61CC0133C4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02">
                <a:extLst>
                  <a:ext uri="{FF2B5EF4-FFF2-40B4-BE49-F238E27FC236}">
                    <a16:creationId xmlns:a16="http://schemas.microsoft.com/office/drawing/2014/main" id="{239E5838-0C88-BD36-5F36-A0E71D205E99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569CFE13-F3C9-AD15-6ECD-6CBE30A54D98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2DD8A3A4-7B92-708A-415A-46133B8D8B97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264855B4-5559-84D0-A2F6-6DF4130D477E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EFFBDC5B-F30E-2BF4-B9DE-F09D4BCEA919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C88C1451-1737-5B62-822C-23CA02CD3CFC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55EC71FD-F8AF-274D-9044-9C0C39854B79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125C50B1-D1F8-1B69-094C-C3390940FEC4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4785079D-6018-2CD2-6B66-4DA74A1FC73A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AB43EB1-46D2-2197-36D7-FB0D9EC3C627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EC847616-6534-6A28-E734-54E39F9CF8C7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E7F931D8-1BD1-B87F-FC6D-7E0643D1FA41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F622CF7A-C56D-7B66-F867-5F3AAF360D26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35DC3C04-4F22-2222-5939-4C17E6D4F306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15519C2E-ED1E-EAF4-85D4-80A01964D03B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A7FB631D-8AAA-C8DE-DB88-606A201E35BF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E1BF9D0-C438-BFF0-7617-0CF255FFF8AB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9CAA15A5-CDC3-EB6A-CD69-E8F3B4C0BE3C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A0916AA6-485B-D08B-C214-C29E46143058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BC23AB72-9225-D364-D6B0-95EBEE7709A0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07CED0CF-A8D7-13CC-09BA-150E63D18896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430826A0-320F-42AB-8635-183C96EA4113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345DBFC9-F473-1E5F-1802-5C587856F105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F5C84B4A-9543-6998-13F3-BCAE667767CB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58C50220-11D3-F007-A1E2-9C4B500EFBAC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547A120F-5ECA-2D70-F860-914397E2B7D6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DBDDFE8F-56FB-07ED-983F-AFD9BB1A2B17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F09724ED-159A-BCAB-2D7D-55988122A8E0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E2C7BA8-5172-24F5-983E-EEBBEB695AA6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EE04361F-E229-38E9-D3B2-69A182F012A0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434CC788-8B83-BF8B-A77E-F75F5F2B8E1F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B73D92D9-F840-52D1-C9EB-D92A56CB3F35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110A1832-8EDB-89E9-D86E-FD0FE00DEC0B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A9ACDF2E-4E75-FE42-12CB-B8D3926F2F6C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377E9643-0E40-C16F-A8D2-1876CB2709F2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4279BFC6-04D5-45C8-AC9F-15F2BB4E93CA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4B7F7738-18E9-93FB-D6D3-9A90342A85CD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12746BC0-1A80-3C1B-3C4A-EB73A086EA90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54D98AB7-B478-7C8A-4869-78ED0A885E02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E04E1B16-9DCB-7EFB-0044-2F7A8E56ED16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7D3EB361-BBE8-2209-00B5-0ED234A71F08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E86B753-9263-0219-EF53-D41AFA29C0C4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DA6F0FD0-AF74-F9DD-1CA8-453FA8CCA208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8A4BEF55-F861-EA0E-5596-3C3F76030BB0}"/>
                </a:ext>
              </a:extLst>
            </p:cNvPr>
            <p:cNvSpPr/>
            <p:nvPr/>
          </p:nvSpPr>
          <p:spPr>
            <a:xfrm rot="16200000">
              <a:off x="5054575" y="3096648"/>
              <a:ext cx="3423974" cy="661856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611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B1F229E-1200-7032-BEDA-32A7FFED6C3A}"/>
              </a:ext>
            </a:extLst>
          </p:cNvPr>
          <p:cNvGrpSpPr/>
          <p:nvPr/>
        </p:nvGrpSpPr>
        <p:grpSpPr>
          <a:xfrm>
            <a:off x="6279032" y="978843"/>
            <a:ext cx="5253049" cy="4425696"/>
            <a:chOff x="783923" y="1719072"/>
            <a:chExt cx="5253049" cy="4425696"/>
          </a:xfrm>
          <a:solidFill>
            <a:schemeClr val="bg1"/>
          </a:solidFill>
        </p:grpSpPr>
        <p:cxnSp>
          <p:nvCxnSpPr>
            <p:cNvPr id="232" name="Connector 2">
              <a:extLst>
                <a:ext uri="{FF2B5EF4-FFF2-40B4-BE49-F238E27FC236}">
                  <a16:creationId xmlns:a16="http://schemas.microsoft.com/office/drawing/2014/main" id="{599C7DF2-4070-6D33-B146-30A3FE474A82}"/>
                </a:ext>
              </a:extLst>
            </p:cNvPr>
            <p:cNvCxnSpPr/>
            <p:nvPr/>
          </p:nvCxnSpPr>
          <p:spPr>
            <a:xfrm>
              <a:off x="5148738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3" name="Connector 3">
              <a:extLst>
                <a:ext uri="{FF2B5EF4-FFF2-40B4-BE49-F238E27FC236}">
                  <a16:creationId xmlns:a16="http://schemas.microsoft.com/office/drawing/2014/main" id="{5B8E5A07-6F1B-9B37-0009-81181B0DF8E6}"/>
                </a:ext>
              </a:extLst>
            </p:cNvPr>
            <p:cNvCxnSpPr/>
            <p:nvPr/>
          </p:nvCxnSpPr>
          <p:spPr>
            <a:xfrm>
              <a:off x="4768629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4" name="Connector 4">
              <a:extLst>
                <a:ext uri="{FF2B5EF4-FFF2-40B4-BE49-F238E27FC236}">
                  <a16:creationId xmlns:a16="http://schemas.microsoft.com/office/drawing/2014/main" id="{2C2EA07C-E9FC-3774-34EF-5FE94C9DF4B2}"/>
                </a:ext>
              </a:extLst>
            </p:cNvPr>
            <p:cNvCxnSpPr/>
            <p:nvPr/>
          </p:nvCxnSpPr>
          <p:spPr>
            <a:xfrm>
              <a:off x="2868084" y="2724911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5" name="Connector 5">
              <a:extLst>
                <a:ext uri="{FF2B5EF4-FFF2-40B4-BE49-F238E27FC236}">
                  <a16:creationId xmlns:a16="http://schemas.microsoft.com/office/drawing/2014/main" id="{9232AB32-FDD2-E6E2-3C8D-612C03478C8C}"/>
                </a:ext>
              </a:extLst>
            </p:cNvPr>
            <p:cNvCxnSpPr/>
            <p:nvPr/>
          </p:nvCxnSpPr>
          <p:spPr>
            <a:xfrm>
              <a:off x="5148738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6" name="Connector 6">
              <a:extLst>
                <a:ext uri="{FF2B5EF4-FFF2-40B4-BE49-F238E27FC236}">
                  <a16:creationId xmlns:a16="http://schemas.microsoft.com/office/drawing/2014/main" id="{755602D7-4810-D8FD-3806-8FE8BC44B15D}"/>
                </a:ext>
              </a:extLst>
            </p:cNvPr>
            <p:cNvCxnSpPr/>
            <p:nvPr/>
          </p:nvCxnSpPr>
          <p:spPr>
            <a:xfrm>
              <a:off x="5528847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7" name="Connector 7">
              <a:extLst>
                <a:ext uri="{FF2B5EF4-FFF2-40B4-BE49-F238E27FC236}">
                  <a16:creationId xmlns:a16="http://schemas.microsoft.com/office/drawing/2014/main" id="{19CE2403-37DD-6AE1-165F-C8CF719D8BDC}"/>
                </a:ext>
              </a:extLst>
            </p:cNvPr>
            <p:cNvCxnSpPr/>
            <p:nvPr/>
          </p:nvCxnSpPr>
          <p:spPr>
            <a:xfrm flipV="1">
              <a:off x="4008411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8" name="Connector 8">
              <a:extLst>
                <a:ext uri="{FF2B5EF4-FFF2-40B4-BE49-F238E27FC236}">
                  <a16:creationId xmlns:a16="http://schemas.microsoft.com/office/drawing/2014/main" id="{5044B42A-D57B-9D2D-E556-821425B03D9E}"/>
                </a:ext>
              </a:extLst>
            </p:cNvPr>
            <p:cNvCxnSpPr/>
            <p:nvPr/>
          </p:nvCxnSpPr>
          <p:spPr>
            <a:xfrm>
              <a:off x="5528847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9" name="Connector 9">
              <a:extLst>
                <a:ext uri="{FF2B5EF4-FFF2-40B4-BE49-F238E27FC236}">
                  <a16:creationId xmlns:a16="http://schemas.microsoft.com/office/drawing/2014/main" id="{9D43B9BB-C9BC-CCBD-EA45-BB87F0D6441C}"/>
                </a:ext>
              </a:extLst>
            </p:cNvPr>
            <p:cNvCxnSpPr/>
            <p:nvPr/>
          </p:nvCxnSpPr>
          <p:spPr>
            <a:xfrm>
              <a:off x="4388520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0" name="Connector 10">
              <a:extLst>
                <a:ext uri="{FF2B5EF4-FFF2-40B4-BE49-F238E27FC236}">
                  <a16:creationId xmlns:a16="http://schemas.microsoft.com/office/drawing/2014/main" id="{21442ACE-143B-ABD7-E7BE-8DCAD577581A}"/>
                </a:ext>
              </a:extLst>
            </p:cNvPr>
            <p:cNvCxnSpPr/>
            <p:nvPr/>
          </p:nvCxnSpPr>
          <p:spPr>
            <a:xfrm flipV="1">
              <a:off x="3628302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1" name="Connector 11">
              <a:extLst>
                <a:ext uri="{FF2B5EF4-FFF2-40B4-BE49-F238E27FC236}">
                  <a16:creationId xmlns:a16="http://schemas.microsoft.com/office/drawing/2014/main" id="{D89F1337-D37F-6D5A-2E4A-DF5276C45CD4}"/>
                </a:ext>
              </a:extLst>
            </p:cNvPr>
            <p:cNvCxnSpPr/>
            <p:nvPr/>
          </p:nvCxnSpPr>
          <p:spPr>
            <a:xfrm>
              <a:off x="5908956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2" name="Connector 12">
              <a:extLst>
                <a:ext uri="{FF2B5EF4-FFF2-40B4-BE49-F238E27FC236}">
                  <a16:creationId xmlns:a16="http://schemas.microsoft.com/office/drawing/2014/main" id="{85F0514E-B888-34C6-686E-413520018294}"/>
                </a:ext>
              </a:extLst>
            </p:cNvPr>
            <p:cNvCxnSpPr/>
            <p:nvPr/>
          </p:nvCxnSpPr>
          <p:spPr>
            <a:xfrm>
              <a:off x="2487975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3" name="Connector 13">
              <a:extLst>
                <a:ext uri="{FF2B5EF4-FFF2-40B4-BE49-F238E27FC236}">
                  <a16:creationId xmlns:a16="http://schemas.microsoft.com/office/drawing/2014/main" id="{6689EB6A-5011-2D7D-185E-DE893ECB67A9}"/>
                </a:ext>
              </a:extLst>
            </p:cNvPr>
            <p:cNvCxnSpPr/>
            <p:nvPr/>
          </p:nvCxnSpPr>
          <p:spPr>
            <a:xfrm flipV="1">
              <a:off x="2107866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4" name="Connector 14">
              <a:extLst>
                <a:ext uri="{FF2B5EF4-FFF2-40B4-BE49-F238E27FC236}">
                  <a16:creationId xmlns:a16="http://schemas.microsoft.com/office/drawing/2014/main" id="{A2D7DB35-3E37-E778-15E3-6662D409534F}"/>
                </a:ext>
              </a:extLst>
            </p:cNvPr>
            <p:cNvCxnSpPr/>
            <p:nvPr/>
          </p:nvCxnSpPr>
          <p:spPr>
            <a:xfrm flipV="1">
              <a:off x="4388520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5" name="Connector 15">
              <a:extLst>
                <a:ext uri="{FF2B5EF4-FFF2-40B4-BE49-F238E27FC236}">
                  <a16:creationId xmlns:a16="http://schemas.microsoft.com/office/drawing/2014/main" id="{E8DCA5CC-D3AB-9C4A-AE70-1E1636AD300A}"/>
                </a:ext>
              </a:extLst>
            </p:cNvPr>
            <p:cNvCxnSpPr/>
            <p:nvPr/>
          </p:nvCxnSpPr>
          <p:spPr>
            <a:xfrm>
              <a:off x="5148738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6" name="Connector 16">
              <a:extLst>
                <a:ext uri="{FF2B5EF4-FFF2-40B4-BE49-F238E27FC236}">
                  <a16:creationId xmlns:a16="http://schemas.microsoft.com/office/drawing/2014/main" id="{3279976A-5E13-0A48-E49E-3FE1100E3FF1}"/>
                </a:ext>
              </a:extLst>
            </p:cNvPr>
            <p:cNvCxnSpPr/>
            <p:nvPr/>
          </p:nvCxnSpPr>
          <p:spPr>
            <a:xfrm flipV="1">
              <a:off x="1727757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7" name="Connector 17">
              <a:extLst>
                <a:ext uri="{FF2B5EF4-FFF2-40B4-BE49-F238E27FC236}">
                  <a16:creationId xmlns:a16="http://schemas.microsoft.com/office/drawing/2014/main" id="{41809B85-008F-97AB-869D-4EBBEFB20BAD}"/>
                </a:ext>
              </a:extLst>
            </p:cNvPr>
            <p:cNvCxnSpPr/>
            <p:nvPr/>
          </p:nvCxnSpPr>
          <p:spPr>
            <a:xfrm>
              <a:off x="1347648" y="4041648"/>
              <a:ext cx="1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8" name="Connector 18">
              <a:extLst>
                <a:ext uri="{FF2B5EF4-FFF2-40B4-BE49-F238E27FC236}">
                  <a16:creationId xmlns:a16="http://schemas.microsoft.com/office/drawing/2014/main" id="{D9E1DAE1-A846-E54B-CA1A-DC806D12A3B1}"/>
                </a:ext>
              </a:extLst>
            </p:cNvPr>
            <p:cNvCxnSpPr/>
            <p:nvPr/>
          </p:nvCxnSpPr>
          <p:spPr>
            <a:xfrm>
              <a:off x="5528847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9" name="Connector 19">
              <a:extLst>
                <a:ext uri="{FF2B5EF4-FFF2-40B4-BE49-F238E27FC236}">
                  <a16:creationId xmlns:a16="http://schemas.microsoft.com/office/drawing/2014/main" id="{59E17124-1947-E2B0-8469-532F9212B448}"/>
                </a:ext>
              </a:extLst>
            </p:cNvPr>
            <p:cNvCxnSpPr/>
            <p:nvPr/>
          </p:nvCxnSpPr>
          <p:spPr>
            <a:xfrm flipV="1">
              <a:off x="2487975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0" name="Connector 20">
              <a:extLst>
                <a:ext uri="{FF2B5EF4-FFF2-40B4-BE49-F238E27FC236}">
                  <a16:creationId xmlns:a16="http://schemas.microsoft.com/office/drawing/2014/main" id="{7F1E917F-0032-8B76-EC32-EDC530AF2E9B}"/>
                </a:ext>
              </a:extLst>
            </p:cNvPr>
            <p:cNvCxnSpPr/>
            <p:nvPr/>
          </p:nvCxnSpPr>
          <p:spPr>
            <a:xfrm flipV="1">
              <a:off x="4768629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1" name="Connector 21">
              <a:extLst>
                <a:ext uri="{FF2B5EF4-FFF2-40B4-BE49-F238E27FC236}">
                  <a16:creationId xmlns:a16="http://schemas.microsoft.com/office/drawing/2014/main" id="{AE767D07-EABB-235D-375F-D04913AE1741}"/>
                </a:ext>
              </a:extLst>
            </p:cNvPr>
            <p:cNvCxnSpPr/>
            <p:nvPr/>
          </p:nvCxnSpPr>
          <p:spPr>
            <a:xfrm flipV="1">
              <a:off x="3248193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2" name="Connector 22">
              <a:extLst>
                <a:ext uri="{FF2B5EF4-FFF2-40B4-BE49-F238E27FC236}">
                  <a16:creationId xmlns:a16="http://schemas.microsoft.com/office/drawing/2014/main" id="{17D7C88F-61B6-06CF-165E-BBAF89A11383}"/>
                </a:ext>
              </a:extLst>
            </p:cNvPr>
            <p:cNvCxnSpPr/>
            <p:nvPr/>
          </p:nvCxnSpPr>
          <p:spPr>
            <a:xfrm>
              <a:off x="1347649" y="1847088"/>
              <a:ext cx="380108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3" name="Connector 23">
              <a:extLst>
                <a:ext uri="{FF2B5EF4-FFF2-40B4-BE49-F238E27FC236}">
                  <a16:creationId xmlns:a16="http://schemas.microsoft.com/office/drawing/2014/main" id="{18004CD6-4FFE-B60D-B854-AF139F25AE80}"/>
                </a:ext>
              </a:extLst>
            </p:cNvPr>
            <p:cNvCxnSpPr/>
            <p:nvPr/>
          </p:nvCxnSpPr>
          <p:spPr>
            <a:xfrm>
              <a:off x="2107866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4" name="Connector 24">
              <a:extLst>
                <a:ext uri="{FF2B5EF4-FFF2-40B4-BE49-F238E27FC236}">
                  <a16:creationId xmlns:a16="http://schemas.microsoft.com/office/drawing/2014/main" id="{52033A86-92E5-AE73-CBCF-98984D89301A}"/>
                </a:ext>
              </a:extLst>
            </p:cNvPr>
            <p:cNvCxnSpPr/>
            <p:nvPr/>
          </p:nvCxnSpPr>
          <p:spPr>
            <a:xfrm flipV="1">
              <a:off x="2107866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5" name="Connector 25">
              <a:extLst>
                <a:ext uri="{FF2B5EF4-FFF2-40B4-BE49-F238E27FC236}">
                  <a16:creationId xmlns:a16="http://schemas.microsoft.com/office/drawing/2014/main" id="{F82410D9-E2E8-C9E8-13FE-AC20837EC147}"/>
                </a:ext>
              </a:extLst>
            </p:cNvPr>
            <p:cNvCxnSpPr/>
            <p:nvPr/>
          </p:nvCxnSpPr>
          <p:spPr>
            <a:xfrm flipV="1">
              <a:off x="2868084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6" name="Connector 26">
              <a:extLst>
                <a:ext uri="{FF2B5EF4-FFF2-40B4-BE49-F238E27FC236}">
                  <a16:creationId xmlns:a16="http://schemas.microsoft.com/office/drawing/2014/main" id="{4EC6CBEF-326A-A32E-8C9C-DCC029CBA1C9}"/>
                </a:ext>
              </a:extLst>
            </p:cNvPr>
            <p:cNvCxnSpPr/>
            <p:nvPr/>
          </p:nvCxnSpPr>
          <p:spPr>
            <a:xfrm>
              <a:off x="1727757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7" name="Connector 27">
              <a:extLst>
                <a:ext uri="{FF2B5EF4-FFF2-40B4-BE49-F238E27FC236}">
                  <a16:creationId xmlns:a16="http://schemas.microsoft.com/office/drawing/2014/main" id="{A5210216-DB28-5BE4-0F59-DB89327C1610}"/>
                </a:ext>
              </a:extLst>
            </p:cNvPr>
            <p:cNvCxnSpPr/>
            <p:nvPr/>
          </p:nvCxnSpPr>
          <p:spPr>
            <a:xfrm>
              <a:off x="2107866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8" name="Connector 28">
              <a:extLst>
                <a:ext uri="{FF2B5EF4-FFF2-40B4-BE49-F238E27FC236}">
                  <a16:creationId xmlns:a16="http://schemas.microsoft.com/office/drawing/2014/main" id="{75B71811-71DA-16BC-7B7D-C39D265E1139}"/>
                </a:ext>
              </a:extLst>
            </p:cNvPr>
            <p:cNvCxnSpPr/>
            <p:nvPr/>
          </p:nvCxnSpPr>
          <p:spPr>
            <a:xfrm flipV="1">
              <a:off x="967540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9" name="Connector 29">
              <a:extLst>
                <a:ext uri="{FF2B5EF4-FFF2-40B4-BE49-F238E27FC236}">
                  <a16:creationId xmlns:a16="http://schemas.microsoft.com/office/drawing/2014/main" id="{754E9973-9863-C215-3F66-0262892A07EA}"/>
                </a:ext>
              </a:extLst>
            </p:cNvPr>
            <p:cNvCxnSpPr/>
            <p:nvPr/>
          </p:nvCxnSpPr>
          <p:spPr>
            <a:xfrm>
              <a:off x="4768629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0" name="Connector 30">
              <a:extLst>
                <a:ext uri="{FF2B5EF4-FFF2-40B4-BE49-F238E27FC236}">
                  <a16:creationId xmlns:a16="http://schemas.microsoft.com/office/drawing/2014/main" id="{668D9E87-015E-2800-55E4-BFC299142E74}"/>
                </a:ext>
              </a:extLst>
            </p:cNvPr>
            <p:cNvCxnSpPr/>
            <p:nvPr/>
          </p:nvCxnSpPr>
          <p:spPr>
            <a:xfrm>
              <a:off x="4008411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1" name="Connector 31">
              <a:extLst>
                <a:ext uri="{FF2B5EF4-FFF2-40B4-BE49-F238E27FC236}">
                  <a16:creationId xmlns:a16="http://schemas.microsoft.com/office/drawing/2014/main" id="{CC6B2C4A-02D8-0072-D23A-1334A1C25A13}"/>
                </a:ext>
              </a:extLst>
            </p:cNvPr>
            <p:cNvCxnSpPr/>
            <p:nvPr/>
          </p:nvCxnSpPr>
          <p:spPr>
            <a:xfrm>
              <a:off x="4008411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2" name="Connector 32">
              <a:extLst>
                <a:ext uri="{FF2B5EF4-FFF2-40B4-BE49-F238E27FC236}">
                  <a16:creationId xmlns:a16="http://schemas.microsoft.com/office/drawing/2014/main" id="{EC273109-99D1-DE5C-9342-DBFC9BEC2D38}"/>
                </a:ext>
              </a:extLst>
            </p:cNvPr>
            <p:cNvCxnSpPr/>
            <p:nvPr/>
          </p:nvCxnSpPr>
          <p:spPr>
            <a:xfrm>
              <a:off x="1347649" y="3163824"/>
              <a:ext cx="380108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3" name="Connector 33">
              <a:extLst>
                <a:ext uri="{FF2B5EF4-FFF2-40B4-BE49-F238E27FC236}">
                  <a16:creationId xmlns:a16="http://schemas.microsoft.com/office/drawing/2014/main" id="{59C63818-60C7-5432-4F3E-0299D5449605}"/>
                </a:ext>
              </a:extLst>
            </p:cNvPr>
            <p:cNvCxnSpPr/>
            <p:nvPr/>
          </p:nvCxnSpPr>
          <p:spPr>
            <a:xfrm>
              <a:off x="3628302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4" name="Connector 34">
              <a:extLst>
                <a:ext uri="{FF2B5EF4-FFF2-40B4-BE49-F238E27FC236}">
                  <a16:creationId xmlns:a16="http://schemas.microsoft.com/office/drawing/2014/main" id="{4CDA7E0E-A747-AB29-16EE-7E8D15921EB9}"/>
                </a:ext>
              </a:extLst>
            </p:cNvPr>
            <p:cNvCxnSpPr/>
            <p:nvPr/>
          </p:nvCxnSpPr>
          <p:spPr>
            <a:xfrm>
              <a:off x="967540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5" name="Connector 35">
              <a:extLst>
                <a:ext uri="{FF2B5EF4-FFF2-40B4-BE49-F238E27FC236}">
                  <a16:creationId xmlns:a16="http://schemas.microsoft.com/office/drawing/2014/main" id="{6B2F575A-DFAA-4516-065C-52421A647161}"/>
                </a:ext>
              </a:extLst>
            </p:cNvPr>
            <p:cNvCxnSpPr/>
            <p:nvPr/>
          </p:nvCxnSpPr>
          <p:spPr>
            <a:xfrm>
              <a:off x="5148738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6" name="Connector 36">
              <a:extLst>
                <a:ext uri="{FF2B5EF4-FFF2-40B4-BE49-F238E27FC236}">
                  <a16:creationId xmlns:a16="http://schemas.microsoft.com/office/drawing/2014/main" id="{4ABFA69F-954E-55D3-1E46-C93763F28B96}"/>
                </a:ext>
              </a:extLst>
            </p:cNvPr>
            <p:cNvCxnSpPr/>
            <p:nvPr/>
          </p:nvCxnSpPr>
          <p:spPr>
            <a:xfrm>
              <a:off x="967540" y="3822191"/>
              <a:ext cx="380108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7" name="Connector 37">
              <a:extLst>
                <a:ext uri="{FF2B5EF4-FFF2-40B4-BE49-F238E27FC236}">
                  <a16:creationId xmlns:a16="http://schemas.microsoft.com/office/drawing/2014/main" id="{C31E3C88-B451-52D2-C85D-EEF650598565}"/>
                </a:ext>
              </a:extLst>
            </p:cNvPr>
            <p:cNvCxnSpPr/>
            <p:nvPr/>
          </p:nvCxnSpPr>
          <p:spPr>
            <a:xfrm>
              <a:off x="4008411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8" name="Connector 38">
              <a:extLst>
                <a:ext uri="{FF2B5EF4-FFF2-40B4-BE49-F238E27FC236}">
                  <a16:creationId xmlns:a16="http://schemas.microsoft.com/office/drawing/2014/main" id="{C1D67863-75D2-D994-1509-0EFD839A308C}"/>
                </a:ext>
              </a:extLst>
            </p:cNvPr>
            <p:cNvCxnSpPr/>
            <p:nvPr/>
          </p:nvCxnSpPr>
          <p:spPr>
            <a:xfrm flipV="1">
              <a:off x="3248193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9" name="Connector 39">
              <a:extLst>
                <a:ext uri="{FF2B5EF4-FFF2-40B4-BE49-F238E27FC236}">
                  <a16:creationId xmlns:a16="http://schemas.microsoft.com/office/drawing/2014/main" id="{03754F1B-9D4A-32E9-7F87-B84BE4C846C1}"/>
                </a:ext>
              </a:extLst>
            </p:cNvPr>
            <p:cNvCxnSpPr/>
            <p:nvPr/>
          </p:nvCxnSpPr>
          <p:spPr>
            <a:xfrm flipV="1">
              <a:off x="4768629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0" name="Connector 40">
              <a:extLst>
                <a:ext uri="{FF2B5EF4-FFF2-40B4-BE49-F238E27FC236}">
                  <a16:creationId xmlns:a16="http://schemas.microsoft.com/office/drawing/2014/main" id="{83C440FA-9D2C-780B-B390-7D7EE65DB878}"/>
                </a:ext>
              </a:extLst>
            </p:cNvPr>
            <p:cNvCxnSpPr/>
            <p:nvPr/>
          </p:nvCxnSpPr>
          <p:spPr>
            <a:xfrm>
              <a:off x="3628302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1" name="Connector 41">
              <a:extLst>
                <a:ext uri="{FF2B5EF4-FFF2-40B4-BE49-F238E27FC236}">
                  <a16:creationId xmlns:a16="http://schemas.microsoft.com/office/drawing/2014/main" id="{29CA8664-CD40-7DDF-9D2F-77EB872127D2}"/>
                </a:ext>
              </a:extLst>
            </p:cNvPr>
            <p:cNvCxnSpPr/>
            <p:nvPr/>
          </p:nvCxnSpPr>
          <p:spPr>
            <a:xfrm>
              <a:off x="2487975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2" name="Connector 42">
              <a:extLst>
                <a:ext uri="{FF2B5EF4-FFF2-40B4-BE49-F238E27FC236}">
                  <a16:creationId xmlns:a16="http://schemas.microsoft.com/office/drawing/2014/main" id="{A6F2E8A0-5495-5CB7-B2EB-456DD3E5DFD3}"/>
                </a:ext>
              </a:extLst>
            </p:cNvPr>
            <p:cNvCxnSpPr/>
            <p:nvPr/>
          </p:nvCxnSpPr>
          <p:spPr>
            <a:xfrm>
              <a:off x="3628302" y="2724911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3" name="Connector 43">
              <a:extLst>
                <a:ext uri="{FF2B5EF4-FFF2-40B4-BE49-F238E27FC236}">
                  <a16:creationId xmlns:a16="http://schemas.microsoft.com/office/drawing/2014/main" id="{B6DA8762-37FF-95C7-1E51-094BE661C65C}"/>
                </a:ext>
              </a:extLst>
            </p:cNvPr>
            <p:cNvCxnSpPr/>
            <p:nvPr/>
          </p:nvCxnSpPr>
          <p:spPr>
            <a:xfrm flipV="1">
              <a:off x="1727757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4" name="Connector 44">
              <a:extLst>
                <a:ext uri="{FF2B5EF4-FFF2-40B4-BE49-F238E27FC236}">
                  <a16:creationId xmlns:a16="http://schemas.microsoft.com/office/drawing/2014/main" id="{AA9D0A4B-78AC-61A3-A5D9-C79B2266A3E7}"/>
                </a:ext>
              </a:extLst>
            </p:cNvPr>
            <p:cNvCxnSpPr/>
            <p:nvPr/>
          </p:nvCxnSpPr>
          <p:spPr>
            <a:xfrm>
              <a:off x="5528847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5" name="Connector 45">
              <a:extLst>
                <a:ext uri="{FF2B5EF4-FFF2-40B4-BE49-F238E27FC236}">
                  <a16:creationId xmlns:a16="http://schemas.microsoft.com/office/drawing/2014/main" id="{14621702-7795-2C22-471E-0699A89C822E}"/>
                </a:ext>
              </a:extLst>
            </p:cNvPr>
            <p:cNvCxnSpPr/>
            <p:nvPr/>
          </p:nvCxnSpPr>
          <p:spPr>
            <a:xfrm>
              <a:off x="2487975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6" name="Connector 46">
              <a:extLst>
                <a:ext uri="{FF2B5EF4-FFF2-40B4-BE49-F238E27FC236}">
                  <a16:creationId xmlns:a16="http://schemas.microsoft.com/office/drawing/2014/main" id="{05ED5627-0F3E-EBED-634E-296715D35432}"/>
                </a:ext>
              </a:extLst>
            </p:cNvPr>
            <p:cNvCxnSpPr/>
            <p:nvPr/>
          </p:nvCxnSpPr>
          <p:spPr>
            <a:xfrm>
              <a:off x="2107866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7" name="Connector 47">
              <a:extLst>
                <a:ext uri="{FF2B5EF4-FFF2-40B4-BE49-F238E27FC236}">
                  <a16:creationId xmlns:a16="http://schemas.microsoft.com/office/drawing/2014/main" id="{AF1F902D-2881-036C-C8CC-6D2A50A8C2C7}"/>
                </a:ext>
              </a:extLst>
            </p:cNvPr>
            <p:cNvCxnSpPr/>
            <p:nvPr/>
          </p:nvCxnSpPr>
          <p:spPr>
            <a:xfrm flipV="1">
              <a:off x="4008411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8" name="Connector 48">
              <a:extLst>
                <a:ext uri="{FF2B5EF4-FFF2-40B4-BE49-F238E27FC236}">
                  <a16:creationId xmlns:a16="http://schemas.microsoft.com/office/drawing/2014/main" id="{B50D38E8-64A5-E592-5BB1-C699272B3027}"/>
                </a:ext>
              </a:extLst>
            </p:cNvPr>
            <p:cNvCxnSpPr/>
            <p:nvPr/>
          </p:nvCxnSpPr>
          <p:spPr>
            <a:xfrm>
              <a:off x="3248193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9" name="Connector 49">
              <a:extLst>
                <a:ext uri="{FF2B5EF4-FFF2-40B4-BE49-F238E27FC236}">
                  <a16:creationId xmlns:a16="http://schemas.microsoft.com/office/drawing/2014/main" id="{ADAF63B6-01A3-F263-0FCC-4CF7740EE7AF}"/>
                </a:ext>
              </a:extLst>
            </p:cNvPr>
            <p:cNvCxnSpPr/>
            <p:nvPr/>
          </p:nvCxnSpPr>
          <p:spPr>
            <a:xfrm flipV="1">
              <a:off x="1727757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0" name="Connector 50">
              <a:extLst>
                <a:ext uri="{FF2B5EF4-FFF2-40B4-BE49-F238E27FC236}">
                  <a16:creationId xmlns:a16="http://schemas.microsoft.com/office/drawing/2014/main" id="{0AB974B9-9C49-BA88-EE63-881D36BF6632}"/>
                </a:ext>
              </a:extLst>
            </p:cNvPr>
            <p:cNvCxnSpPr/>
            <p:nvPr/>
          </p:nvCxnSpPr>
          <p:spPr>
            <a:xfrm>
              <a:off x="1727757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1" name="Connector 51">
              <a:extLst>
                <a:ext uri="{FF2B5EF4-FFF2-40B4-BE49-F238E27FC236}">
                  <a16:creationId xmlns:a16="http://schemas.microsoft.com/office/drawing/2014/main" id="{EC924B14-F809-CFF2-21FB-49B0EB80BBF2}"/>
                </a:ext>
              </a:extLst>
            </p:cNvPr>
            <p:cNvCxnSpPr/>
            <p:nvPr/>
          </p:nvCxnSpPr>
          <p:spPr>
            <a:xfrm>
              <a:off x="3628302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2" name="Connector 52">
              <a:extLst>
                <a:ext uri="{FF2B5EF4-FFF2-40B4-BE49-F238E27FC236}">
                  <a16:creationId xmlns:a16="http://schemas.microsoft.com/office/drawing/2014/main" id="{8E530D57-6ADE-B0A8-9AFA-501683FADF14}"/>
                </a:ext>
              </a:extLst>
            </p:cNvPr>
            <p:cNvCxnSpPr/>
            <p:nvPr/>
          </p:nvCxnSpPr>
          <p:spPr>
            <a:xfrm flipV="1">
              <a:off x="5148738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3" name="Connector 53">
              <a:extLst>
                <a:ext uri="{FF2B5EF4-FFF2-40B4-BE49-F238E27FC236}">
                  <a16:creationId xmlns:a16="http://schemas.microsoft.com/office/drawing/2014/main" id="{411DD572-E2B2-B538-50E0-69D4B53A509E}"/>
                </a:ext>
              </a:extLst>
            </p:cNvPr>
            <p:cNvCxnSpPr/>
            <p:nvPr/>
          </p:nvCxnSpPr>
          <p:spPr>
            <a:xfrm>
              <a:off x="1727757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4" name="Connector 54">
              <a:extLst>
                <a:ext uri="{FF2B5EF4-FFF2-40B4-BE49-F238E27FC236}">
                  <a16:creationId xmlns:a16="http://schemas.microsoft.com/office/drawing/2014/main" id="{C8402929-F27A-EE72-61E3-15C09FB16714}"/>
                </a:ext>
              </a:extLst>
            </p:cNvPr>
            <p:cNvCxnSpPr/>
            <p:nvPr/>
          </p:nvCxnSpPr>
          <p:spPr>
            <a:xfrm>
              <a:off x="4388520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5" name="Connector 55">
              <a:extLst>
                <a:ext uri="{FF2B5EF4-FFF2-40B4-BE49-F238E27FC236}">
                  <a16:creationId xmlns:a16="http://schemas.microsoft.com/office/drawing/2014/main" id="{6FE1852E-B860-95B7-F728-96CC990E9BDD}"/>
                </a:ext>
              </a:extLst>
            </p:cNvPr>
            <p:cNvCxnSpPr/>
            <p:nvPr/>
          </p:nvCxnSpPr>
          <p:spPr>
            <a:xfrm flipV="1">
              <a:off x="5148738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6" name="Connector 56">
              <a:extLst>
                <a:ext uri="{FF2B5EF4-FFF2-40B4-BE49-F238E27FC236}">
                  <a16:creationId xmlns:a16="http://schemas.microsoft.com/office/drawing/2014/main" id="{7CBF16EA-B959-F3E2-1C63-15E818B48550}"/>
                </a:ext>
              </a:extLst>
            </p:cNvPr>
            <p:cNvCxnSpPr/>
            <p:nvPr/>
          </p:nvCxnSpPr>
          <p:spPr>
            <a:xfrm flipV="1">
              <a:off x="4388520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7" name="Connector 57">
              <a:extLst>
                <a:ext uri="{FF2B5EF4-FFF2-40B4-BE49-F238E27FC236}">
                  <a16:creationId xmlns:a16="http://schemas.microsoft.com/office/drawing/2014/main" id="{A7B81D2F-37B5-66B9-17D1-0387FFD6B84F}"/>
                </a:ext>
              </a:extLst>
            </p:cNvPr>
            <p:cNvCxnSpPr/>
            <p:nvPr/>
          </p:nvCxnSpPr>
          <p:spPr>
            <a:xfrm flipV="1">
              <a:off x="1347648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8" name="Connector 58">
              <a:extLst>
                <a:ext uri="{FF2B5EF4-FFF2-40B4-BE49-F238E27FC236}">
                  <a16:creationId xmlns:a16="http://schemas.microsoft.com/office/drawing/2014/main" id="{BBFEBAC9-ED12-2AFF-6608-2776223166EA}"/>
                </a:ext>
              </a:extLst>
            </p:cNvPr>
            <p:cNvCxnSpPr/>
            <p:nvPr/>
          </p:nvCxnSpPr>
          <p:spPr>
            <a:xfrm flipV="1">
              <a:off x="3628302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9" name="Connector 59">
              <a:extLst>
                <a:ext uri="{FF2B5EF4-FFF2-40B4-BE49-F238E27FC236}">
                  <a16:creationId xmlns:a16="http://schemas.microsoft.com/office/drawing/2014/main" id="{945BE302-D9C2-AA4C-4C66-FD8CE60F0000}"/>
                </a:ext>
              </a:extLst>
            </p:cNvPr>
            <p:cNvCxnSpPr/>
            <p:nvPr/>
          </p:nvCxnSpPr>
          <p:spPr>
            <a:xfrm>
              <a:off x="4008411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0" name="Connector 60">
              <a:extLst>
                <a:ext uri="{FF2B5EF4-FFF2-40B4-BE49-F238E27FC236}">
                  <a16:creationId xmlns:a16="http://schemas.microsoft.com/office/drawing/2014/main" id="{E80C8543-19B3-BA85-1177-2F9421D639A6}"/>
                </a:ext>
              </a:extLst>
            </p:cNvPr>
            <p:cNvCxnSpPr/>
            <p:nvPr/>
          </p:nvCxnSpPr>
          <p:spPr>
            <a:xfrm flipV="1">
              <a:off x="5528847" y="3163823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1" name="Connector 61">
              <a:extLst>
                <a:ext uri="{FF2B5EF4-FFF2-40B4-BE49-F238E27FC236}">
                  <a16:creationId xmlns:a16="http://schemas.microsoft.com/office/drawing/2014/main" id="{7B164A20-E7BD-E440-7A84-979B136DF020}"/>
                </a:ext>
              </a:extLst>
            </p:cNvPr>
            <p:cNvCxnSpPr/>
            <p:nvPr/>
          </p:nvCxnSpPr>
          <p:spPr>
            <a:xfrm>
              <a:off x="5908956" y="2724911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2" name="Connector 62">
              <a:extLst>
                <a:ext uri="{FF2B5EF4-FFF2-40B4-BE49-F238E27FC236}">
                  <a16:creationId xmlns:a16="http://schemas.microsoft.com/office/drawing/2014/main" id="{5AF91272-94BE-79D6-C98C-09FA806452ED}"/>
                </a:ext>
              </a:extLst>
            </p:cNvPr>
            <p:cNvCxnSpPr/>
            <p:nvPr/>
          </p:nvCxnSpPr>
          <p:spPr>
            <a:xfrm>
              <a:off x="4768629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3" name="Connector 63">
              <a:extLst>
                <a:ext uri="{FF2B5EF4-FFF2-40B4-BE49-F238E27FC236}">
                  <a16:creationId xmlns:a16="http://schemas.microsoft.com/office/drawing/2014/main" id="{90764A71-2682-6E88-B6AD-9ACDE0077C10}"/>
                </a:ext>
              </a:extLst>
            </p:cNvPr>
            <p:cNvCxnSpPr/>
            <p:nvPr/>
          </p:nvCxnSpPr>
          <p:spPr>
            <a:xfrm>
              <a:off x="4388520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4" name="Connector 64">
              <a:extLst>
                <a:ext uri="{FF2B5EF4-FFF2-40B4-BE49-F238E27FC236}">
                  <a16:creationId xmlns:a16="http://schemas.microsoft.com/office/drawing/2014/main" id="{258DD363-1DE9-1C6D-80EB-0AC5691B55EC}"/>
                </a:ext>
              </a:extLst>
            </p:cNvPr>
            <p:cNvCxnSpPr/>
            <p:nvPr/>
          </p:nvCxnSpPr>
          <p:spPr>
            <a:xfrm>
              <a:off x="2487975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5" name="Connector 65">
              <a:extLst>
                <a:ext uri="{FF2B5EF4-FFF2-40B4-BE49-F238E27FC236}">
                  <a16:creationId xmlns:a16="http://schemas.microsoft.com/office/drawing/2014/main" id="{C053E332-D1EA-E48E-79F0-B91FD459DA82}"/>
                </a:ext>
              </a:extLst>
            </p:cNvPr>
            <p:cNvCxnSpPr/>
            <p:nvPr/>
          </p:nvCxnSpPr>
          <p:spPr>
            <a:xfrm>
              <a:off x="4388520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6" name="Connector 66">
              <a:extLst>
                <a:ext uri="{FF2B5EF4-FFF2-40B4-BE49-F238E27FC236}">
                  <a16:creationId xmlns:a16="http://schemas.microsoft.com/office/drawing/2014/main" id="{C6520842-91A9-6883-82FF-BA149B4A58D1}"/>
                </a:ext>
              </a:extLst>
            </p:cNvPr>
            <p:cNvCxnSpPr/>
            <p:nvPr/>
          </p:nvCxnSpPr>
          <p:spPr>
            <a:xfrm flipV="1">
              <a:off x="967540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7" name="Connector 67">
              <a:extLst>
                <a:ext uri="{FF2B5EF4-FFF2-40B4-BE49-F238E27FC236}">
                  <a16:creationId xmlns:a16="http://schemas.microsoft.com/office/drawing/2014/main" id="{C6B4397F-A3ED-88E1-A24A-8E8FC4D25253}"/>
                </a:ext>
              </a:extLst>
            </p:cNvPr>
            <p:cNvCxnSpPr/>
            <p:nvPr/>
          </p:nvCxnSpPr>
          <p:spPr>
            <a:xfrm>
              <a:off x="4388520" y="2724911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8" name="Connector 68">
              <a:extLst>
                <a:ext uri="{FF2B5EF4-FFF2-40B4-BE49-F238E27FC236}">
                  <a16:creationId xmlns:a16="http://schemas.microsoft.com/office/drawing/2014/main" id="{1E04B58B-D528-9E21-8369-F2983FF22B63}"/>
                </a:ext>
              </a:extLst>
            </p:cNvPr>
            <p:cNvCxnSpPr/>
            <p:nvPr/>
          </p:nvCxnSpPr>
          <p:spPr>
            <a:xfrm flipV="1">
              <a:off x="4008411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9" name="Connector 69">
              <a:extLst>
                <a:ext uri="{FF2B5EF4-FFF2-40B4-BE49-F238E27FC236}">
                  <a16:creationId xmlns:a16="http://schemas.microsoft.com/office/drawing/2014/main" id="{A384F2FA-AD77-4891-01EA-7367BE0B2F3E}"/>
                </a:ext>
              </a:extLst>
            </p:cNvPr>
            <p:cNvCxnSpPr/>
            <p:nvPr/>
          </p:nvCxnSpPr>
          <p:spPr>
            <a:xfrm>
              <a:off x="2107866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0" name="Connector 70">
              <a:extLst>
                <a:ext uri="{FF2B5EF4-FFF2-40B4-BE49-F238E27FC236}">
                  <a16:creationId xmlns:a16="http://schemas.microsoft.com/office/drawing/2014/main" id="{1143FF52-BCB7-761F-803C-612A9CD85441}"/>
                </a:ext>
              </a:extLst>
            </p:cNvPr>
            <p:cNvCxnSpPr/>
            <p:nvPr/>
          </p:nvCxnSpPr>
          <p:spPr>
            <a:xfrm>
              <a:off x="2868084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1" name="Connector 71">
              <a:extLst>
                <a:ext uri="{FF2B5EF4-FFF2-40B4-BE49-F238E27FC236}">
                  <a16:creationId xmlns:a16="http://schemas.microsoft.com/office/drawing/2014/main" id="{2275D4D3-1F00-F59D-648F-14CBD75B4A3A}"/>
                </a:ext>
              </a:extLst>
            </p:cNvPr>
            <p:cNvCxnSpPr/>
            <p:nvPr/>
          </p:nvCxnSpPr>
          <p:spPr>
            <a:xfrm>
              <a:off x="1727757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2" name="Connector 72">
              <a:extLst>
                <a:ext uri="{FF2B5EF4-FFF2-40B4-BE49-F238E27FC236}">
                  <a16:creationId xmlns:a16="http://schemas.microsoft.com/office/drawing/2014/main" id="{03FC6622-4C7F-0C57-74E4-B5379C759E58}"/>
                </a:ext>
              </a:extLst>
            </p:cNvPr>
            <p:cNvCxnSpPr/>
            <p:nvPr/>
          </p:nvCxnSpPr>
          <p:spPr>
            <a:xfrm>
              <a:off x="5528847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3" name="Connector 73">
              <a:extLst>
                <a:ext uri="{FF2B5EF4-FFF2-40B4-BE49-F238E27FC236}">
                  <a16:creationId xmlns:a16="http://schemas.microsoft.com/office/drawing/2014/main" id="{E001C2B8-C0B1-2B72-371D-0706982C3A91}"/>
                </a:ext>
              </a:extLst>
            </p:cNvPr>
            <p:cNvCxnSpPr/>
            <p:nvPr/>
          </p:nvCxnSpPr>
          <p:spPr>
            <a:xfrm flipV="1">
              <a:off x="3248193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4" name="Connector 74">
              <a:extLst>
                <a:ext uri="{FF2B5EF4-FFF2-40B4-BE49-F238E27FC236}">
                  <a16:creationId xmlns:a16="http://schemas.microsoft.com/office/drawing/2014/main" id="{ACE3ED91-C49B-DEE3-52B8-7A0FCB548849}"/>
                </a:ext>
              </a:extLst>
            </p:cNvPr>
            <p:cNvCxnSpPr/>
            <p:nvPr/>
          </p:nvCxnSpPr>
          <p:spPr>
            <a:xfrm flipV="1">
              <a:off x="3628302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5" name="Connector 75">
              <a:extLst>
                <a:ext uri="{FF2B5EF4-FFF2-40B4-BE49-F238E27FC236}">
                  <a16:creationId xmlns:a16="http://schemas.microsoft.com/office/drawing/2014/main" id="{B74F09A3-411C-C07D-C042-360B30146299}"/>
                </a:ext>
              </a:extLst>
            </p:cNvPr>
            <p:cNvCxnSpPr/>
            <p:nvPr/>
          </p:nvCxnSpPr>
          <p:spPr>
            <a:xfrm>
              <a:off x="2487975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6" name="Connector 76">
              <a:extLst>
                <a:ext uri="{FF2B5EF4-FFF2-40B4-BE49-F238E27FC236}">
                  <a16:creationId xmlns:a16="http://schemas.microsoft.com/office/drawing/2014/main" id="{FFF72FAE-C588-E94A-8610-7B55F1B8453C}"/>
                </a:ext>
              </a:extLst>
            </p:cNvPr>
            <p:cNvCxnSpPr/>
            <p:nvPr/>
          </p:nvCxnSpPr>
          <p:spPr>
            <a:xfrm>
              <a:off x="967540" y="4700016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7" name="Connector 77">
              <a:extLst>
                <a:ext uri="{FF2B5EF4-FFF2-40B4-BE49-F238E27FC236}">
                  <a16:creationId xmlns:a16="http://schemas.microsoft.com/office/drawing/2014/main" id="{D19E3228-D312-4486-50A0-D4CAF2BAA9A6}"/>
                </a:ext>
              </a:extLst>
            </p:cNvPr>
            <p:cNvCxnSpPr/>
            <p:nvPr/>
          </p:nvCxnSpPr>
          <p:spPr>
            <a:xfrm flipV="1">
              <a:off x="2487975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8" name="Connector 78">
              <a:extLst>
                <a:ext uri="{FF2B5EF4-FFF2-40B4-BE49-F238E27FC236}">
                  <a16:creationId xmlns:a16="http://schemas.microsoft.com/office/drawing/2014/main" id="{C40DAF09-8515-0BE4-3E00-37482E9EF3E4}"/>
                </a:ext>
              </a:extLst>
            </p:cNvPr>
            <p:cNvCxnSpPr/>
            <p:nvPr/>
          </p:nvCxnSpPr>
          <p:spPr>
            <a:xfrm flipV="1">
              <a:off x="5148738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9" name="Connector 79">
              <a:extLst>
                <a:ext uri="{FF2B5EF4-FFF2-40B4-BE49-F238E27FC236}">
                  <a16:creationId xmlns:a16="http://schemas.microsoft.com/office/drawing/2014/main" id="{F2EE9C44-D19D-01BD-1C0B-02A515CD7764}"/>
                </a:ext>
              </a:extLst>
            </p:cNvPr>
            <p:cNvCxnSpPr/>
            <p:nvPr/>
          </p:nvCxnSpPr>
          <p:spPr>
            <a:xfrm>
              <a:off x="5908956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0" name="Connector 80">
              <a:extLst>
                <a:ext uri="{FF2B5EF4-FFF2-40B4-BE49-F238E27FC236}">
                  <a16:creationId xmlns:a16="http://schemas.microsoft.com/office/drawing/2014/main" id="{CD2419F8-66D1-4776-0993-14A3DBA4555F}"/>
                </a:ext>
              </a:extLst>
            </p:cNvPr>
            <p:cNvCxnSpPr/>
            <p:nvPr/>
          </p:nvCxnSpPr>
          <p:spPr>
            <a:xfrm>
              <a:off x="2107866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1" name="Connector 81">
              <a:extLst>
                <a:ext uri="{FF2B5EF4-FFF2-40B4-BE49-F238E27FC236}">
                  <a16:creationId xmlns:a16="http://schemas.microsoft.com/office/drawing/2014/main" id="{58676432-6429-3B31-3ACC-AA4AC3836EF5}"/>
                </a:ext>
              </a:extLst>
            </p:cNvPr>
            <p:cNvCxnSpPr/>
            <p:nvPr/>
          </p:nvCxnSpPr>
          <p:spPr>
            <a:xfrm>
              <a:off x="1347649" y="4480560"/>
              <a:ext cx="380108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2" name="Connector 82">
              <a:extLst>
                <a:ext uri="{FF2B5EF4-FFF2-40B4-BE49-F238E27FC236}">
                  <a16:creationId xmlns:a16="http://schemas.microsoft.com/office/drawing/2014/main" id="{32B25A0F-3E5B-00C0-2FFE-EC1503E6D8A0}"/>
                </a:ext>
              </a:extLst>
            </p:cNvPr>
            <p:cNvCxnSpPr/>
            <p:nvPr/>
          </p:nvCxnSpPr>
          <p:spPr>
            <a:xfrm>
              <a:off x="3628302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3" name="Connector 83">
              <a:extLst>
                <a:ext uri="{FF2B5EF4-FFF2-40B4-BE49-F238E27FC236}">
                  <a16:creationId xmlns:a16="http://schemas.microsoft.com/office/drawing/2014/main" id="{FDA7ECB2-83C5-3D73-7ABA-0CB206AC0C39}"/>
                </a:ext>
              </a:extLst>
            </p:cNvPr>
            <p:cNvCxnSpPr/>
            <p:nvPr/>
          </p:nvCxnSpPr>
          <p:spPr>
            <a:xfrm>
              <a:off x="1347648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4" name="Connector 84">
              <a:extLst>
                <a:ext uri="{FF2B5EF4-FFF2-40B4-BE49-F238E27FC236}">
                  <a16:creationId xmlns:a16="http://schemas.microsoft.com/office/drawing/2014/main" id="{788CD736-9E18-D5B0-6323-66D1FE69A707}"/>
                </a:ext>
              </a:extLst>
            </p:cNvPr>
            <p:cNvCxnSpPr/>
            <p:nvPr/>
          </p:nvCxnSpPr>
          <p:spPr>
            <a:xfrm flipV="1">
              <a:off x="4008411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5" name="Connector 85">
              <a:extLst>
                <a:ext uri="{FF2B5EF4-FFF2-40B4-BE49-F238E27FC236}">
                  <a16:creationId xmlns:a16="http://schemas.microsoft.com/office/drawing/2014/main" id="{197E031C-856A-4BB6-86D6-90F1C638F5A4}"/>
                </a:ext>
              </a:extLst>
            </p:cNvPr>
            <p:cNvCxnSpPr/>
            <p:nvPr/>
          </p:nvCxnSpPr>
          <p:spPr>
            <a:xfrm>
              <a:off x="2868084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6" name="Connector 86">
              <a:extLst>
                <a:ext uri="{FF2B5EF4-FFF2-40B4-BE49-F238E27FC236}">
                  <a16:creationId xmlns:a16="http://schemas.microsoft.com/office/drawing/2014/main" id="{89C57A10-F1B5-0FD5-E331-F401CF9B4506}"/>
                </a:ext>
              </a:extLst>
            </p:cNvPr>
            <p:cNvCxnSpPr/>
            <p:nvPr/>
          </p:nvCxnSpPr>
          <p:spPr>
            <a:xfrm>
              <a:off x="967540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7" name="Connector 87">
              <a:extLst>
                <a:ext uri="{FF2B5EF4-FFF2-40B4-BE49-F238E27FC236}">
                  <a16:creationId xmlns:a16="http://schemas.microsoft.com/office/drawing/2014/main" id="{108E47FF-FBB1-EEEC-0B4A-68A9D246689B}"/>
                </a:ext>
              </a:extLst>
            </p:cNvPr>
            <p:cNvCxnSpPr/>
            <p:nvPr/>
          </p:nvCxnSpPr>
          <p:spPr>
            <a:xfrm>
              <a:off x="2868084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8" name="Connector 88">
              <a:extLst>
                <a:ext uri="{FF2B5EF4-FFF2-40B4-BE49-F238E27FC236}">
                  <a16:creationId xmlns:a16="http://schemas.microsoft.com/office/drawing/2014/main" id="{DB9C26BA-A58F-E517-EAFC-F62F907C085E}"/>
                </a:ext>
              </a:extLst>
            </p:cNvPr>
            <p:cNvCxnSpPr/>
            <p:nvPr/>
          </p:nvCxnSpPr>
          <p:spPr>
            <a:xfrm>
              <a:off x="4768629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9" name="Connector 89">
              <a:extLst>
                <a:ext uri="{FF2B5EF4-FFF2-40B4-BE49-F238E27FC236}">
                  <a16:creationId xmlns:a16="http://schemas.microsoft.com/office/drawing/2014/main" id="{6C79D387-25C1-A87D-8C0B-7B9F3B6DCA42}"/>
                </a:ext>
              </a:extLst>
            </p:cNvPr>
            <p:cNvCxnSpPr/>
            <p:nvPr/>
          </p:nvCxnSpPr>
          <p:spPr>
            <a:xfrm>
              <a:off x="5148738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0" name="Connector 90">
              <a:extLst>
                <a:ext uri="{FF2B5EF4-FFF2-40B4-BE49-F238E27FC236}">
                  <a16:creationId xmlns:a16="http://schemas.microsoft.com/office/drawing/2014/main" id="{C6B6A559-089E-ED19-D616-E0FDC19B01FE}"/>
                </a:ext>
              </a:extLst>
            </p:cNvPr>
            <p:cNvCxnSpPr/>
            <p:nvPr/>
          </p:nvCxnSpPr>
          <p:spPr>
            <a:xfrm flipV="1">
              <a:off x="4768629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1" name="Connector 91">
              <a:extLst>
                <a:ext uri="{FF2B5EF4-FFF2-40B4-BE49-F238E27FC236}">
                  <a16:creationId xmlns:a16="http://schemas.microsoft.com/office/drawing/2014/main" id="{964BE5F2-7402-556F-F3BA-93E837EAFCCA}"/>
                </a:ext>
              </a:extLst>
            </p:cNvPr>
            <p:cNvCxnSpPr/>
            <p:nvPr/>
          </p:nvCxnSpPr>
          <p:spPr>
            <a:xfrm>
              <a:off x="5148738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2" name="Connector 92">
              <a:extLst>
                <a:ext uri="{FF2B5EF4-FFF2-40B4-BE49-F238E27FC236}">
                  <a16:creationId xmlns:a16="http://schemas.microsoft.com/office/drawing/2014/main" id="{7D7631FA-AB0C-975B-6A49-0AB571E1D3C1}"/>
                </a:ext>
              </a:extLst>
            </p:cNvPr>
            <p:cNvCxnSpPr/>
            <p:nvPr/>
          </p:nvCxnSpPr>
          <p:spPr>
            <a:xfrm>
              <a:off x="2868084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3" name="Connector 93">
              <a:extLst>
                <a:ext uri="{FF2B5EF4-FFF2-40B4-BE49-F238E27FC236}">
                  <a16:creationId xmlns:a16="http://schemas.microsoft.com/office/drawing/2014/main" id="{54798717-6767-E66E-D11A-36B6361C4A24}"/>
                </a:ext>
              </a:extLst>
            </p:cNvPr>
            <p:cNvCxnSpPr/>
            <p:nvPr/>
          </p:nvCxnSpPr>
          <p:spPr>
            <a:xfrm>
              <a:off x="2107866" y="2724911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4" name="Connector 94">
              <a:extLst>
                <a:ext uri="{FF2B5EF4-FFF2-40B4-BE49-F238E27FC236}">
                  <a16:creationId xmlns:a16="http://schemas.microsoft.com/office/drawing/2014/main" id="{B6433504-8BD3-D4D0-409C-6F8973FE56CD}"/>
                </a:ext>
              </a:extLst>
            </p:cNvPr>
            <p:cNvCxnSpPr/>
            <p:nvPr/>
          </p:nvCxnSpPr>
          <p:spPr>
            <a:xfrm>
              <a:off x="4388520" y="4041648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5" name="Connector 95">
              <a:extLst>
                <a:ext uri="{FF2B5EF4-FFF2-40B4-BE49-F238E27FC236}">
                  <a16:creationId xmlns:a16="http://schemas.microsoft.com/office/drawing/2014/main" id="{32794FA8-B909-F0A6-606C-26F916EE7909}"/>
                </a:ext>
              </a:extLst>
            </p:cNvPr>
            <p:cNvCxnSpPr/>
            <p:nvPr/>
          </p:nvCxnSpPr>
          <p:spPr>
            <a:xfrm>
              <a:off x="3248193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6" name="Connector 96">
              <a:extLst>
                <a:ext uri="{FF2B5EF4-FFF2-40B4-BE49-F238E27FC236}">
                  <a16:creationId xmlns:a16="http://schemas.microsoft.com/office/drawing/2014/main" id="{315AF3C5-0FF7-F11F-A59A-2F6401A88B1F}"/>
                </a:ext>
              </a:extLst>
            </p:cNvPr>
            <p:cNvCxnSpPr/>
            <p:nvPr/>
          </p:nvCxnSpPr>
          <p:spPr>
            <a:xfrm>
              <a:off x="3248193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7" name="Connector 97">
              <a:extLst>
                <a:ext uri="{FF2B5EF4-FFF2-40B4-BE49-F238E27FC236}">
                  <a16:creationId xmlns:a16="http://schemas.microsoft.com/office/drawing/2014/main" id="{FF70AB59-5621-D844-5AD2-0C3FAECDA0EE}"/>
                </a:ext>
              </a:extLst>
            </p:cNvPr>
            <p:cNvCxnSpPr/>
            <p:nvPr/>
          </p:nvCxnSpPr>
          <p:spPr>
            <a:xfrm flipV="1">
              <a:off x="2487975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8" name="Connector 98">
              <a:extLst>
                <a:ext uri="{FF2B5EF4-FFF2-40B4-BE49-F238E27FC236}">
                  <a16:creationId xmlns:a16="http://schemas.microsoft.com/office/drawing/2014/main" id="{CE88CD2E-5D59-E632-51F8-12F67B40FC3E}"/>
                </a:ext>
              </a:extLst>
            </p:cNvPr>
            <p:cNvCxnSpPr/>
            <p:nvPr/>
          </p:nvCxnSpPr>
          <p:spPr>
            <a:xfrm flipV="1">
              <a:off x="4388520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9" name="Connector 99">
              <a:extLst>
                <a:ext uri="{FF2B5EF4-FFF2-40B4-BE49-F238E27FC236}">
                  <a16:creationId xmlns:a16="http://schemas.microsoft.com/office/drawing/2014/main" id="{B254A139-BD13-5949-E1B2-7966B3F698F1}"/>
                </a:ext>
              </a:extLst>
            </p:cNvPr>
            <p:cNvCxnSpPr/>
            <p:nvPr/>
          </p:nvCxnSpPr>
          <p:spPr>
            <a:xfrm>
              <a:off x="2487975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0" name="Connector 100">
              <a:extLst>
                <a:ext uri="{FF2B5EF4-FFF2-40B4-BE49-F238E27FC236}">
                  <a16:creationId xmlns:a16="http://schemas.microsoft.com/office/drawing/2014/main" id="{EFB73BA7-4452-4AA0-EDDF-C17C5DBB4513}"/>
                </a:ext>
              </a:extLst>
            </p:cNvPr>
            <p:cNvCxnSpPr/>
            <p:nvPr/>
          </p:nvCxnSpPr>
          <p:spPr>
            <a:xfrm flipV="1">
              <a:off x="1727757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1" name="Connector 101">
              <a:extLst>
                <a:ext uri="{FF2B5EF4-FFF2-40B4-BE49-F238E27FC236}">
                  <a16:creationId xmlns:a16="http://schemas.microsoft.com/office/drawing/2014/main" id="{6A94DC09-9EC0-D012-BCCD-EFA5AC111ACB}"/>
                </a:ext>
              </a:extLst>
            </p:cNvPr>
            <p:cNvCxnSpPr/>
            <p:nvPr/>
          </p:nvCxnSpPr>
          <p:spPr>
            <a:xfrm flipV="1">
              <a:off x="4768629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2" name="Connector 102">
              <a:extLst>
                <a:ext uri="{FF2B5EF4-FFF2-40B4-BE49-F238E27FC236}">
                  <a16:creationId xmlns:a16="http://schemas.microsoft.com/office/drawing/2014/main" id="{585BCE53-59A3-46A7-F72A-F7469DB0387A}"/>
                </a:ext>
              </a:extLst>
            </p:cNvPr>
            <p:cNvCxnSpPr/>
            <p:nvPr/>
          </p:nvCxnSpPr>
          <p:spPr>
            <a:xfrm>
              <a:off x="4008411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3" name="Connector 103">
              <a:extLst>
                <a:ext uri="{FF2B5EF4-FFF2-40B4-BE49-F238E27FC236}">
                  <a16:creationId xmlns:a16="http://schemas.microsoft.com/office/drawing/2014/main" id="{FBFA4709-43F8-1F9C-DD85-A9E9E3ACFDEE}"/>
                </a:ext>
              </a:extLst>
            </p:cNvPr>
            <p:cNvCxnSpPr/>
            <p:nvPr/>
          </p:nvCxnSpPr>
          <p:spPr>
            <a:xfrm>
              <a:off x="3628302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4" name="Connector 104">
              <a:extLst>
                <a:ext uri="{FF2B5EF4-FFF2-40B4-BE49-F238E27FC236}">
                  <a16:creationId xmlns:a16="http://schemas.microsoft.com/office/drawing/2014/main" id="{18D78E82-83D8-DDAB-1C5D-D1D29B5E35C5}"/>
                </a:ext>
              </a:extLst>
            </p:cNvPr>
            <p:cNvCxnSpPr/>
            <p:nvPr/>
          </p:nvCxnSpPr>
          <p:spPr>
            <a:xfrm flipV="1">
              <a:off x="1347648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5" name="Connector 105">
              <a:extLst>
                <a:ext uri="{FF2B5EF4-FFF2-40B4-BE49-F238E27FC236}">
                  <a16:creationId xmlns:a16="http://schemas.microsoft.com/office/drawing/2014/main" id="{227E4C31-F072-4861-63F9-EDC130BA4284}"/>
                </a:ext>
              </a:extLst>
            </p:cNvPr>
            <p:cNvCxnSpPr/>
            <p:nvPr/>
          </p:nvCxnSpPr>
          <p:spPr>
            <a:xfrm>
              <a:off x="967540" y="2505456"/>
              <a:ext cx="380108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6" name="Connector 106">
              <a:extLst>
                <a:ext uri="{FF2B5EF4-FFF2-40B4-BE49-F238E27FC236}">
                  <a16:creationId xmlns:a16="http://schemas.microsoft.com/office/drawing/2014/main" id="{2C4E3C28-6BB5-61BC-B4C0-E4786B44215D}"/>
                </a:ext>
              </a:extLst>
            </p:cNvPr>
            <p:cNvCxnSpPr/>
            <p:nvPr/>
          </p:nvCxnSpPr>
          <p:spPr>
            <a:xfrm flipV="1">
              <a:off x="5528847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7" name="Connector 107">
              <a:extLst>
                <a:ext uri="{FF2B5EF4-FFF2-40B4-BE49-F238E27FC236}">
                  <a16:creationId xmlns:a16="http://schemas.microsoft.com/office/drawing/2014/main" id="{3E49FF31-D382-3898-95B3-A0921837EFE7}"/>
                </a:ext>
              </a:extLst>
            </p:cNvPr>
            <p:cNvCxnSpPr/>
            <p:nvPr/>
          </p:nvCxnSpPr>
          <p:spPr>
            <a:xfrm>
              <a:off x="4768629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8" name="Connector 108">
              <a:extLst>
                <a:ext uri="{FF2B5EF4-FFF2-40B4-BE49-F238E27FC236}">
                  <a16:creationId xmlns:a16="http://schemas.microsoft.com/office/drawing/2014/main" id="{FE2B4C9C-6656-D1F9-3FB1-8D994649EE43}"/>
                </a:ext>
              </a:extLst>
            </p:cNvPr>
            <p:cNvCxnSpPr/>
            <p:nvPr/>
          </p:nvCxnSpPr>
          <p:spPr>
            <a:xfrm flipV="1">
              <a:off x="5528847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9" name="Connector 109">
              <a:extLst>
                <a:ext uri="{FF2B5EF4-FFF2-40B4-BE49-F238E27FC236}">
                  <a16:creationId xmlns:a16="http://schemas.microsoft.com/office/drawing/2014/main" id="{EC98566A-36F7-D400-EEE6-69DAA3851AE2}"/>
                </a:ext>
              </a:extLst>
            </p:cNvPr>
            <p:cNvCxnSpPr/>
            <p:nvPr/>
          </p:nvCxnSpPr>
          <p:spPr>
            <a:xfrm>
              <a:off x="5148738" y="2724911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0" name="Connector 110">
              <a:extLst>
                <a:ext uri="{FF2B5EF4-FFF2-40B4-BE49-F238E27FC236}">
                  <a16:creationId xmlns:a16="http://schemas.microsoft.com/office/drawing/2014/main" id="{399332B9-7761-C018-CA5E-BE7DDDBBFDB4}"/>
                </a:ext>
              </a:extLst>
            </p:cNvPr>
            <p:cNvCxnSpPr/>
            <p:nvPr/>
          </p:nvCxnSpPr>
          <p:spPr>
            <a:xfrm>
              <a:off x="3248193" y="3383279"/>
              <a:ext cx="0" cy="438912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1" name="Connector 111">
              <a:extLst>
                <a:ext uri="{FF2B5EF4-FFF2-40B4-BE49-F238E27FC236}">
                  <a16:creationId xmlns:a16="http://schemas.microsoft.com/office/drawing/2014/main" id="{A230E8CB-5267-73BD-BF26-27B4FC348855}"/>
                </a:ext>
              </a:extLst>
            </p:cNvPr>
            <p:cNvCxnSpPr/>
            <p:nvPr/>
          </p:nvCxnSpPr>
          <p:spPr>
            <a:xfrm>
              <a:off x="3248193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2" name="Connector 112">
              <a:extLst>
                <a:ext uri="{FF2B5EF4-FFF2-40B4-BE49-F238E27FC236}">
                  <a16:creationId xmlns:a16="http://schemas.microsoft.com/office/drawing/2014/main" id="{5E4B2DEA-3B98-6D7E-531B-21366E6E2F55}"/>
                </a:ext>
              </a:extLst>
            </p:cNvPr>
            <p:cNvCxnSpPr/>
            <p:nvPr/>
          </p:nvCxnSpPr>
          <p:spPr>
            <a:xfrm flipV="1">
              <a:off x="2487975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3" name="Connector 113">
              <a:extLst>
                <a:ext uri="{FF2B5EF4-FFF2-40B4-BE49-F238E27FC236}">
                  <a16:creationId xmlns:a16="http://schemas.microsoft.com/office/drawing/2014/main" id="{36A252C3-28D2-CE97-8451-A9CDFB6D216C}"/>
                </a:ext>
              </a:extLst>
            </p:cNvPr>
            <p:cNvCxnSpPr/>
            <p:nvPr/>
          </p:nvCxnSpPr>
          <p:spPr>
            <a:xfrm flipV="1">
              <a:off x="1347648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4" name="Connector 114">
              <a:extLst>
                <a:ext uri="{FF2B5EF4-FFF2-40B4-BE49-F238E27FC236}">
                  <a16:creationId xmlns:a16="http://schemas.microsoft.com/office/drawing/2014/main" id="{142794DE-4811-54AB-5B7B-F3DE5A592B62}"/>
                </a:ext>
              </a:extLst>
            </p:cNvPr>
            <p:cNvCxnSpPr/>
            <p:nvPr/>
          </p:nvCxnSpPr>
          <p:spPr>
            <a:xfrm>
              <a:off x="1727757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5" name="Connector 115">
              <a:extLst>
                <a:ext uri="{FF2B5EF4-FFF2-40B4-BE49-F238E27FC236}">
                  <a16:creationId xmlns:a16="http://schemas.microsoft.com/office/drawing/2014/main" id="{3CBC0EB5-F80F-23C3-5921-5E07B0DE27CC}"/>
                </a:ext>
              </a:extLst>
            </p:cNvPr>
            <p:cNvCxnSpPr/>
            <p:nvPr/>
          </p:nvCxnSpPr>
          <p:spPr>
            <a:xfrm>
              <a:off x="4388520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6" name="Connector 116">
              <a:extLst>
                <a:ext uri="{FF2B5EF4-FFF2-40B4-BE49-F238E27FC236}">
                  <a16:creationId xmlns:a16="http://schemas.microsoft.com/office/drawing/2014/main" id="{0C57E426-4DB1-6AE7-C38E-B43A68D792D6}"/>
                </a:ext>
              </a:extLst>
            </p:cNvPr>
            <p:cNvCxnSpPr/>
            <p:nvPr/>
          </p:nvCxnSpPr>
          <p:spPr>
            <a:xfrm>
              <a:off x="5528847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7" name="Connector 117">
              <a:extLst>
                <a:ext uri="{FF2B5EF4-FFF2-40B4-BE49-F238E27FC236}">
                  <a16:creationId xmlns:a16="http://schemas.microsoft.com/office/drawing/2014/main" id="{C8435A57-D3D3-FF58-7D4F-E39FCFD08B92}"/>
                </a:ext>
              </a:extLst>
            </p:cNvPr>
            <p:cNvCxnSpPr/>
            <p:nvPr/>
          </p:nvCxnSpPr>
          <p:spPr>
            <a:xfrm>
              <a:off x="1347648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8" name="Connector 118">
              <a:extLst>
                <a:ext uri="{FF2B5EF4-FFF2-40B4-BE49-F238E27FC236}">
                  <a16:creationId xmlns:a16="http://schemas.microsoft.com/office/drawing/2014/main" id="{FAE30BCD-4D07-296C-BBB3-C0B2390A3D00}"/>
                </a:ext>
              </a:extLst>
            </p:cNvPr>
            <p:cNvCxnSpPr/>
            <p:nvPr/>
          </p:nvCxnSpPr>
          <p:spPr>
            <a:xfrm>
              <a:off x="1727757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9" name="Connector 119">
              <a:extLst>
                <a:ext uri="{FF2B5EF4-FFF2-40B4-BE49-F238E27FC236}">
                  <a16:creationId xmlns:a16="http://schemas.microsoft.com/office/drawing/2014/main" id="{CA53BC3A-9C32-46C0-5147-2CD234C143C9}"/>
                </a:ext>
              </a:extLst>
            </p:cNvPr>
            <p:cNvCxnSpPr/>
            <p:nvPr/>
          </p:nvCxnSpPr>
          <p:spPr>
            <a:xfrm>
              <a:off x="967540" y="5138928"/>
              <a:ext cx="380108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0" name="Connector 120">
              <a:extLst>
                <a:ext uri="{FF2B5EF4-FFF2-40B4-BE49-F238E27FC236}">
                  <a16:creationId xmlns:a16="http://schemas.microsoft.com/office/drawing/2014/main" id="{EACC7751-2F0A-16F7-9AEC-FDE2A994AC1E}"/>
                </a:ext>
              </a:extLst>
            </p:cNvPr>
            <p:cNvCxnSpPr/>
            <p:nvPr/>
          </p:nvCxnSpPr>
          <p:spPr>
            <a:xfrm>
              <a:off x="2868084" y="4480560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1" name="Connector 121">
              <a:extLst>
                <a:ext uri="{FF2B5EF4-FFF2-40B4-BE49-F238E27FC236}">
                  <a16:creationId xmlns:a16="http://schemas.microsoft.com/office/drawing/2014/main" id="{A5DA1228-354D-D57A-2ACD-234A4FF7ADCD}"/>
                </a:ext>
              </a:extLst>
            </p:cNvPr>
            <p:cNvCxnSpPr/>
            <p:nvPr/>
          </p:nvCxnSpPr>
          <p:spPr>
            <a:xfrm flipV="1">
              <a:off x="2107866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2" name="Connector 122">
              <a:extLst>
                <a:ext uri="{FF2B5EF4-FFF2-40B4-BE49-F238E27FC236}">
                  <a16:creationId xmlns:a16="http://schemas.microsoft.com/office/drawing/2014/main" id="{6C18EDEF-BC10-6A4C-3CD4-D72C9AA8A9F8}"/>
                </a:ext>
              </a:extLst>
            </p:cNvPr>
            <p:cNvCxnSpPr/>
            <p:nvPr/>
          </p:nvCxnSpPr>
          <p:spPr>
            <a:xfrm flipV="1">
              <a:off x="3248193" y="3163824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3" name="Connector 123">
              <a:extLst>
                <a:ext uri="{FF2B5EF4-FFF2-40B4-BE49-F238E27FC236}">
                  <a16:creationId xmlns:a16="http://schemas.microsoft.com/office/drawing/2014/main" id="{5926D46F-3611-6A53-D147-4875C686D6CD}"/>
                </a:ext>
              </a:extLst>
            </p:cNvPr>
            <p:cNvCxnSpPr/>
            <p:nvPr/>
          </p:nvCxnSpPr>
          <p:spPr>
            <a:xfrm>
              <a:off x="2868084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4" name="Connector 124">
              <a:extLst>
                <a:ext uri="{FF2B5EF4-FFF2-40B4-BE49-F238E27FC236}">
                  <a16:creationId xmlns:a16="http://schemas.microsoft.com/office/drawing/2014/main" id="{ABFF2D37-0A2C-1F7D-FF1C-C9851689FAB3}"/>
                </a:ext>
              </a:extLst>
            </p:cNvPr>
            <p:cNvCxnSpPr/>
            <p:nvPr/>
          </p:nvCxnSpPr>
          <p:spPr>
            <a:xfrm flipV="1">
              <a:off x="2868084" y="3822191"/>
              <a:ext cx="380109" cy="219457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5" name="Connector 125">
              <a:extLst>
                <a:ext uri="{FF2B5EF4-FFF2-40B4-BE49-F238E27FC236}">
                  <a16:creationId xmlns:a16="http://schemas.microsoft.com/office/drawing/2014/main" id="{E09D916E-D78D-C326-29F4-7BA8ABD514C8}"/>
                </a:ext>
              </a:extLst>
            </p:cNvPr>
            <p:cNvCxnSpPr/>
            <p:nvPr/>
          </p:nvCxnSpPr>
          <p:spPr>
            <a:xfrm>
              <a:off x="4008411" y="4700016"/>
              <a:ext cx="0" cy="438911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6" name="Connector 126">
              <a:extLst>
                <a:ext uri="{FF2B5EF4-FFF2-40B4-BE49-F238E27FC236}">
                  <a16:creationId xmlns:a16="http://schemas.microsoft.com/office/drawing/2014/main" id="{89DFE97C-E3D0-A8D6-9493-4C4610098A11}"/>
                </a:ext>
              </a:extLst>
            </p:cNvPr>
            <p:cNvCxnSpPr/>
            <p:nvPr/>
          </p:nvCxnSpPr>
          <p:spPr>
            <a:xfrm>
              <a:off x="3248193" y="5138927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7" name="Connector 127">
              <a:extLst>
                <a:ext uri="{FF2B5EF4-FFF2-40B4-BE49-F238E27FC236}">
                  <a16:creationId xmlns:a16="http://schemas.microsoft.com/office/drawing/2014/main" id="{345C064B-9CB9-3A2B-9591-434AA38C699B}"/>
                </a:ext>
              </a:extLst>
            </p:cNvPr>
            <p:cNvCxnSpPr/>
            <p:nvPr/>
          </p:nvCxnSpPr>
          <p:spPr>
            <a:xfrm>
              <a:off x="4768629" y="206654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8" name="Connector 128">
              <a:extLst>
                <a:ext uri="{FF2B5EF4-FFF2-40B4-BE49-F238E27FC236}">
                  <a16:creationId xmlns:a16="http://schemas.microsoft.com/office/drawing/2014/main" id="{7E7FE6F1-8CF1-106D-E42D-BE1AF35A7966}"/>
                </a:ext>
              </a:extLst>
            </p:cNvPr>
            <p:cNvCxnSpPr/>
            <p:nvPr/>
          </p:nvCxnSpPr>
          <p:spPr>
            <a:xfrm>
              <a:off x="1347648" y="2724911"/>
              <a:ext cx="1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9" name="Connector 129">
              <a:extLst>
                <a:ext uri="{FF2B5EF4-FFF2-40B4-BE49-F238E27FC236}">
                  <a16:creationId xmlns:a16="http://schemas.microsoft.com/office/drawing/2014/main" id="{3D5A61BE-6D6F-8220-9DDE-98642BC124E5}"/>
                </a:ext>
              </a:extLst>
            </p:cNvPr>
            <p:cNvCxnSpPr/>
            <p:nvPr/>
          </p:nvCxnSpPr>
          <p:spPr>
            <a:xfrm>
              <a:off x="3628302" y="5358383"/>
              <a:ext cx="0" cy="43891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0" name="Connector 130">
              <a:extLst>
                <a:ext uri="{FF2B5EF4-FFF2-40B4-BE49-F238E27FC236}">
                  <a16:creationId xmlns:a16="http://schemas.microsoft.com/office/drawing/2014/main" id="{5A966BB2-4AA2-78E1-92CA-89A81E1FD1E0}"/>
                </a:ext>
              </a:extLst>
            </p:cNvPr>
            <p:cNvCxnSpPr/>
            <p:nvPr/>
          </p:nvCxnSpPr>
          <p:spPr>
            <a:xfrm flipV="1">
              <a:off x="2868084" y="2505456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1" name="Connector 131">
              <a:extLst>
                <a:ext uri="{FF2B5EF4-FFF2-40B4-BE49-F238E27FC236}">
                  <a16:creationId xmlns:a16="http://schemas.microsoft.com/office/drawing/2014/main" id="{6754709B-4506-0E32-161A-8FF2B989D6B0}"/>
                </a:ext>
              </a:extLst>
            </p:cNvPr>
            <p:cNvCxnSpPr/>
            <p:nvPr/>
          </p:nvCxnSpPr>
          <p:spPr>
            <a:xfrm>
              <a:off x="2107866" y="5797296"/>
              <a:ext cx="380109" cy="219456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2" name="Connector 132">
              <a:extLst>
                <a:ext uri="{FF2B5EF4-FFF2-40B4-BE49-F238E27FC236}">
                  <a16:creationId xmlns:a16="http://schemas.microsoft.com/office/drawing/2014/main" id="{C2C95A8C-246B-4610-F5C1-93E82E008705}"/>
                </a:ext>
              </a:extLst>
            </p:cNvPr>
            <p:cNvCxnSpPr/>
            <p:nvPr/>
          </p:nvCxnSpPr>
          <p:spPr>
            <a:xfrm flipV="1">
              <a:off x="967540" y="1847088"/>
              <a:ext cx="380109" cy="219455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AC136AD0-2783-7101-B682-1D9CE757A134}"/>
                </a:ext>
              </a:extLst>
            </p:cNvPr>
            <p:cNvSpPr/>
            <p:nvPr/>
          </p:nvSpPr>
          <p:spPr>
            <a:xfrm>
              <a:off x="1599741" y="2377439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F3752E9D-8E00-DC6E-4C40-E86B98D5AFD8}"/>
                </a:ext>
              </a:extLst>
            </p:cNvPr>
            <p:cNvSpPr/>
            <p:nvPr/>
          </p:nvSpPr>
          <p:spPr>
            <a:xfrm>
              <a:off x="1219633" y="2596895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B40021CB-4875-3B6F-5E08-1CCED120BFF4}"/>
                </a:ext>
              </a:extLst>
            </p:cNvPr>
            <p:cNvSpPr/>
            <p:nvPr/>
          </p:nvSpPr>
          <p:spPr>
            <a:xfrm>
              <a:off x="839524" y="2377439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FDE3ADAD-568C-25E4-917B-D93BC324E9AC}"/>
                </a:ext>
              </a:extLst>
            </p:cNvPr>
            <p:cNvSpPr/>
            <p:nvPr/>
          </p:nvSpPr>
          <p:spPr>
            <a:xfrm>
              <a:off x="839524" y="1938527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D46D8B9A-3858-2C8B-E666-D7B58AAC279F}"/>
                </a:ext>
              </a:extLst>
            </p:cNvPr>
            <p:cNvSpPr/>
            <p:nvPr/>
          </p:nvSpPr>
          <p:spPr>
            <a:xfrm>
              <a:off x="1219633" y="171907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A73FB77A-CAB1-DB88-DE98-D2056B2EF64E}"/>
                </a:ext>
              </a:extLst>
            </p:cNvPr>
            <p:cNvSpPr/>
            <p:nvPr/>
          </p:nvSpPr>
          <p:spPr>
            <a:xfrm>
              <a:off x="1599741" y="193852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6191EDBA-E2E3-9D25-1ADD-BE08B506A2E2}"/>
                </a:ext>
              </a:extLst>
            </p:cNvPr>
            <p:cNvSpPr/>
            <p:nvPr/>
          </p:nvSpPr>
          <p:spPr>
            <a:xfrm>
              <a:off x="2359959" y="2377439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726D7B2B-E472-4D04-0025-86114B75F2EE}"/>
                </a:ext>
              </a:extLst>
            </p:cNvPr>
            <p:cNvSpPr/>
            <p:nvPr/>
          </p:nvSpPr>
          <p:spPr>
            <a:xfrm>
              <a:off x="1979850" y="2596895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74EA6AEF-C200-F156-D9A3-821374202101}"/>
                </a:ext>
              </a:extLst>
            </p:cNvPr>
            <p:cNvSpPr/>
            <p:nvPr/>
          </p:nvSpPr>
          <p:spPr>
            <a:xfrm>
              <a:off x="1979850" y="171907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472C4CA6-7342-278C-8988-B173EEBB1EB9}"/>
                </a:ext>
              </a:extLst>
            </p:cNvPr>
            <p:cNvSpPr/>
            <p:nvPr/>
          </p:nvSpPr>
          <p:spPr>
            <a:xfrm>
              <a:off x="2359959" y="1938527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D46FEE-1CA6-9213-0EE7-DF9D1A782093}"/>
                </a:ext>
              </a:extLst>
            </p:cNvPr>
            <p:cNvSpPr/>
            <p:nvPr/>
          </p:nvSpPr>
          <p:spPr>
            <a:xfrm>
              <a:off x="3120177" y="2377439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96742B60-C40F-BBB9-A0D8-1BADB52497CC}"/>
                </a:ext>
              </a:extLst>
            </p:cNvPr>
            <p:cNvSpPr/>
            <p:nvPr/>
          </p:nvSpPr>
          <p:spPr>
            <a:xfrm>
              <a:off x="2740068" y="2596895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0F1B4773-CD85-64AA-2A07-7B2477453CE5}"/>
                </a:ext>
              </a:extLst>
            </p:cNvPr>
            <p:cNvSpPr/>
            <p:nvPr/>
          </p:nvSpPr>
          <p:spPr>
            <a:xfrm>
              <a:off x="2740068" y="171907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56AC5187-F97F-81E3-1643-9D4AE79E002E}"/>
                </a:ext>
              </a:extLst>
            </p:cNvPr>
            <p:cNvSpPr/>
            <p:nvPr/>
          </p:nvSpPr>
          <p:spPr>
            <a:xfrm>
              <a:off x="3120177" y="193852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57E934D4-312E-89F0-10FC-83A85471DF6D}"/>
                </a:ext>
              </a:extLst>
            </p:cNvPr>
            <p:cNvSpPr/>
            <p:nvPr/>
          </p:nvSpPr>
          <p:spPr>
            <a:xfrm>
              <a:off x="3880395" y="2377439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201D4019-5902-6FE9-CA2D-9116BF8F696A}"/>
                </a:ext>
              </a:extLst>
            </p:cNvPr>
            <p:cNvSpPr/>
            <p:nvPr/>
          </p:nvSpPr>
          <p:spPr>
            <a:xfrm>
              <a:off x="3500286" y="2596895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813B2C3A-A104-9806-DE04-DDE45DAC858B}"/>
                </a:ext>
              </a:extLst>
            </p:cNvPr>
            <p:cNvSpPr/>
            <p:nvPr/>
          </p:nvSpPr>
          <p:spPr>
            <a:xfrm>
              <a:off x="3500286" y="171907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E72B40B8-229F-3901-299C-D80E58BA32DE}"/>
                </a:ext>
              </a:extLst>
            </p:cNvPr>
            <p:cNvSpPr/>
            <p:nvPr/>
          </p:nvSpPr>
          <p:spPr>
            <a:xfrm>
              <a:off x="3880395" y="193852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37A7B5A-A357-08CF-ED67-7BD72BFF3896}"/>
                </a:ext>
              </a:extLst>
            </p:cNvPr>
            <p:cNvSpPr/>
            <p:nvPr/>
          </p:nvSpPr>
          <p:spPr>
            <a:xfrm>
              <a:off x="4640613" y="2377439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EA328DEB-A56C-6B5F-EF65-71AB55FB923F}"/>
                </a:ext>
              </a:extLst>
            </p:cNvPr>
            <p:cNvSpPr/>
            <p:nvPr/>
          </p:nvSpPr>
          <p:spPr>
            <a:xfrm>
              <a:off x="4260504" y="2596895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C189B419-B09B-2855-3A7D-0D810179328E}"/>
                </a:ext>
              </a:extLst>
            </p:cNvPr>
            <p:cNvSpPr/>
            <p:nvPr/>
          </p:nvSpPr>
          <p:spPr>
            <a:xfrm>
              <a:off x="4260504" y="171907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DD2FE51E-3F4B-C55F-EDDA-DE6A92BB8CAF}"/>
                </a:ext>
              </a:extLst>
            </p:cNvPr>
            <p:cNvSpPr/>
            <p:nvPr/>
          </p:nvSpPr>
          <p:spPr>
            <a:xfrm>
              <a:off x="4640613" y="193852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E056A172-401B-656C-A13F-5E966B047E27}"/>
                </a:ext>
              </a:extLst>
            </p:cNvPr>
            <p:cNvSpPr/>
            <p:nvPr/>
          </p:nvSpPr>
          <p:spPr>
            <a:xfrm>
              <a:off x="5400831" y="2377439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75E9D8FB-C147-8325-DB08-F01B2FF624C7}"/>
                </a:ext>
              </a:extLst>
            </p:cNvPr>
            <p:cNvSpPr/>
            <p:nvPr/>
          </p:nvSpPr>
          <p:spPr>
            <a:xfrm>
              <a:off x="5020722" y="2596895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74780EFE-247D-CE8B-C4EA-CEE4A1197F45}"/>
                </a:ext>
              </a:extLst>
            </p:cNvPr>
            <p:cNvSpPr/>
            <p:nvPr/>
          </p:nvSpPr>
          <p:spPr>
            <a:xfrm>
              <a:off x="5020722" y="171907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EE3DC334-902B-9128-E071-0B75DC1F1AC2}"/>
                </a:ext>
              </a:extLst>
            </p:cNvPr>
            <p:cNvSpPr/>
            <p:nvPr/>
          </p:nvSpPr>
          <p:spPr>
            <a:xfrm>
              <a:off x="5400831" y="193852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0DB712DC-1571-9234-3AF5-A63EFE564334}"/>
                </a:ext>
              </a:extLst>
            </p:cNvPr>
            <p:cNvSpPr/>
            <p:nvPr/>
          </p:nvSpPr>
          <p:spPr>
            <a:xfrm>
              <a:off x="1979850" y="3035808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8423288D-9D66-D851-1818-AB3605CE6ABE}"/>
                </a:ext>
              </a:extLst>
            </p:cNvPr>
            <p:cNvSpPr/>
            <p:nvPr/>
          </p:nvSpPr>
          <p:spPr>
            <a:xfrm>
              <a:off x="1599741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19CBBC92-EAB4-C255-2096-46DEFC8E3D07}"/>
                </a:ext>
              </a:extLst>
            </p:cNvPr>
            <p:cNvSpPr/>
            <p:nvPr/>
          </p:nvSpPr>
          <p:spPr>
            <a:xfrm>
              <a:off x="1219633" y="303580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8720C7A3-A45A-2B07-A422-85FDC46D3E90}"/>
                </a:ext>
              </a:extLst>
            </p:cNvPr>
            <p:cNvSpPr/>
            <p:nvPr/>
          </p:nvSpPr>
          <p:spPr>
            <a:xfrm>
              <a:off x="2740068" y="303580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FB7EF260-7F7B-7A22-211F-5471188CE6FA}"/>
                </a:ext>
              </a:extLst>
            </p:cNvPr>
            <p:cNvSpPr/>
            <p:nvPr/>
          </p:nvSpPr>
          <p:spPr>
            <a:xfrm>
              <a:off x="2359959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66B47909-5126-EA64-E7FC-CF20ADFA8770}"/>
                </a:ext>
              </a:extLst>
            </p:cNvPr>
            <p:cNvSpPr/>
            <p:nvPr/>
          </p:nvSpPr>
          <p:spPr>
            <a:xfrm>
              <a:off x="3500286" y="3035808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AEC412C5-1778-E763-DF86-B9F74FB2ADAA}"/>
                </a:ext>
              </a:extLst>
            </p:cNvPr>
            <p:cNvSpPr/>
            <p:nvPr/>
          </p:nvSpPr>
          <p:spPr>
            <a:xfrm>
              <a:off x="3120177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D3B038E9-A74A-18B8-7B90-B44B19F69CE9}"/>
                </a:ext>
              </a:extLst>
            </p:cNvPr>
            <p:cNvSpPr/>
            <p:nvPr/>
          </p:nvSpPr>
          <p:spPr>
            <a:xfrm>
              <a:off x="4260504" y="303580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2A35A596-96BE-49F1-7E7B-6310C0AA6D85}"/>
                </a:ext>
              </a:extLst>
            </p:cNvPr>
            <p:cNvSpPr/>
            <p:nvPr/>
          </p:nvSpPr>
          <p:spPr>
            <a:xfrm>
              <a:off x="3880395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3D8CF6CD-85E4-F80E-7A4B-205B29D26B6B}"/>
                </a:ext>
              </a:extLst>
            </p:cNvPr>
            <p:cNvSpPr/>
            <p:nvPr/>
          </p:nvSpPr>
          <p:spPr>
            <a:xfrm>
              <a:off x="5020722" y="303580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104CF65B-FDD9-F4CF-1246-2331886A7ED9}"/>
                </a:ext>
              </a:extLst>
            </p:cNvPr>
            <p:cNvSpPr/>
            <p:nvPr/>
          </p:nvSpPr>
          <p:spPr>
            <a:xfrm>
              <a:off x="4640613" y="3255263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DD1AF1A4-A790-0A59-179B-2A551A5A02DB}"/>
                </a:ext>
              </a:extLst>
            </p:cNvPr>
            <p:cNvSpPr/>
            <p:nvPr/>
          </p:nvSpPr>
          <p:spPr>
            <a:xfrm>
              <a:off x="5780940" y="3035807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4A366E7F-0179-6EDC-3CAF-20BB4B2BC92D}"/>
                </a:ext>
              </a:extLst>
            </p:cNvPr>
            <p:cNvSpPr/>
            <p:nvPr/>
          </p:nvSpPr>
          <p:spPr>
            <a:xfrm>
              <a:off x="5400831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F4103051-E309-84A4-79B8-A1B345027E15}"/>
                </a:ext>
              </a:extLst>
            </p:cNvPr>
            <p:cNvSpPr/>
            <p:nvPr/>
          </p:nvSpPr>
          <p:spPr>
            <a:xfrm>
              <a:off x="5780940" y="2596895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352B6C74-B5F6-8C0D-FCD6-C2BBBCB0ECA1}"/>
                </a:ext>
              </a:extLst>
            </p:cNvPr>
            <p:cNvSpPr/>
            <p:nvPr/>
          </p:nvSpPr>
          <p:spPr>
            <a:xfrm>
              <a:off x="1599741" y="369417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D6536780-DCFD-C1FF-5AB8-E9F210F672DF}"/>
                </a:ext>
              </a:extLst>
            </p:cNvPr>
            <p:cNvSpPr/>
            <p:nvPr/>
          </p:nvSpPr>
          <p:spPr>
            <a:xfrm>
              <a:off x="1219633" y="391363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D9CFB85A-B8A6-E915-D7F0-C039831616E3}"/>
                </a:ext>
              </a:extLst>
            </p:cNvPr>
            <p:cNvSpPr/>
            <p:nvPr/>
          </p:nvSpPr>
          <p:spPr>
            <a:xfrm>
              <a:off x="839524" y="369417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EF6EC2D4-5C41-F344-C81A-A392E25FF72F}"/>
                </a:ext>
              </a:extLst>
            </p:cNvPr>
            <p:cNvSpPr/>
            <p:nvPr/>
          </p:nvSpPr>
          <p:spPr>
            <a:xfrm>
              <a:off x="839524" y="3255263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929CF9FE-77E0-80E0-2456-3B0DEA7AF857}"/>
                </a:ext>
              </a:extLst>
            </p:cNvPr>
            <p:cNvSpPr/>
            <p:nvPr/>
          </p:nvSpPr>
          <p:spPr>
            <a:xfrm>
              <a:off x="2359959" y="369417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1E903320-EBE9-2247-46D3-6097464C2C83}"/>
                </a:ext>
              </a:extLst>
            </p:cNvPr>
            <p:cNvSpPr/>
            <p:nvPr/>
          </p:nvSpPr>
          <p:spPr>
            <a:xfrm>
              <a:off x="1979850" y="391363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EFDECB1-89D9-456F-47DF-8C4BDEE857EF}"/>
                </a:ext>
              </a:extLst>
            </p:cNvPr>
            <p:cNvSpPr/>
            <p:nvPr/>
          </p:nvSpPr>
          <p:spPr>
            <a:xfrm>
              <a:off x="3120177" y="369417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CAD57789-CE15-44C6-12A5-C0C122304E9B}"/>
                </a:ext>
              </a:extLst>
            </p:cNvPr>
            <p:cNvSpPr/>
            <p:nvPr/>
          </p:nvSpPr>
          <p:spPr>
            <a:xfrm>
              <a:off x="2740068" y="391363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E5D7709D-3C8E-6B65-B092-BB0E7A5DE01C}"/>
                </a:ext>
              </a:extLst>
            </p:cNvPr>
            <p:cNvSpPr/>
            <p:nvPr/>
          </p:nvSpPr>
          <p:spPr>
            <a:xfrm>
              <a:off x="3880395" y="3694176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E5BDA195-21F0-FC69-D00B-5C3791E34997}"/>
                </a:ext>
              </a:extLst>
            </p:cNvPr>
            <p:cNvSpPr/>
            <p:nvPr/>
          </p:nvSpPr>
          <p:spPr>
            <a:xfrm>
              <a:off x="3500286" y="391363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47878D01-F3A7-D729-94AD-7CB45C78A693}"/>
                </a:ext>
              </a:extLst>
            </p:cNvPr>
            <p:cNvSpPr/>
            <p:nvPr/>
          </p:nvSpPr>
          <p:spPr>
            <a:xfrm>
              <a:off x="4640613" y="369417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9F86DC2F-C990-72E0-2C2C-0DD5963775AA}"/>
                </a:ext>
              </a:extLst>
            </p:cNvPr>
            <p:cNvSpPr/>
            <p:nvPr/>
          </p:nvSpPr>
          <p:spPr>
            <a:xfrm>
              <a:off x="4260504" y="391363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C3385BD-3BE4-C339-A993-3D1F1079B9F3}"/>
                </a:ext>
              </a:extLst>
            </p:cNvPr>
            <p:cNvSpPr/>
            <p:nvPr/>
          </p:nvSpPr>
          <p:spPr>
            <a:xfrm>
              <a:off x="5400831" y="3694176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76C03E90-5C1B-CAD8-F74D-429CA234A6DF}"/>
                </a:ext>
              </a:extLst>
            </p:cNvPr>
            <p:cNvSpPr/>
            <p:nvPr/>
          </p:nvSpPr>
          <p:spPr>
            <a:xfrm>
              <a:off x="5020722" y="391363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D9B33BBA-2277-BE0A-22EF-743265D3079F}"/>
                </a:ext>
              </a:extLst>
            </p:cNvPr>
            <p:cNvSpPr/>
            <p:nvPr/>
          </p:nvSpPr>
          <p:spPr>
            <a:xfrm>
              <a:off x="1979850" y="4352544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917D1E3C-30F8-55CA-1C8C-01EAF74EFAF3}"/>
                </a:ext>
              </a:extLst>
            </p:cNvPr>
            <p:cNvSpPr/>
            <p:nvPr/>
          </p:nvSpPr>
          <p:spPr>
            <a:xfrm>
              <a:off x="1599741" y="457200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D07C21A2-2837-1F8B-EF57-0F982B10DEF8}"/>
                </a:ext>
              </a:extLst>
            </p:cNvPr>
            <p:cNvSpPr/>
            <p:nvPr/>
          </p:nvSpPr>
          <p:spPr>
            <a:xfrm>
              <a:off x="1219633" y="4352544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F65FF037-A45C-F3CF-9E35-C3D33CD0683D}"/>
                </a:ext>
              </a:extLst>
            </p:cNvPr>
            <p:cNvSpPr/>
            <p:nvPr/>
          </p:nvSpPr>
          <p:spPr>
            <a:xfrm>
              <a:off x="2740068" y="4352544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68989B67-6406-6477-82B1-56C8BDA4E87F}"/>
                </a:ext>
              </a:extLst>
            </p:cNvPr>
            <p:cNvSpPr/>
            <p:nvPr/>
          </p:nvSpPr>
          <p:spPr>
            <a:xfrm>
              <a:off x="2359959" y="457200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E4DE6721-514C-EE95-76F5-EF687FE2E3FA}"/>
                </a:ext>
              </a:extLst>
            </p:cNvPr>
            <p:cNvSpPr/>
            <p:nvPr/>
          </p:nvSpPr>
          <p:spPr>
            <a:xfrm>
              <a:off x="3500286" y="4352544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AF56B661-23A4-DE3D-7A54-EC5152DD9750}"/>
                </a:ext>
              </a:extLst>
            </p:cNvPr>
            <p:cNvSpPr/>
            <p:nvPr/>
          </p:nvSpPr>
          <p:spPr>
            <a:xfrm>
              <a:off x="3120177" y="4572000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260AB68A-B15B-6C9A-93FF-C04CCC98A822}"/>
                </a:ext>
              </a:extLst>
            </p:cNvPr>
            <p:cNvSpPr/>
            <p:nvPr/>
          </p:nvSpPr>
          <p:spPr>
            <a:xfrm>
              <a:off x="4260504" y="4352544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FBE7E644-CBC1-6495-233B-FCEF3715C000}"/>
                </a:ext>
              </a:extLst>
            </p:cNvPr>
            <p:cNvSpPr/>
            <p:nvPr/>
          </p:nvSpPr>
          <p:spPr>
            <a:xfrm>
              <a:off x="3880395" y="457200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7BA798C4-792B-C05A-0E8D-DD4139DF7CFD}"/>
                </a:ext>
              </a:extLst>
            </p:cNvPr>
            <p:cNvSpPr/>
            <p:nvPr/>
          </p:nvSpPr>
          <p:spPr>
            <a:xfrm>
              <a:off x="5020722" y="4352544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3A1897FA-6993-EBA0-65D5-F2E3D81241A4}"/>
                </a:ext>
              </a:extLst>
            </p:cNvPr>
            <p:cNvSpPr/>
            <p:nvPr/>
          </p:nvSpPr>
          <p:spPr>
            <a:xfrm>
              <a:off x="4640613" y="4572000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F1368B23-E271-CA89-796A-95C8411F38C0}"/>
                </a:ext>
              </a:extLst>
            </p:cNvPr>
            <p:cNvSpPr/>
            <p:nvPr/>
          </p:nvSpPr>
          <p:spPr>
            <a:xfrm>
              <a:off x="5780940" y="4352544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6A48DE25-5971-2B26-2177-69AB9283589C}"/>
                </a:ext>
              </a:extLst>
            </p:cNvPr>
            <p:cNvSpPr/>
            <p:nvPr/>
          </p:nvSpPr>
          <p:spPr>
            <a:xfrm>
              <a:off x="5400831" y="457200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F6D27994-92F1-AE4A-9B1A-A8FF5AFDF774}"/>
                </a:ext>
              </a:extLst>
            </p:cNvPr>
            <p:cNvSpPr/>
            <p:nvPr/>
          </p:nvSpPr>
          <p:spPr>
            <a:xfrm>
              <a:off x="5780940" y="391363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A86A0773-CC5D-3B5A-1C40-481DB820184B}"/>
                </a:ext>
              </a:extLst>
            </p:cNvPr>
            <p:cNvSpPr/>
            <p:nvPr/>
          </p:nvSpPr>
          <p:spPr>
            <a:xfrm>
              <a:off x="1599741" y="501091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8B107EBF-F271-1889-AD04-438F8B2BDE3E}"/>
                </a:ext>
              </a:extLst>
            </p:cNvPr>
            <p:cNvSpPr/>
            <p:nvPr/>
          </p:nvSpPr>
          <p:spPr>
            <a:xfrm>
              <a:off x="1219633" y="5230368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E05FE8D0-76E4-71E9-8A6C-7C6DAAD841C8}"/>
                </a:ext>
              </a:extLst>
            </p:cNvPr>
            <p:cNvSpPr/>
            <p:nvPr/>
          </p:nvSpPr>
          <p:spPr>
            <a:xfrm>
              <a:off x="839524" y="501091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B683B362-16B1-30DB-F805-BB85E0A070D3}"/>
                </a:ext>
              </a:extLst>
            </p:cNvPr>
            <p:cNvSpPr/>
            <p:nvPr/>
          </p:nvSpPr>
          <p:spPr>
            <a:xfrm>
              <a:off x="839524" y="457200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97C0CB49-8261-C9E7-19D4-99E22D0F990B}"/>
                </a:ext>
              </a:extLst>
            </p:cNvPr>
            <p:cNvSpPr/>
            <p:nvPr/>
          </p:nvSpPr>
          <p:spPr>
            <a:xfrm>
              <a:off x="2359959" y="501091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DC53AB98-6D26-9085-359F-385968F791DF}"/>
                </a:ext>
              </a:extLst>
            </p:cNvPr>
            <p:cNvSpPr/>
            <p:nvPr/>
          </p:nvSpPr>
          <p:spPr>
            <a:xfrm>
              <a:off x="1979850" y="523036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E95650A8-2347-A7F3-4427-783464C2DAE0}"/>
                </a:ext>
              </a:extLst>
            </p:cNvPr>
            <p:cNvSpPr/>
            <p:nvPr/>
          </p:nvSpPr>
          <p:spPr>
            <a:xfrm>
              <a:off x="3120177" y="501091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F5BBD754-2E29-738B-F9B8-365990881FFB}"/>
                </a:ext>
              </a:extLst>
            </p:cNvPr>
            <p:cNvSpPr/>
            <p:nvPr/>
          </p:nvSpPr>
          <p:spPr>
            <a:xfrm>
              <a:off x="2740068" y="523036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811EA03A-9F66-D8A2-583B-D78F21720EAE}"/>
                </a:ext>
              </a:extLst>
            </p:cNvPr>
            <p:cNvSpPr/>
            <p:nvPr/>
          </p:nvSpPr>
          <p:spPr>
            <a:xfrm>
              <a:off x="3880395" y="5010912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B5CC4EF8-C86C-EB29-D283-94F419B55451}"/>
                </a:ext>
              </a:extLst>
            </p:cNvPr>
            <p:cNvSpPr/>
            <p:nvPr/>
          </p:nvSpPr>
          <p:spPr>
            <a:xfrm>
              <a:off x="3500286" y="523036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0A64167E-AF54-5D78-2052-5940DD8F46FA}"/>
                </a:ext>
              </a:extLst>
            </p:cNvPr>
            <p:cNvSpPr/>
            <p:nvPr/>
          </p:nvSpPr>
          <p:spPr>
            <a:xfrm>
              <a:off x="4640613" y="501091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B49E7FBC-F927-9827-62F4-36874F63DBFF}"/>
                </a:ext>
              </a:extLst>
            </p:cNvPr>
            <p:cNvSpPr/>
            <p:nvPr/>
          </p:nvSpPr>
          <p:spPr>
            <a:xfrm>
              <a:off x="4260504" y="523036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E0CBA87D-1954-4F10-300E-D50E2DF29AEE}"/>
                </a:ext>
              </a:extLst>
            </p:cNvPr>
            <p:cNvSpPr/>
            <p:nvPr/>
          </p:nvSpPr>
          <p:spPr>
            <a:xfrm>
              <a:off x="5400831" y="5010912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4C5A87EA-BAC2-BB8E-BCB8-118DCD748937}"/>
                </a:ext>
              </a:extLst>
            </p:cNvPr>
            <p:cNvSpPr/>
            <p:nvPr/>
          </p:nvSpPr>
          <p:spPr>
            <a:xfrm>
              <a:off x="5020722" y="5230368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55743AFA-1CDF-FFF7-6F60-50796A3FDEF3}"/>
                </a:ext>
              </a:extLst>
            </p:cNvPr>
            <p:cNvSpPr/>
            <p:nvPr/>
          </p:nvSpPr>
          <p:spPr>
            <a:xfrm>
              <a:off x="1979850" y="566928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CB502B67-9B14-13CE-86B1-F05D5F755858}"/>
                </a:ext>
              </a:extLst>
            </p:cNvPr>
            <p:cNvSpPr/>
            <p:nvPr/>
          </p:nvSpPr>
          <p:spPr>
            <a:xfrm>
              <a:off x="1599741" y="5888736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1302EF7B-261B-92DA-27CB-EEA30617E5A7}"/>
                </a:ext>
              </a:extLst>
            </p:cNvPr>
            <p:cNvSpPr/>
            <p:nvPr/>
          </p:nvSpPr>
          <p:spPr>
            <a:xfrm>
              <a:off x="1219633" y="566928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69F35CC0-A318-D794-B4AD-CFC12086DB42}"/>
                </a:ext>
              </a:extLst>
            </p:cNvPr>
            <p:cNvSpPr/>
            <p:nvPr/>
          </p:nvSpPr>
          <p:spPr>
            <a:xfrm>
              <a:off x="2740068" y="566928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4E6521A4-875F-11C7-DF34-0F727A6FAF3A}"/>
                </a:ext>
              </a:extLst>
            </p:cNvPr>
            <p:cNvSpPr/>
            <p:nvPr/>
          </p:nvSpPr>
          <p:spPr>
            <a:xfrm>
              <a:off x="2359959" y="588873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5ADE471-D6AF-0393-0902-E1FFFC67A4CF}"/>
                </a:ext>
              </a:extLst>
            </p:cNvPr>
            <p:cNvSpPr/>
            <p:nvPr/>
          </p:nvSpPr>
          <p:spPr>
            <a:xfrm>
              <a:off x="3500286" y="566928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4947644-54E8-88DC-B422-C213D28A70FF}"/>
                </a:ext>
              </a:extLst>
            </p:cNvPr>
            <p:cNvSpPr/>
            <p:nvPr/>
          </p:nvSpPr>
          <p:spPr>
            <a:xfrm>
              <a:off x="3120177" y="5888736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88D487EA-8CBC-0B38-330D-B32F14606F49}"/>
                </a:ext>
              </a:extLst>
            </p:cNvPr>
            <p:cNvSpPr/>
            <p:nvPr/>
          </p:nvSpPr>
          <p:spPr>
            <a:xfrm>
              <a:off x="4260504" y="5669280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0E9BDA86-8899-F7EF-934D-A7539D855AEB}"/>
                </a:ext>
              </a:extLst>
            </p:cNvPr>
            <p:cNvSpPr/>
            <p:nvPr/>
          </p:nvSpPr>
          <p:spPr>
            <a:xfrm>
              <a:off x="3880395" y="588873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4B0E6D4F-E64D-8C22-FF2D-A5AF2631B650}"/>
                </a:ext>
              </a:extLst>
            </p:cNvPr>
            <p:cNvSpPr/>
            <p:nvPr/>
          </p:nvSpPr>
          <p:spPr>
            <a:xfrm>
              <a:off x="5020722" y="5669280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FB492A4F-28C6-7CFD-580D-D61377054BF1}"/>
                </a:ext>
              </a:extLst>
            </p:cNvPr>
            <p:cNvSpPr/>
            <p:nvPr/>
          </p:nvSpPr>
          <p:spPr>
            <a:xfrm>
              <a:off x="4640613" y="588873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77C1AFDC-89CD-8FBB-0759-A6A756F2C20A}"/>
                </a:ext>
              </a:extLst>
            </p:cNvPr>
            <p:cNvSpPr/>
            <p:nvPr/>
          </p:nvSpPr>
          <p:spPr>
            <a:xfrm>
              <a:off x="5780940" y="5669280"/>
              <a:ext cx="256032" cy="256032"/>
            </a:xfrm>
            <a:prstGeom prst="ellipse">
              <a:avLst/>
            </a:prstGeom>
            <a:solidFill>
              <a:srgbClr val="E6B92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C9ED72C6-CC08-BA57-4BDB-1BDE58CC5CEE}"/>
                </a:ext>
              </a:extLst>
            </p:cNvPr>
            <p:cNvSpPr/>
            <p:nvPr/>
          </p:nvSpPr>
          <p:spPr>
            <a:xfrm>
              <a:off x="5400831" y="5888736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CDD711CB-5BA1-4330-EE09-91DFEE4AE368}"/>
                </a:ext>
              </a:extLst>
            </p:cNvPr>
            <p:cNvSpPr/>
            <p:nvPr/>
          </p:nvSpPr>
          <p:spPr>
            <a:xfrm>
              <a:off x="5780940" y="5230368"/>
              <a:ext cx="256032" cy="256032"/>
            </a:xfrm>
            <a:prstGeom prst="ellipse">
              <a:avLst/>
            </a:prstGeom>
            <a:grpFill/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2D2B1561-5B94-CD4A-7BB5-1BE432174311}"/>
                </a:ext>
              </a:extLst>
            </p:cNvPr>
            <p:cNvSpPr/>
            <p:nvPr/>
          </p:nvSpPr>
          <p:spPr>
            <a:xfrm rot="19160442">
              <a:off x="783923" y="3500082"/>
              <a:ext cx="3036755" cy="1760923"/>
            </a:xfrm>
            <a:custGeom>
              <a:avLst/>
              <a:gdLst/>
              <a:ahLst/>
              <a:cxnLst/>
              <a:rect l="l" t="t" r="r" b="b"/>
              <a:pathLst>
                <a:path w="1140327" h="658368">
                  <a:moveTo>
                    <a:pt x="0" y="658368"/>
                  </a:moveTo>
                  <a:lnTo>
                    <a:pt x="760218" y="658368"/>
                  </a:lnTo>
                  <a:lnTo>
                    <a:pt x="1140327" y="0"/>
                  </a:lnTo>
                  <a:lnTo>
                    <a:pt x="380109" y="0"/>
                  </a:lnTo>
                  <a:close/>
                </a:path>
              </a:pathLst>
            </a:custGeom>
            <a:noFill/>
            <a:ln w="38100">
              <a:solidFill>
                <a:srgbClr val="E04F2F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3C3B5036-97CA-3877-39E2-33A20B1B6E10}"/>
              </a:ext>
            </a:extLst>
          </p:cNvPr>
          <p:cNvGrpSpPr/>
          <p:nvPr/>
        </p:nvGrpSpPr>
        <p:grpSpPr>
          <a:xfrm>
            <a:off x="586975" y="978843"/>
            <a:ext cx="5197448" cy="4425696"/>
            <a:chOff x="586975" y="978843"/>
            <a:chExt cx="5197448" cy="44256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9430576-E179-15EB-E705-06B91827C2F5}"/>
                </a:ext>
              </a:extLst>
            </p:cNvPr>
            <p:cNvGrpSpPr/>
            <p:nvPr/>
          </p:nvGrpSpPr>
          <p:grpSpPr>
            <a:xfrm>
              <a:off x="586975" y="978843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3" name="Connector 2">
                <a:extLst>
                  <a:ext uri="{FF2B5EF4-FFF2-40B4-BE49-F238E27FC236}">
                    <a16:creationId xmlns:a16="http://schemas.microsoft.com/office/drawing/2014/main" id="{64DBC640-B158-4C4B-793E-E542049A4EF4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3">
                <a:extLst>
                  <a:ext uri="{FF2B5EF4-FFF2-40B4-BE49-F238E27FC236}">
                    <a16:creationId xmlns:a16="http://schemas.microsoft.com/office/drawing/2014/main" id="{2C6079DD-6ABF-49DA-4177-B4B5A117C4D3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4">
                <a:extLst>
                  <a:ext uri="{FF2B5EF4-FFF2-40B4-BE49-F238E27FC236}">
                    <a16:creationId xmlns:a16="http://schemas.microsoft.com/office/drawing/2014/main" id="{78B59E1B-8B74-1250-C237-B4E0B742AF32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5">
                <a:extLst>
                  <a:ext uri="{FF2B5EF4-FFF2-40B4-BE49-F238E27FC236}">
                    <a16:creationId xmlns:a16="http://schemas.microsoft.com/office/drawing/2014/main" id="{3B1F066B-FBC1-B09D-28AA-851248780AB6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6">
                <a:extLst>
                  <a:ext uri="{FF2B5EF4-FFF2-40B4-BE49-F238E27FC236}">
                    <a16:creationId xmlns:a16="http://schemas.microsoft.com/office/drawing/2014/main" id="{82D413B4-1D5E-BB97-9B49-4708204DC075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7">
                <a:extLst>
                  <a:ext uri="{FF2B5EF4-FFF2-40B4-BE49-F238E27FC236}">
                    <a16:creationId xmlns:a16="http://schemas.microsoft.com/office/drawing/2014/main" id="{5E1C0E4B-B61C-35B7-6095-6FDC1655ED18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8">
                <a:extLst>
                  <a:ext uri="{FF2B5EF4-FFF2-40B4-BE49-F238E27FC236}">
                    <a16:creationId xmlns:a16="http://schemas.microsoft.com/office/drawing/2014/main" id="{EA42B8AA-2816-AA12-D149-D7A907AC3C6E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9">
                <a:extLst>
                  <a:ext uri="{FF2B5EF4-FFF2-40B4-BE49-F238E27FC236}">
                    <a16:creationId xmlns:a16="http://schemas.microsoft.com/office/drawing/2014/main" id="{AE2E4710-BDAF-0001-DA8D-9EA57785016D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0">
                <a:extLst>
                  <a:ext uri="{FF2B5EF4-FFF2-40B4-BE49-F238E27FC236}">
                    <a16:creationId xmlns:a16="http://schemas.microsoft.com/office/drawing/2014/main" id="{235B9434-519A-B3FB-07AF-87181D853A3C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1">
                <a:extLst>
                  <a:ext uri="{FF2B5EF4-FFF2-40B4-BE49-F238E27FC236}">
                    <a16:creationId xmlns:a16="http://schemas.microsoft.com/office/drawing/2014/main" id="{A3DA1056-AFD4-0488-1658-8099EB4BAD35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2">
                <a:extLst>
                  <a:ext uri="{FF2B5EF4-FFF2-40B4-BE49-F238E27FC236}">
                    <a16:creationId xmlns:a16="http://schemas.microsoft.com/office/drawing/2014/main" id="{E277E833-C615-80DC-BFBB-E179462F9E35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3">
                <a:extLst>
                  <a:ext uri="{FF2B5EF4-FFF2-40B4-BE49-F238E27FC236}">
                    <a16:creationId xmlns:a16="http://schemas.microsoft.com/office/drawing/2014/main" id="{D657CA38-7DCF-27B0-A9AD-BE0889463B59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4">
                <a:extLst>
                  <a:ext uri="{FF2B5EF4-FFF2-40B4-BE49-F238E27FC236}">
                    <a16:creationId xmlns:a16="http://schemas.microsoft.com/office/drawing/2014/main" id="{9CA2414D-773E-0057-623F-4DFB4BD9CB37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5">
                <a:extLst>
                  <a:ext uri="{FF2B5EF4-FFF2-40B4-BE49-F238E27FC236}">
                    <a16:creationId xmlns:a16="http://schemas.microsoft.com/office/drawing/2014/main" id="{EC71A5DB-64BD-F763-9469-C80282390AAB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6">
                <a:extLst>
                  <a:ext uri="{FF2B5EF4-FFF2-40B4-BE49-F238E27FC236}">
                    <a16:creationId xmlns:a16="http://schemas.microsoft.com/office/drawing/2014/main" id="{B55B95E5-1CB9-844C-6536-7FD78DF2D69D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7">
                <a:extLst>
                  <a:ext uri="{FF2B5EF4-FFF2-40B4-BE49-F238E27FC236}">
                    <a16:creationId xmlns:a16="http://schemas.microsoft.com/office/drawing/2014/main" id="{9956F124-1DAF-7A54-A969-94FB05E2EF80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8">
                <a:extLst>
                  <a:ext uri="{FF2B5EF4-FFF2-40B4-BE49-F238E27FC236}">
                    <a16:creationId xmlns:a16="http://schemas.microsoft.com/office/drawing/2014/main" id="{94197BDA-952E-EE07-67E6-F3DCD2309174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9">
                <a:extLst>
                  <a:ext uri="{FF2B5EF4-FFF2-40B4-BE49-F238E27FC236}">
                    <a16:creationId xmlns:a16="http://schemas.microsoft.com/office/drawing/2014/main" id="{309C55BF-0597-9FC2-B731-6CC9B11D6BA3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0">
                <a:extLst>
                  <a:ext uri="{FF2B5EF4-FFF2-40B4-BE49-F238E27FC236}">
                    <a16:creationId xmlns:a16="http://schemas.microsoft.com/office/drawing/2014/main" id="{5C74C1D5-3984-B335-82EE-B5BF704A346F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1">
                <a:extLst>
                  <a:ext uri="{FF2B5EF4-FFF2-40B4-BE49-F238E27FC236}">
                    <a16:creationId xmlns:a16="http://schemas.microsoft.com/office/drawing/2014/main" id="{309B042C-1668-6466-2263-84A18CDE5ECC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2">
                <a:extLst>
                  <a:ext uri="{FF2B5EF4-FFF2-40B4-BE49-F238E27FC236}">
                    <a16:creationId xmlns:a16="http://schemas.microsoft.com/office/drawing/2014/main" id="{CD6DBF62-97C8-9996-D204-144DE2DD2C81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3">
                <a:extLst>
                  <a:ext uri="{FF2B5EF4-FFF2-40B4-BE49-F238E27FC236}">
                    <a16:creationId xmlns:a16="http://schemas.microsoft.com/office/drawing/2014/main" id="{620DCD58-08CE-92B7-78EF-B07733C4EEE7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4">
                <a:extLst>
                  <a:ext uri="{FF2B5EF4-FFF2-40B4-BE49-F238E27FC236}">
                    <a16:creationId xmlns:a16="http://schemas.microsoft.com/office/drawing/2014/main" id="{4479FA87-FC35-6754-49F2-166F3384ED7B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5">
                <a:extLst>
                  <a:ext uri="{FF2B5EF4-FFF2-40B4-BE49-F238E27FC236}">
                    <a16:creationId xmlns:a16="http://schemas.microsoft.com/office/drawing/2014/main" id="{5B7B90F3-B2A8-2EF4-F0A2-C387F186C963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6">
                <a:extLst>
                  <a:ext uri="{FF2B5EF4-FFF2-40B4-BE49-F238E27FC236}">
                    <a16:creationId xmlns:a16="http://schemas.microsoft.com/office/drawing/2014/main" id="{BD52823E-6C4E-4422-2583-611076B7AF46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7">
                <a:extLst>
                  <a:ext uri="{FF2B5EF4-FFF2-40B4-BE49-F238E27FC236}">
                    <a16:creationId xmlns:a16="http://schemas.microsoft.com/office/drawing/2014/main" id="{247E0640-64A4-EDD6-862A-001945379395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8">
                <a:extLst>
                  <a:ext uri="{FF2B5EF4-FFF2-40B4-BE49-F238E27FC236}">
                    <a16:creationId xmlns:a16="http://schemas.microsoft.com/office/drawing/2014/main" id="{3A0D4605-DDFD-4B57-E703-8A229A1C983C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9">
                <a:extLst>
                  <a:ext uri="{FF2B5EF4-FFF2-40B4-BE49-F238E27FC236}">
                    <a16:creationId xmlns:a16="http://schemas.microsoft.com/office/drawing/2014/main" id="{57D7ED1F-C649-D8CA-69F9-8182EEF5E73F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0">
                <a:extLst>
                  <a:ext uri="{FF2B5EF4-FFF2-40B4-BE49-F238E27FC236}">
                    <a16:creationId xmlns:a16="http://schemas.microsoft.com/office/drawing/2014/main" id="{7B23FDE3-79FA-4040-F88E-74CBFBF3F8EC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1">
                <a:extLst>
                  <a:ext uri="{FF2B5EF4-FFF2-40B4-BE49-F238E27FC236}">
                    <a16:creationId xmlns:a16="http://schemas.microsoft.com/office/drawing/2014/main" id="{2810DEC3-0526-28BF-3EEC-96F7E00F3E66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2">
                <a:extLst>
                  <a:ext uri="{FF2B5EF4-FFF2-40B4-BE49-F238E27FC236}">
                    <a16:creationId xmlns:a16="http://schemas.microsoft.com/office/drawing/2014/main" id="{09D36709-1F91-8A19-EFD3-B68E69A64E69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3">
                <a:extLst>
                  <a:ext uri="{FF2B5EF4-FFF2-40B4-BE49-F238E27FC236}">
                    <a16:creationId xmlns:a16="http://schemas.microsoft.com/office/drawing/2014/main" id="{EAA9EADB-DB32-AD78-ADB9-06E743D454A9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4">
                <a:extLst>
                  <a:ext uri="{FF2B5EF4-FFF2-40B4-BE49-F238E27FC236}">
                    <a16:creationId xmlns:a16="http://schemas.microsoft.com/office/drawing/2014/main" id="{45F1CD63-B32A-62F1-8EB4-8FCA8093B360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5">
                <a:extLst>
                  <a:ext uri="{FF2B5EF4-FFF2-40B4-BE49-F238E27FC236}">
                    <a16:creationId xmlns:a16="http://schemas.microsoft.com/office/drawing/2014/main" id="{FD12916D-E897-CBDF-0FE6-5E7DE5F76807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6">
                <a:extLst>
                  <a:ext uri="{FF2B5EF4-FFF2-40B4-BE49-F238E27FC236}">
                    <a16:creationId xmlns:a16="http://schemas.microsoft.com/office/drawing/2014/main" id="{75801E25-6515-54FF-3607-FBB4C0D2A6CA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7">
                <a:extLst>
                  <a:ext uri="{FF2B5EF4-FFF2-40B4-BE49-F238E27FC236}">
                    <a16:creationId xmlns:a16="http://schemas.microsoft.com/office/drawing/2014/main" id="{B0987F6D-8B0E-2A53-A4AC-5007E98398CD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8">
                <a:extLst>
                  <a:ext uri="{FF2B5EF4-FFF2-40B4-BE49-F238E27FC236}">
                    <a16:creationId xmlns:a16="http://schemas.microsoft.com/office/drawing/2014/main" id="{07062982-9740-56CC-5252-1C9993371215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9">
                <a:extLst>
                  <a:ext uri="{FF2B5EF4-FFF2-40B4-BE49-F238E27FC236}">
                    <a16:creationId xmlns:a16="http://schemas.microsoft.com/office/drawing/2014/main" id="{4DE4E032-8376-24C2-3994-A49E22A8C729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0">
                <a:extLst>
                  <a:ext uri="{FF2B5EF4-FFF2-40B4-BE49-F238E27FC236}">
                    <a16:creationId xmlns:a16="http://schemas.microsoft.com/office/drawing/2014/main" id="{2CFDECED-8B93-ED25-3996-AA86A3E44D83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1">
                <a:extLst>
                  <a:ext uri="{FF2B5EF4-FFF2-40B4-BE49-F238E27FC236}">
                    <a16:creationId xmlns:a16="http://schemas.microsoft.com/office/drawing/2014/main" id="{855BBF9E-C668-9FEA-A83A-6FD1C2A7C878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2">
                <a:extLst>
                  <a:ext uri="{FF2B5EF4-FFF2-40B4-BE49-F238E27FC236}">
                    <a16:creationId xmlns:a16="http://schemas.microsoft.com/office/drawing/2014/main" id="{46E521AC-1615-2B3A-A61E-3A4B07D5B103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3">
                <a:extLst>
                  <a:ext uri="{FF2B5EF4-FFF2-40B4-BE49-F238E27FC236}">
                    <a16:creationId xmlns:a16="http://schemas.microsoft.com/office/drawing/2014/main" id="{55B06790-C0EF-90D9-7851-17F113209C70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4">
                <a:extLst>
                  <a:ext uri="{FF2B5EF4-FFF2-40B4-BE49-F238E27FC236}">
                    <a16:creationId xmlns:a16="http://schemas.microsoft.com/office/drawing/2014/main" id="{488BA8A8-1DA8-3E8B-24B6-A519853EED51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5">
                <a:extLst>
                  <a:ext uri="{FF2B5EF4-FFF2-40B4-BE49-F238E27FC236}">
                    <a16:creationId xmlns:a16="http://schemas.microsoft.com/office/drawing/2014/main" id="{EEF40859-0C4B-69E0-02E4-769B0F5B8998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6">
                <a:extLst>
                  <a:ext uri="{FF2B5EF4-FFF2-40B4-BE49-F238E27FC236}">
                    <a16:creationId xmlns:a16="http://schemas.microsoft.com/office/drawing/2014/main" id="{24388540-A776-D497-C428-F4D863015AD6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7">
                <a:extLst>
                  <a:ext uri="{FF2B5EF4-FFF2-40B4-BE49-F238E27FC236}">
                    <a16:creationId xmlns:a16="http://schemas.microsoft.com/office/drawing/2014/main" id="{F4BDDC0E-BB8E-C5DF-606D-D52D24171B40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8">
                <a:extLst>
                  <a:ext uri="{FF2B5EF4-FFF2-40B4-BE49-F238E27FC236}">
                    <a16:creationId xmlns:a16="http://schemas.microsoft.com/office/drawing/2014/main" id="{8AC5E0CE-6303-AD7B-4183-4B5FBFAAB581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9">
                <a:extLst>
                  <a:ext uri="{FF2B5EF4-FFF2-40B4-BE49-F238E27FC236}">
                    <a16:creationId xmlns:a16="http://schemas.microsoft.com/office/drawing/2014/main" id="{E1E0BF79-CFE3-09BD-121A-07C0697C7C70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0">
                <a:extLst>
                  <a:ext uri="{FF2B5EF4-FFF2-40B4-BE49-F238E27FC236}">
                    <a16:creationId xmlns:a16="http://schemas.microsoft.com/office/drawing/2014/main" id="{CC4D75D0-6629-3126-153E-E94D444DBE3E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1">
                <a:extLst>
                  <a:ext uri="{FF2B5EF4-FFF2-40B4-BE49-F238E27FC236}">
                    <a16:creationId xmlns:a16="http://schemas.microsoft.com/office/drawing/2014/main" id="{69FC8F27-0D3E-AAF3-1FFF-BC288ADCC6B9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2">
                <a:extLst>
                  <a:ext uri="{FF2B5EF4-FFF2-40B4-BE49-F238E27FC236}">
                    <a16:creationId xmlns:a16="http://schemas.microsoft.com/office/drawing/2014/main" id="{C6565649-A709-6258-7889-694C9DA4E67D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3">
                <a:extLst>
                  <a:ext uri="{FF2B5EF4-FFF2-40B4-BE49-F238E27FC236}">
                    <a16:creationId xmlns:a16="http://schemas.microsoft.com/office/drawing/2014/main" id="{3E938CD0-23F3-823A-86DC-6C3B3E20CE59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4">
                <a:extLst>
                  <a:ext uri="{FF2B5EF4-FFF2-40B4-BE49-F238E27FC236}">
                    <a16:creationId xmlns:a16="http://schemas.microsoft.com/office/drawing/2014/main" id="{6D400BC2-1D75-9599-4F60-14E183C88FCF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5">
                <a:extLst>
                  <a:ext uri="{FF2B5EF4-FFF2-40B4-BE49-F238E27FC236}">
                    <a16:creationId xmlns:a16="http://schemas.microsoft.com/office/drawing/2014/main" id="{B6455D33-52AF-D206-E954-9642E1F6548E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6">
                <a:extLst>
                  <a:ext uri="{FF2B5EF4-FFF2-40B4-BE49-F238E27FC236}">
                    <a16:creationId xmlns:a16="http://schemas.microsoft.com/office/drawing/2014/main" id="{81225307-965B-99BF-4B27-121476C18755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7">
                <a:extLst>
                  <a:ext uri="{FF2B5EF4-FFF2-40B4-BE49-F238E27FC236}">
                    <a16:creationId xmlns:a16="http://schemas.microsoft.com/office/drawing/2014/main" id="{7B507B31-3F36-CA4D-99DA-DA6C7FC74B99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8">
                <a:extLst>
                  <a:ext uri="{FF2B5EF4-FFF2-40B4-BE49-F238E27FC236}">
                    <a16:creationId xmlns:a16="http://schemas.microsoft.com/office/drawing/2014/main" id="{F88C6003-F744-B5BA-75E8-AEC7AB67EE29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9">
                <a:extLst>
                  <a:ext uri="{FF2B5EF4-FFF2-40B4-BE49-F238E27FC236}">
                    <a16:creationId xmlns:a16="http://schemas.microsoft.com/office/drawing/2014/main" id="{8619E51A-B58C-D216-788B-07567C66BD4A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0">
                <a:extLst>
                  <a:ext uri="{FF2B5EF4-FFF2-40B4-BE49-F238E27FC236}">
                    <a16:creationId xmlns:a16="http://schemas.microsoft.com/office/drawing/2014/main" id="{C180CC26-3640-E4F1-1D41-5BC0FB8DACB2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1">
                <a:extLst>
                  <a:ext uri="{FF2B5EF4-FFF2-40B4-BE49-F238E27FC236}">
                    <a16:creationId xmlns:a16="http://schemas.microsoft.com/office/drawing/2014/main" id="{653266A9-BB5E-F5C6-BF77-8FBE854643E3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2">
                <a:extLst>
                  <a:ext uri="{FF2B5EF4-FFF2-40B4-BE49-F238E27FC236}">
                    <a16:creationId xmlns:a16="http://schemas.microsoft.com/office/drawing/2014/main" id="{8FE77D67-9463-80D7-DCAC-B31197B0F009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3">
                <a:extLst>
                  <a:ext uri="{FF2B5EF4-FFF2-40B4-BE49-F238E27FC236}">
                    <a16:creationId xmlns:a16="http://schemas.microsoft.com/office/drawing/2014/main" id="{D67DC9C4-06D9-BAF1-F291-BAD2056E8790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4">
                <a:extLst>
                  <a:ext uri="{FF2B5EF4-FFF2-40B4-BE49-F238E27FC236}">
                    <a16:creationId xmlns:a16="http://schemas.microsoft.com/office/drawing/2014/main" id="{DF0A0CA4-F85D-8165-B539-C783CB784655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5">
                <a:extLst>
                  <a:ext uri="{FF2B5EF4-FFF2-40B4-BE49-F238E27FC236}">
                    <a16:creationId xmlns:a16="http://schemas.microsoft.com/office/drawing/2014/main" id="{49644CF3-FFAE-E9EE-3810-DA8E9D3F61E0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6">
                <a:extLst>
                  <a:ext uri="{FF2B5EF4-FFF2-40B4-BE49-F238E27FC236}">
                    <a16:creationId xmlns:a16="http://schemas.microsoft.com/office/drawing/2014/main" id="{D0B0C1BF-B4CE-EB24-0879-0DF584B37C92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7">
                <a:extLst>
                  <a:ext uri="{FF2B5EF4-FFF2-40B4-BE49-F238E27FC236}">
                    <a16:creationId xmlns:a16="http://schemas.microsoft.com/office/drawing/2014/main" id="{E531A53D-BE68-EA06-2F35-0692E914BB8A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8">
                <a:extLst>
                  <a:ext uri="{FF2B5EF4-FFF2-40B4-BE49-F238E27FC236}">
                    <a16:creationId xmlns:a16="http://schemas.microsoft.com/office/drawing/2014/main" id="{1356AADC-D31A-36CC-395E-AB18521C2910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9">
                <a:extLst>
                  <a:ext uri="{FF2B5EF4-FFF2-40B4-BE49-F238E27FC236}">
                    <a16:creationId xmlns:a16="http://schemas.microsoft.com/office/drawing/2014/main" id="{09D240E6-23DA-F1C6-CBF8-660013D50CF8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0">
                <a:extLst>
                  <a:ext uri="{FF2B5EF4-FFF2-40B4-BE49-F238E27FC236}">
                    <a16:creationId xmlns:a16="http://schemas.microsoft.com/office/drawing/2014/main" id="{0F74597F-0977-7AB9-7FB0-180D412CB122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1">
                <a:extLst>
                  <a:ext uri="{FF2B5EF4-FFF2-40B4-BE49-F238E27FC236}">
                    <a16:creationId xmlns:a16="http://schemas.microsoft.com/office/drawing/2014/main" id="{D58FA82B-E785-0560-E974-DEB8F0BC30FC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2">
                <a:extLst>
                  <a:ext uri="{FF2B5EF4-FFF2-40B4-BE49-F238E27FC236}">
                    <a16:creationId xmlns:a16="http://schemas.microsoft.com/office/drawing/2014/main" id="{EEE6BB09-333A-300E-33ED-48A805F710D4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3">
                <a:extLst>
                  <a:ext uri="{FF2B5EF4-FFF2-40B4-BE49-F238E27FC236}">
                    <a16:creationId xmlns:a16="http://schemas.microsoft.com/office/drawing/2014/main" id="{AEF89210-B936-6CB1-23CB-A86D6BE2BB58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4">
                <a:extLst>
                  <a:ext uri="{FF2B5EF4-FFF2-40B4-BE49-F238E27FC236}">
                    <a16:creationId xmlns:a16="http://schemas.microsoft.com/office/drawing/2014/main" id="{B24968D1-560D-BEEE-9394-19C4F39D0181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5">
                <a:extLst>
                  <a:ext uri="{FF2B5EF4-FFF2-40B4-BE49-F238E27FC236}">
                    <a16:creationId xmlns:a16="http://schemas.microsoft.com/office/drawing/2014/main" id="{73549C08-F616-7226-9E3F-AFFB688FEAC5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6">
                <a:extLst>
                  <a:ext uri="{FF2B5EF4-FFF2-40B4-BE49-F238E27FC236}">
                    <a16:creationId xmlns:a16="http://schemas.microsoft.com/office/drawing/2014/main" id="{92336D04-3C3A-7FB2-4056-D442B535BBDD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7">
                <a:extLst>
                  <a:ext uri="{FF2B5EF4-FFF2-40B4-BE49-F238E27FC236}">
                    <a16:creationId xmlns:a16="http://schemas.microsoft.com/office/drawing/2014/main" id="{45D03749-A58F-8BE5-05BD-6B5EB209CD01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8">
                <a:extLst>
                  <a:ext uri="{FF2B5EF4-FFF2-40B4-BE49-F238E27FC236}">
                    <a16:creationId xmlns:a16="http://schemas.microsoft.com/office/drawing/2014/main" id="{C63B73E9-92EC-EBDC-90D8-5EF476204F52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9">
                <a:extLst>
                  <a:ext uri="{FF2B5EF4-FFF2-40B4-BE49-F238E27FC236}">
                    <a16:creationId xmlns:a16="http://schemas.microsoft.com/office/drawing/2014/main" id="{00F1F0E4-B861-8684-040F-A7791406449A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0">
                <a:extLst>
                  <a:ext uri="{FF2B5EF4-FFF2-40B4-BE49-F238E27FC236}">
                    <a16:creationId xmlns:a16="http://schemas.microsoft.com/office/drawing/2014/main" id="{E7FF85B6-39B5-8BD3-2C0A-4D88367D1953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1">
                <a:extLst>
                  <a:ext uri="{FF2B5EF4-FFF2-40B4-BE49-F238E27FC236}">
                    <a16:creationId xmlns:a16="http://schemas.microsoft.com/office/drawing/2014/main" id="{9263D00A-AE38-BC58-7757-68AB2E88E8B0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2">
                <a:extLst>
                  <a:ext uri="{FF2B5EF4-FFF2-40B4-BE49-F238E27FC236}">
                    <a16:creationId xmlns:a16="http://schemas.microsoft.com/office/drawing/2014/main" id="{8B958124-EB4B-9A6C-3AEB-717CEECA6575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3">
                <a:extLst>
                  <a:ext uri="{FF2B5EF4-FFF2-40B4-BE49-F238E27FC236}">
                    <a16:creationId xmlns:a16="http://schemas.microsoft.com/office/drawing/2014/main" id="{BF755B92-DA7A-A830-9AC3-A2CB151668C7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4">
                <a:extLst>
                  <a:ext uri="{FF2B5EF4-FFF2-40B4-BE49-F238E27FC236}">
                    <a16:creationId xmlns:a16="http://schemas.microsoft.com/office/drawing/2014/main" id="{3D34F760-5839-EF57-49D5-392FFCA2A4AB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5">
                <a:extLst>
                  <a:ext uri="{FF2B5EF4-FFF2-40B4-BE49-F238E27FC236}">
                    <a16:creationId xmlns:a16="http://schemas.microsoft.com/office/drawing/2014/main" id="{B348DCB0-2146-EBEF-E848-14B7ACD3FBCF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6">
                <a:extLst>
                  <a:ext uri="{FF2B5EF4-FFF2-40B4-BE49-F238E27FC236}">
                    <a16:creationId xmlns:a16="http://schemas.microsoft.com/office/drawing/2014/main" id="{496AF7E4-B020-815B-B661-A13F6614DC76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7">
                <a:extLst>
                  <a:ext uri="{FF2B5EF4-FFF2-40B4-BE49-F238E27FC236}">
                    <a16:creationId xmlns:a16="http://schemas.microsoft.com/office/drawing/2014/main" id="{DB8F57DF-CF04-45D8-B2F5-B978222C2B4F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8">
                <a:extLst>
                  <a:ext uri="{FF2B5EF4-FFF2-40B4-BE49-F238E27FC236}">
                    <a16:creationId xmlns:a16="http://schemas.microsoft.com/office/drawing/2014/main" id="{72E9C937-E714-4115-68FC-14BB9A5FEA1B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9">
                <a:extLst>
                  <a:ext uri="{FF2B5EF4-FFF2-40B4-BE49-F238E27FC236}">
                    <a16:creationId xmlns:a16="http://schemas.microsoft.com/office/drawing/2014/main" id="{109A0EB4-88A8-EE8A-B833-DEA452657D8D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0">
                <a:extLst>
                  <a:ext uri="{FF2B5EF4-FFF2-40B4-BE49-F238E27FC236}">
                    <a16:creationId xmlns:a16="http://schemas.microsoft.com/office/drawing/2014/main" id="{C2943B3A-873E-C14D-600C-3375694D300B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1">
                <a:extLst>
                  <a:ext uri="{FF2B5EF4-FFF2-40B4-BE49-F238E27FC236}">
                    <a16:creationId xmlns:a16="http://schemas.microsoft.com/office/drawing/2014/main" id="{0F0F17D4-CBA8-8B87-4F56-6137CC3BBD27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2">
                <a:extLst>
                  <a:ext uri="{FF2B5EF4-FFF2-40B4-BE49-F238E27FC236}">
                    <a16:creationId xmlns:a16="http://schemas.microsoft.com/office/drawing/2014/main" id="{117C3F12-A47C-476E-B26A-985A9FAE5D6C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3">
                <a:extLst>
                  <a:ext uri="{FF2B5EF4-FFF2-40B4-BE49-F238E27FC236}">
                    <a16:creationId xmlns:a16="http://schemas.microsoft.com/office/drawing/2014/main" id="{5782DC9D-B419-B47E-2E4C-8B3D2E452C19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4">
                <a:extLst>
                  <a:ext uri="{FF2B5EF4-FFF2-40B4-BE49-F238E27FC236}">
                    <a16:creationId xmlns:a16="http://schemas.microsoft.com/office/drawing/2014/main" id="{3DF6AF51-7477-11CE-ACF6-E18D803A0536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5">
                <a:extLst>
                  <a:ext uri="{FF2B5EF4-FFF2-40B4-BE49-F238E27FC236}">
                    <a16:creationId xmlns:a16="http://schemas.microsoft.com/office/drawing/2014/main" id="{8D7FD84B-ED57-CD93-96B1-FB85B55EC757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6">
                <a:extLst>
                  <a:ext uri="{FF2B5EF4-FFF2-40B4-BE49-F238E27FC236}">
                    <a16:creationId xmlns:a16="http://schemas.microsoft.com/office/drawing/2014/main" id="{EB5D1EC2-4971-7C21-FB3E-CC3243604646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7">
                <a:extLst>
                  <a:ext uri="{FF2B5EF4-FFF2-40B4-BE49-F238E27FC236}">
                    <a16:creationId xmlns:a16="http://schemas.microsoft.com/office/drawing/2014/main" id="{C6BDC93D-1E06-1721-B626-894A9461F1CA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8">
                <a:extLst>
                  <a:ext uri="{FF2B5EF4-FFF2-40B4-BE49-F238E27FC236}">
                    <a16:creationId xmlns:a16="http://schemas.microsoft.com/office/drawing/2014/main" id="{90E5339C-34DA-09D4-FFE4-E70589D38C67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9">
                <a:extLst>
                  <a:ext uri="{FF2B5EF4-FFF2-40B4-BE49-F238E27FC236}">
                    <a16:creationId xmlns:a16="http://schemas.microsoft.com/office/drawing/2014/main" id="{298B996F-7F1F-4C8E-D116-5581C0F63A97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0">
                <a:extLst>
                  <a:ext uri="{FF2B5EF4-FFF2-40B4-BE49-F238E27FC236}">
                    <a16:creationId xmlns:a16="http://schemas.microsoft.com/office/drawing/2014/main" id="{D591B7DB-71FA-461B-4BC1-6D29E441D99A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1">
                <a:extLst>
                  <a:ext uri="{FF2B5EF4-FFF2-40B4-BE49-F238E27FC236}">
                    <a16:creationId xmlns:a16="http://schemas.microsoft.com/office/drawing/2014/main" id="{7827F0E0-F436-1FD4-1125-65CE8E492CF5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102">
                <a:extLst>
                  <a:ext uri="{FF2B5EF4-FFF2-40B4-BE49-F238E27FC236}">
                    <a16:creationId xmlns:a16="http://schemas.microsoft.com/office/drawing/2014/main" id="{671B47C4-9037-AB1D-2B2F-03D1DA40F09B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103">
                <a:extLst>
                  <a:ext uri="{FF2B5EF4-FFF2-40B4-BE49-F238E27FC236}">
                    <a16:creationId xmlns:a16="http://schemas.microsoft.com/office/drawing/2014/main" id="{EB572BAE-BD42-4D2D-A5AF-AD71821F7247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4">
                <a:extLst>
                  <a:ext uri="{FF2B5EF4-FFF2-40B4-BE49-F238E27FC236}">
                    <a16:creationId xmlns:a16="http://schemas.microsoft.com/office/drawing/2014/main" id="{D0D713E2-A5D6-AA40-F2B8-2B26E75F45F4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5">
                <a:extLst>
                  <a:ext uri="{FF2B5EF4-FFF2-40B4-BE49-F238E27FC236}">
                    <a16:creationId xmlns:a16="http://schemas.microsoft.com/office/drawing/2014/main" id="{6C40BC6E-4B70-5A99-F3D2-8B3DBF9B3ABE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6">
                <a:extLst>
                  <a:ext uri="{FF2B5EF4-FFF2-40B4-BE49-F238E27FC236}">
                    <a16:creationId xmlns:a16="http://schemas.microsoft.com/office/drawing/2014/main" id="{5F48D076-4747-10E6-6494-471945FAB09F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8" name="Connector 107">
                <a:extLst>
                  <a:ext uri="{FF2B5EF4-FFF2-40B4-BE49-F238E27FC236}">
                    <a16:creationId xmlns:a16="http://schemas.microsoft.com/office/drawing/2014/main" id="{BDC5A1DB-FB05-D51F-CC75-9D510A359F94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9" name="Connector 108">
                <a:extLst>
                  <a:ext uri="{FF2B5EF4-FFF2-40B4-BE49-F238E27FC236}">
                    <a16:creationId xmlns:a16="http://schemas.microsoft.com/office/drawing/2014/main" id="{0BDDB9E1-E76D-D704-B328-FCFD17F0F40B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0" name="Connector 109">
                <a:extLst>
                  <a:ext uri="{FF2B5EF4-FFF2-40B4-BE49-F238E27FC236}">
                    <a16:creationId xmlns:a16="http://schemas.microsoft.com/office/drawing/2014/main" id="{996DCC8B-EB3E-06FE-B541-67FFAEFA8F97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1" name="Connector 110">
                <a:extLst>
                  <a:ext uri="{FF2B5EF4-FFF2-40B4-BE49-F238E27FC236}">
                    <a16:creationId xmlns:a16="http://schemas.microsoft.com/office/drawing/2014/main" id="{0D705692-4368-F3C9-B0B3-ED48D4E6891C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2" name="Connector 111">
                <a:extLst>
                  <a:ext uri="{FF2B5EF4-FFF2-40B4-BE49-F238E27FC236}">
                    <a16:creationId xmlns:a16="http://schemas.microsoft.com/office/drawing/2014/main" id="{A9FD882D-1487-89A3-E18E-01AD8F76EC34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3" name="Connector 112">
                <a:extLst>
                  <a:ext uri="{FF2B5EF4-FFF2-40B4-BE49-F238E27FC236}">
                    <a16:creationId xmlns:a16="http://schemas.microsoft.com/office/drawing/2014/main" id="{7634D313-96D4-BDD4-7A2A-94512337CD55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4" name="Connector 113">
                <a:extLst>
                  <a:ext uri="{FF2B5EF4-FFF2-40B4-BE49-F238E27FC236}">
                    <a16:creationId xmlns:a16="http://schemas.microsoft.com/office/drawing/2014/main" id="{8BB337C4-A821-8798-EFF8-804779A76516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5" name="Connector 114">
                <a:extLst>
                  <a:ext uri="{FF2B5EF4-FFF2-40B4-BE49-F238E27FC236}">
                    <a16:creationId xmlns:a16="http://schemas.microsoft.com/office/drawing/2014/main" id="{C0ACD3AB-93EC-929C-D5E7-38B4958D0E38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6" name="Connector 115">
                <a:extLst>
                  <a:ext uri="{FF2B5EF4-FFF2-40B4-BE49-F238E27FC236}">
                    <a16:creationId xmlns:a16="http://schemas.microsoft.com/office/drawing/2014/main" id="{7CF5E193-86CC-FCDC-A79E-B8997B7E7C8E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7" name="Connector 116">
                <a:extLst>
                  <a:ext uri="{FF2B5EF4-FFF2-40B4-BE49-F238E27FC236}">
                    <a16:creationId xmlns:a16="http://schemas.microsoft.com/office/drawing/2014/main" id="{F9A092B0-EBCE-1ABF-33CB-A73E4A4C7C80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8" name="Connector 117">
                <a:extLst>
                  <a:ext uri="{FF2B5EF4-FFF2-40B4-BE49-F238E27FC236}">
                    <a16:creationId xmlns:a16="http://schemas.microsoft.com/office/drawing/2014/main" id="{CA6F68F9-1F70-1442-66D4-A42DB314F8DA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9" name="Connector 118">
                <a:extLst>
                  <a:ext uri="{FF2B5EF4-FFF2-40B4-BE49-F238E27FC236}">
                    <a16:creationId xmlns:a16="http://schemas.microsoft.com/office/drawing/2014/main" id="{A7B8BB68-4243-E204-2406-21510F9DC6C5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0" name="Connector 119">
                <a:extLst>
                  <a:ext uri="{FF2B5EF4-FFF2-40B4-BE49-F238E27FC236}">
                    <a16:creationId xmlns:a16="http://schemas.microsoft.com/office/drawing/2014/main" id="{4E6226F6-AD0C-7D22-E273-6CECDE71E0A3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1" name="Connector 120">
                <a:extLst>
                  <a:ext uri="{FF2B5EF4-FFF2-40B4-BE49-F238E27FC236}">
                    <a16:creationId xmlns:a16="http://schemas.microsoft.com/office/drawing/2014/main" id="{DFB8C6C0-C607-3BFD-F602-94CF990DD8CD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2" name="Connector 121">
                <a:extLst>
                  <a:ext uri="{FF2B5EF4-FFF2-40B4-BE49-F238E27FC236}">
                    <a16:creationId xmlns:a16="http://schemas.microsoft.com/office/drawing/2014/main" id="{C6AF3AD6-542D-DD82-2D9C-3F16E4985521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3" name="Connector 122">
                <a:extLst>
                  <a:ext uri="{FF2B5EF4-FFF2-40B4-BE49-F238E27FC236}">
                    <a16:creationId xmlns:a16="http://schemas.microsoft.com/office/drawing/2014/main" id="{9183AF0C-B5A5-2A5E-62D5-1533C4D9893C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4" name="Connector 123">
                <a:extLst>
                  <a:ext uri="{FF2B5EF4-FFF2-40B4-BE49-F238E27FC236}">
                    <a16:creationId xmlns:a16="http://schemas.microsoft.com/office/drawing/2014/main" id="{643DC266-9191-6945-8ED9-D287A07B5975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5" name="Connector 124">
                <a:extLst>
                  <a:ext uri="{FF2B5EF4-FFF2-40B4-BE49-F238E27FC236}">
                    <a16:creationId xmlns:a16="http://schemas.microsoft.com/office/drawing/2014/main" id="{3105F04F-D254-FDA6-7B92-4243EF0F2E54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6" name="Connector 125">
                <a:extLst>
                  <a:ext uri="{FF2B5EF4-FFF2-40B4-BE49-F238E27FC236}">
                    <a16:creationId xmlns:a16="http://schemas.microsoft.com/office/drawing/2014/main" id="{754813E2-F59D-F5ED-4A07-8ED1FF3555AB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7" name="Connector 126">
                <a:extLst>
                  <a:ext uri="{FF2B5EF4-FFF2-40B4-BE49-F238E27FC236}">
                    <a16:creationId xmlns:a16="http://schemas.microsoft.com/office/drawing/2014/main" id="{262A0424-9CB8-4753-CD03-7F2B102B4603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8" name="Connector 127">
                <a:extLst>
                  <a:ext uri="{FF2B5EF4-FFF2-40B4-BE49-F238E27FC236}">
                    <a16:creationId xmlns:a16="http://schemas.microsoft.com/office/drawing/2014/main" id="{6583CA3D-58BC-688E-2429-C3144E41309D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9" name="Connector 128">
                <a:extLst>
                  <a:ext uri="{FF2B5EF4-FFF2-40B4-BE49-F238E27FC236}">
                    <a16:creationId xmlns:a16="http://schemas.microsoft.com/office/drawing/2014/main" id="{62C1A1E3-893F-3C96-2DA7-5A1B76E59E0C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0" name="Connector 129">
                <a:extLst>
                  <a:ext uri="{FF2B5EF4-FFF2-40B4-BE49-F238E27FC236}">
                    <a16:creationId xmlns:a16="http://schemas.microsoft.com/office/drawing/2014/main" id="{882633D5-9286-0EB7-1262-6ABE3FB913A9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1" name="Connector 130">
                <a:extLst>
                  <a:ext uri="{FF2B5EF4-FFF2-40B4-BE49-F238E27FC236}">
                    <a16:creationId xmlns:a16="http://schemas.microsoft.com/office/drawing/2014/main" id="{DCF6E01C-705C-4F0F-8209-F1711FD3C0B4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2" name="Connector 131">
                <a:extLst>
                  <a:ext uri="{FF2B5EF4-FFF2-40B4-BE49-F238E27FC236}">
                    <a16:creationId xmlns:a16="http://schemas.microsoft.com/office/drawing/2014/main" id="{B136F4C5-8EC3-5794-1096-6C7964A941BB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3" name="Connector 132">
                <a:extLst>
                  <a:ext uri="{FF2B5EF4-FFF2-40B4-BE49-F238E27FC236}">
                    <a16:creationId xmlns:a16="http://schemas.microsoft.com/office/drawing/2014/main" id="{2814BEDA-ADF4-F7D0-B6D3-A81803598BB0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DD43FF35-922B-12A9-B06A-DCF5C351EC16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BFE57DB-4997-5503-C71C-7378993F92A9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817C51F-BBF9-49CE-0238-A180ADC30123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88BE75E0-3A48-E925-669D-6D09772BE90E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5F80FFB-5149-61F1-AE35-A59718D6026A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2C604FE3-9A7E-6A37-2DA1-2CE3D9F894C9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118FB997-6D84-D0A3-C378-8FCE62049442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DD365D93-A4C5-52C9-B5D3-04AB373C5ECE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29D1DFDD-BD1B-960F-17E3-B68CC889902A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0A46D20D-84CF-34BB-46E7-333CEA847FFC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31459166-12A8-78BF-C21C-AA360F6B5324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1B3E562-8662-FA86-FC42-E78559B052B4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9BED2C7-8682-CF70-A2C3-FD93FDAE6737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9E6B879-1C80-49BF-0F63-F25EC3DB981D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117DE8F2-49A2-B6D3-45D9-68E4EACE193B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699C8430-C69D-E14C-BFF8-DCDF678239ED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40C407FF-14ED-9EC4-9DC8-1742C731B4A9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0C2966FB-8D1B-8018-9B64-A83277674BFB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5B9A9B8-5BDB-7C11-9D86-9C6407F73763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45DB35E5-836B-69A0-B095-98CE58831630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2FC545B4-C44D-3FB8-FB14-A938FF8832DD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30C22B0-89DC-364B-6104-01EE68C5352B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959AAAA4-CCF7-F147-8A77-2010BC05042B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AA5BBC32-4830-0480-A930-9289B8CD085E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3F5D6133-4DD9-133F-00DF-7F17383F8A32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A1097291-40C4-D71B-C612-7C9813ABDF64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661F493A-604B-EC81-FBF7-3E391AC89B08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E8FFF31-84B2-E953-F079-8F83CB641E50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E02D8196-D0D5-BB7F-40B5-59B2A8BA4C37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24810F28-C901-BCB9-F316-5007A8350644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165685A-3819-AA54-58B2-472F1249B93E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8D2D94CD-F92C-5492-5214-E696FAE6FB72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B88FFA6D-83A1-96D5-F227-9CC2C7EEEC18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912970A1-9A91-31A9-688A-B98DB481601C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071C7A29-2FA4-6E63-ADC4-51CBFC07F293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B9F3412-028F-FE45-AD23-8AC7FB96075B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B8507CAB-1E43-D4CE-D614-ACB07B9943F5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94E8454D-9766-0124-21BF-B6EA6172A08D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7A20FCC7-EB87-E3BC-8F30-3DFCD0A89617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91DA7B7F-A2FF-EBD5-5702-DF69B7F252EA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7E2047AB-345A-D892-EEF7-730563B705C1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BF7D37D3-25B7-8E4E-F004-CEC176A71AEF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178E23F4-419A-123B-49EF-31C7D0E75694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4595ECEE-D707-2147-93DC-AC32B0AFD3AE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5537535E-257B-3E0D-C4EC-FE498FC57659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60C7FEE3-4E1D-45AB-D33D-891E2E5BB057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0A74B6BA-E164-42BC-E82F-52EF74177BC2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2B264279-622B-1B2E-E3E8-772C48789EAF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21908EFE-CA2C-7FCE-1A07-4F965A9481E2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A763D740-EE57-4431-C543-46921FF80EC6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9E706C85-7F32-0E07-20F9-FB00FDE729BF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67FE7F9B-3AEC-153B-DF10-4EE9B70140F4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F2DD55BE-C347-7D7D-A466-2DFB53223F26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3F86B928-70C7-B4A9-D0E3-711DEB78ED67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E3830D52-C1D8-74D8-6999-8450BDE67116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C19A4469-A80D-3AA5-905B-85D7889F5C24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1F4E8CFF-053F-58EA-0D8C-2064FA7A9C3B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44D0D000-84A9-C719-B3AE-E6E4D267C599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93794EA5-B020-D83B-2807-2E8DCF6B9C4A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5C39CA1C-7B0D-2853-213C-325217305633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92460DB6-2F11-6D39-407E-7D6BF4FEB80A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7B326354-A0CF-7E4D-F526-36A6202AAFCF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ADCBC2FB-47A8-5575-BB89-F40640AACB3E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BFEC717C-B17C-CD06-0337-4CEC804D6B48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91CD93A2-18E4-0178-76E8-D060A226CB17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D9F1B4DE-A54E-8632-0545-F8F7D7AA1FF8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0436A0D0-7057-3173-C214-8224E025C3AD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E50624AF-6518-AAC7-75C6-51E54C6FC766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15E62F87-6742-BE31-EC69-916760FC3AF0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FDB83BE1-B636-F738-81DB-AE7F09C74FE8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CA12D4A9-714E-E1FF-D910-0F3E702F5D33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EC56C03C-D20C-DE48-58E8-DD50BE60166A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DCAF91F6-8B56-1A88-DB32-7C61C445C872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2DD80A61-8878-7D97-686A-DBEB680F71B7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5B51DBA2-E391-BA04-623C-80DCE1E13F7F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CAE8A028-4159-235A-6AB3-428815256E92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780AD114-ACC2-01E4-40AF-7E382ADF7B3D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9072A13-CFD0-EE12-A79E-94EB126C70DD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5663980-127E-B4FC-55BA-8B7297146599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2CBF3813-950C-7521-DCF2-B1530DEC074E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E3239A67-4EA9-8140-A8BB-348569185278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565908E2-22BA-7ABD-AF87-5E7E791D2497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A612AD17-23EE-AD5B-EEFC-9A4820883F69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D5101E6B-EC82-7CD1-59DE-E4A1073B740B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D8882579-3304-0530-84A8-1023F10A167A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B191571-DA3C-51BE-3D77-AD8255890B32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2BFB719F-7B21-7075-9E9C-162F7307BA8D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6D0B2BDF-8E3D-6B1C-B155-507F2F1979CB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08B817EB-7440-D94D-E291-1B540D35B39F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FDB20C62-FF8E-6DFA-87C1-4E8BA7ED853D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50FC94C4-E437-8322-E02F-3A4F3EA119DA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BA1EB9E9-230B-1625-A76C-C5CFD16E387D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5339BA9E-AD9B-3169-A7B2-48F755DBE501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AEC56058-332B-F702-EDC8-27AE7B5FCFAE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688DE0B-1FED-B7A8-EDD7-319E0BD9BC5B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7B08289B-53BE-E3AD-2F6D-E0ED53993374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0" name="Parallelogram 459">
              <a:extLst>
                <a:ext uri="{FF2B5EF4-FFF2-40B4-BE49-F238E27FC236}">
                  <a16:creationId xmlns:a16="http://schemas.microsoft.com/office/drawing/2014/main" id="{560C1356-8177-9625-C21D-9F94DAA6A057}"/>
                </a:ext>
              </a:extLst>
            </p:cNvPr>
            <p:cNvSpPr/>
            <p:nvPr/>
          </p:nvSpPr>
          <p:spPr>
            <a:xfrm>
              <a:off x="1482943" y="3291839"/>
              <a:ext cx="2636212" cy="1985002"/>
            </a:xfrm>
            <a:prstGeom prst="parallelogram">
              <a:avLst>
                <a:gd name="adj" fmla="val 18845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1" name="TextBox 460">
            <a:extLst>
              <a:ext uri="{FF2B5EF4-FFF2-40B4-BE49-F238E27FC236}">
                <a16:creationId xmlns:a16="http://schemas.microsoft.com/office/drawing/2014/main" id="{87ACE877-D441-4B20-47A9-E031BDDE6567}"/>
              </a:ext>
            </a:extLst>
          </p:cNvPr>
          <p:cNvSpPr txBox="1"/>
          <p:nvPr/>
        </p:nvSpPr>
        <p:spPr>
          <a:xfrm>
            <a:off x="2860158" y="5603358"/>
            <a:ext cx="1495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JLK_delta</a:t>
            </a:r>
            <a:r>
              <a:rPr lang="en-US" dirty="0"/>
              <a:t> 2/3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805AE4CD-3303-6C50-B868-CAE9A572FAE8}"/>
              </a:ext>
            </a:extLst>
          </p:cNvPr>
          <p:cNvSpPr txBox="1"/>
          <p:nvPr/>
        </p:nvSpPr>
        <p:spPr>
          <a:xfrm>
            <a:off x="8678907" y="5603358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JLK_eta</a:t>
            </a:r>
            <a:r>
              <a:rPr lang="en-US" dirty="0"/>
              <a:t> 4/7</a:t>
            </a:r>
          </a:p>
        </p:txBody>
      </p:sp>
    </p:spTree>
    <p:extLst>
      <p:ext uri="{BB962C8B-B14F-4D97-AF65-F5344CB8AC3E}">
        <p14:creationId xmlns:p14="http://schemas.microsoft.com/office/powerpoint/2010/main" val="99746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FC3F-93F2-74B9-9C54-F61DF324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460">
            <a:extLst>
              <a:ext uri="{FF2B5EF4-FFF2-40B4-BE49-F238E27FC236}">
                <a16:creationId xmlns:a16="http://schemas.microsoft.com/office/drawing/2014/main" id="{97E8C6EE-A32F-461E-74FC-0541D31096E7}"/>
              </a:ext>
            </a:extLst>
          </p:cNvPr>
          <p:cNvSpPr txBox="1"/>
          <p:nvPr/>
        </p:nvSpPr>
        <p:spPr>
          <a:xfrm>
            <a:off x="2860158" y="5603358"/>
            <a:ext cx="22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JLK_zeta</a:t>
            </a:r>
            <a:r>
              <a:rPr lang="en-US" dirty="0"/>
              <a:t>, </a:t>
            </a:r>
            <a:r>
              <a:rPr lang="en-US" dirty="0" err="1"/>
              <a:t>JMAS_c</a:t>
            </a:r>
            <a:r>
              <a:rPr lang="en-US" dirty="0"/>
              <a:t> 1/2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ABBC2B81-0082-12DC-8FA6-52CA0F48630E}"/>
              </a:ext>
            </a:extLst>
          </p:cNvPr>
          <p:cNvSpPr txBox="1"/>
          <p:nvPr/>
        </p:nvSpPr>
        <p:spPr>
          <a:xfrm>
            <a:off x="8678907" y="5603358"/>
            <a:ext cx="1526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JLK_zeta2 2/5</a:t>
            </a:r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5B50BE58-1984-87BF-5DA5-78B7F7358142}"/>
              </a:ext>
            </a:extLst>
          </p:cNvPr>
          <p:cNvGrpSpPr/>
          <p:nvPr/>
        </p:nvGrpSpPr>
        <p:grpSpPr>
          <a:xfrm>
            <a:off x="586975" y="978843"/>
            <a:ext cx="5197448" cy="4425696"/>
            <a:chOff x="586975" y="978843"/>
            <a:chExt cx="5197448" cy="44256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17D9CDE-9EEC-3176-9A92-2F233260AE4C}"/>
                </a:ext>
              </a:extLst>
            </p:cNvPr>
            <p:cNvGrpSpPr/>
            <p:nvPr/>
          </p:nvGrpSpPr>
          <p:grpSpPr>
            <a:xfrm>
              <a:off x="586975" y="978843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3" name="Connector 2">
                <a:extLst>
                  <a:ext uri="{FF2B5EF4-FFF2-40B4-BE49-F238E27FC236}">
                    <a16:creationId xmlns:a16="http://schemas.microsoft.com/office/drawing/2014/main" id="{4D4C05E5-9E28-F410-06F3-3EB36C5D56EA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3">
                <a:extLst>
                  <a:ext uri="{FF2B5EF4-FFF2-40B4-BE49-F238E27FC236}">
                    <a16:creationId xmlns:a16="http://schemas.microsoft.com/office/drawing/2014/main" id="{EE9CE38E-5C48-A680-89BB-78A4E622938F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4">
                <a:extLst>
                  <a:ext uri="{FF2B5EF4-FFF2-40B4-BE49-F238E27FC236}">
                    <a16:creationId xmlns:a16="http://schemas.microsoft.com/office/drawing/2014/main" id="{5DC3EC4C-D69A-02DB-5F49-0659B1442F21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5">
                <a:extLst>
                  <a:ext uri="{FF2B5EF4-FFF2-40B4-BE49-F238E27FC236}">
                    <a16:creationId xmlns:a16="http://schemas.microsoft.com/office/drawing/2014/main" id="{26A33A08-9259-DE42-0B69-465D505D59EB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6">
                <a:extLst>
                  <a:ext uri="{FF2B5EF4-FFF2-40B4-BE49-F238E27FC236}">
                    <a16:creationId xmlns:a16="http://schemas.microsoft.com/office/drawing/2014/main" id="{CCAB3EEE-4C9C-EE70-9BAF-7FF887862CA5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7">
                <a:extLst>
                  <a:ext uri="{FF2B5EF4-FFF2-40B4-BE49-F238E27FC236}">
                    <a16:creationId xmlns:a16="http://schemas.microsoft.com/office/drawing/2014/main" id="{7361CC47-7ABD-8845-616E-B791C8143DD5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8">
                <a:extLst>
                  <a:ext uri="{FF2B5EF4-FFF2-40B4-BE49-F238E27FC236}">
                    <a16:creationId xmlns:a16="http://schemas.microsoft.com/office/drawing/2014/main" id="{0E0BF487-55FD-5E39-7510-B98702AABA79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9">
                <a:extLst>
                  <a:ext uri="{FF2B5EF4-FFF2-40B4-BE49-F238E27FC236}">
                    <a16:creationId xmlns:a16="http://schemas.microsoft.com/office/drawing/2014/main" id="{54007A43-1FFD-7594-B9ED-D3FA98836022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0">
                <a:extLst>
                  <a:ext uri="{FF2B5EF4-FFF2-40B4-BE49-F238E27FC236}">
                    <a16:creationId xmlns:a16="http://schemas.microsoft.com/office/drawing/2014/main" id="{C56EEF8D-0CF1-B609-F404-37EA7E1E7FA4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1">
                <a:extLst>
                  <a:ext uri="{FF2B5EF4-FFF2-40B4-BE49-F238E27FC236}">
                    <a16:creationId xmlns:a16="http://schemas.microsoft.com/office/drawing/2014/main" id="{ED87DDAC-D636-A3E0-5811-555993E8717D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2">
                <a:extLst>
                  <a:ext uri="{FF2B5EF4-FFF2-40B4-BE49-F238E27FC236}">
                    <a16:creationId xmlns:a16="http://schemas.microsoft.com/office/drawing/2014/main" id="{32C6B465-59E8-68E1-0101-14A02BF6E17C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3">
                <a:extLst>
                  <a:ext uri="{FF2B5EF4-FFF2-40B4-BE49-F238E27FC236}">
                    <a16:creationId xmlns:a16="http://schemas.microsoft.com/office/drawing/2014/main" id="{EC8E4775-FAB9-BCB5-92EC-78CE7CB0E8D3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4">
                <a:extLst>
                  <a:ext uri="{FF2B5EF4-FFF2-40B4-BE49-F238E27FC236}">
                    <a16:creationId xmlns:a16="http://schemas.microsoft.com/office/drawing/2014/main" id="{C8B730A2-3743-C7D1-A1C8-5364C0991D12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5">
                <a:extLst>
                  <a:ext uri="{FF2B5EF4-FFF2-40B4-BE49-F238E27FC236}">
                    <a16:creationId xmlns:a16="http://schemas.microsoft.com/office/drawing/2014/main" id="{97C08565-E7AC-DFF4-881B-563562F4BF28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6">
                <a:extLst>
                  <a:ext uri="{FF2B5EF4-FFF2-40B4-BE49-F238E27FC236}">
                    <a16:creationId xmlns:a16="http://schemas.microsoft.com/office/drawing/2014/main" id="{2A1DE36C-182E-558C-126C-8BAE73860696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7">
                <a:extLst>
                  <a:ext uri="{FF2B5EF4-FFF2-40B4-BE49-F238E27FC236}">
                    <a16:creationId xmlns:a16="http://schemas.microsoft.com/office/drawing/2014/main" id="{49EC7EA3-149A-DC28-099A-BEF07A19F6CD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8">
                <a:extLst>
                  <a:ext uri="{FF2B5EF4-FFF2-40B4-BE49-F238E27FC236}">
                    <a16:creationId xmlns:a16="http://schemas.microsoft.com/office/drawing/2014/main" id="{40E08EBF-4350-745D-E659-CA3457408504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9">
                <a:extLst>
                  <a:ext uri="{FF2B5EF4-FFF2-40B4-BE49-F238E27FC236}">
                    <a16:creationId xmlns:a16="http://schemas.microsoft.com/office/drawing/2014/main" id="{371EBD6C-B7F6-54C6-C963-B3E78ECDF2F1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0">
                <a:extLst>
                  <a:ext uri="{FF2B5EF4-FFF2-40B4-BE49-F238E27FC236}">
                    <a16:creationId xmlns:a16="http://schemas.microsoft.com/office/drawing/2014/main" id="{AC543B57-AA3D-BF55-A38F-4C2D807254D3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1">
                <a:extLst>
                  <a:ext uri="{FF2B5EF4-FFF2-40B4-BE49-F238E27FC236}">
                    <a16:creationId xmlns:a16="http://schemas.microsoft.com/office/drawing/2014/main" id="{D7C66F35-B5B7-8DCD-D6C0-EBE3FB20FE81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2">
                <a:extLst>
                  <a:ext uri="{FF2B5EF4-FFF2-40B4-BE49-F238E27FC236}">
                    <a16:creationId xmlns:a16="http://schemas.microsoft.com/office/drawing/2014/main" id="{E2FDCB5A-14D3-F087-A4E2-1864C0477923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3">
                <a:extLst>
                  <a:ext uri="{FF2B5EF4-FFF2-40B4-BE49-F238E27FC236}">
                    <a16:creationId xmlns:a16="http://schemas.microsoft.com/office/drawing/2014/main" id="{CDF40B85-3A4D-F082-93D7-29BAD02292CA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4">
                <a:extLst>
                  <a:ext uri="{FF2B5EF4-FFF2-40B4-BE49-F238E27FC236}">
                    <a16:creationId xmlns:a16="http://schemas.microsoft.com/office/drawing/2014/main" id="{70A1E5AF-154A-33C5-921C-791E36B7FA16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5">
                <a:extLst>
                  <a:ext uri="{FF2B5EF4-FFF2-40B4-BE49-F238E27FC236}">
                    <a16:creationId xmlns:a16="http://schemas.microsoft.com/office/drawing/2014/main" id="{58F208ED-4E97-AE66-C372-5AFC2C5EA77D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6">
                <a:extLst>
                  <a:ext uri="{FF2B5EF4-FFF2-40B4-BE49-F238E27FC236}">
                    <a16:creationId xmlns:a16="http://schemas.microsoft.com/office/drawing/2014/main" id="{E34AEFFA-ADDD-9E8D-E161-FECDBBF8C3CA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7">
                <a:extLst>
                  <a:ext uri="{FF2B5EF4-FFF2-40B4-BE49-F238E27FC236}">
                    <a16:creationId xmlns:a16="http://schemas.microsoft.com/office/drawing/2014/main" id="{E4203B55-4FF4-EAD7-9454-9DB395009034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8">
                <a:extLst>
                  <a:ext uri="{FF2B5EF4-FFF2-40B4-BE49-F238E27FC236}">
                    <a16:creationId xmlns:a16="http://schemas.microsoft.com/office/drawing/2014/main" id="{B2549B78-09DF-AA7E-C1FD-964C9F2D23DC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9">
                <a:extLst>
                  <a:ext uri="{FF2B5EF4-FFF2-40B4-BE49-F238E27FC236}">
                    <a16:creationId xmlns:a16="http://schemas.microsoft.com/office/drawing/2014/main" id="{60C045A9-C339-E866-4100-C2FCF34CB693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0">
                <a:extLst>
                  <a:ext uri="{FF2B5EF4-FFF2-40B4-BE49-F238E27FC236}">
                    <a16:creationId xmlns:a16="http://schemas.microsoft.com/office/drawing/2014/main" id="{D783588E-38FB-F96A-17C0-4D138DD5E133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1">
                <a:extLst>
                  <a:ext uri="{FF2B5EF4-FFF2-40B4-BE49-F238E27FC236}">
                    <a16:creationId xmlns:a16="http://schemas.microsoft.com/office/drawing/2014/main" id="{60E5314C-C96D-7116-D270-EF84AB6FB7E1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2">
                <a:extLst>
                  <a:ext uri="{FF2B5EF4-FFF2-40B4-BE49-F238E27FC236}">
                    <a16:creationId xmlns:a16="http://schemas.microsoft.com/office/drawing/2014/main" id="{89BDA5CA-1E0F-D044-9C22-D9D322BD26D8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3">
                <a:extLst>
                  <a:ext uri="{FF2B5EF4-FFF2-40B4-BE49-F238E27FC236}">
                    <a16:creationId xmlns:a16="http://schemas.microsoft.com/office/drawing/2014/main" id="{6744FB7A-73A6-810C-535B-AF3B09B80268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4">
                <a:extLst>
                  <a:ext uri="{FF2B5EF4-FFF2-40B4-BE49-F238E27FC236}">
                    <a16:creationId xmlns:a16="http://schemas.microsoft.com/office/drawing/2014/main" id="{E43A7EE2-9F00-AD16-AF19-179C63052F25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5">
                <a:extLst>
                  <a:ext uri="{FF2B5EF4-FFF2-40B4-BE49-F238E27FC236}">
                    <a16:creationId xmlns:a16="http://schemas.microsoft.com/office/drawing/2014/main" id="{04833628-934A-36D5-31C1-F90678FB4927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6">
                <a:extLst>
                  <a:ext uri="{FF2B5EF4-FFF2-40B4-BE49-F238E27FC236}">
                    <a16:creationId xmlns:a16="http://schemas.microsoft.com/office/drawing/2014/main" id="{47F1D832-B9DD-AC70-D940-502C2A202768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7">
                <a:extLst>
                  <a:ext uri="{FF2B5EF4-FFF2-40B4-BE49-F238E27FC236}">
                    <a16:creationId xmlns:a16="http://schemas.microsoft.com/office/drawing/2014/main" id="{A5940243-EA5E-20D6-D1E1-9DBAD001AE1D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8">
                <a:extLst>
                  <a:ext uri="{FF2B5EF4-FFF2-40B4-BE49-F238E27FC236}">
                    <a16:creationId xmlns:a16="http://schemas.microsoft.com/office/drawing/2014/main" id="{604AEB98-6F0F-42AF-E872-FC4BAD2F8144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9">
                <a:extLst>
                  <a:ext uri="{FF2B5EF4-FFF2-40B4-BE49-F238E27FC236}">
                    <a16:creationId xmlns:a16="http://schemas.microsoft.com/office/drawing/2014/main" id="{AFF3FA22-9B8F-3E97-A556-AC7513542EF3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0">
                <a:extLst>
                  <a:ext uri="{FF2B5EF4-FFF2-40B4-BE49-F238E27FC236}">
                    <a16:creationId xmlns:a16="http://schemas.microsoft.com/office/drawing/2014/main" id="{28A271FF-43DF-78D2-AC69-57FA25E1FC42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1">
                <a:extLst>
                  <a:ext uri="{FF2B5EF4-FFF2-40B4-BE49-F238E27FC236}">
                    <a16:creationId xmlns:a16="http://schemas.microsoft.com/office/drawing/2014/main" id="{A1FD35CC-F561-BAAF-59A7-507B1B7F90D2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2">
                <a:extLst>
                  <a:ext uri="{FF2B5EF4-FFF2-40B4-BE49-F238E27FC236}">
                    <a16:creationId xmlns:a16="http://schemas.microsoft.com/office/drawing/2014/main" id="{51294F43-A548-33F0-4FE9-A7847A5E4BC5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3">
                <a:extLst>
                  <a:ext uri="{FF2B5EF4-FFF2-40B4-BE49-F238E27FC236}">
                    <a16:creationId xmlns:a16="http://schemas.microsoft.com/office/drawing/2014/main" id="{5368DB49-C077-C3BB-A134-8D4EDD9F2DFC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4">
                <a:extLst>
                  <a:ext uri="{FF2B5EF4-FFF2-40B4-BE49-F238E27FC236}">
                    <a16:creationId xmlns:a16="http://schemas.microsoft.com/office/drawing/2014/main" id="{2305DCEA-8276-A7F9-C941-009952F916AE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5">
                <a:extLst>
                  <a:ext uri="{FF2B5EF4-FFF2-40B4-BE49-F238E27FC236}">
                    <a16:creationId xmlns:a16="http://schemas.microsoft.com/office/drawing/2014/main" id="{8790C313-2C9E-E935-1C17-622FE49858EB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6">
                <a:extLst>
                  <a:ext uri="{FF2B5EF4-FFF2-40B4-BE49-F238E27FC236}">
                    <a16:creationId xmlns:a16="http://schemas.microsoft.com/office/drawing/2014/main" id="{F461C6F0-E062-FF04-01DB-FBE7A0B047C9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7">
                <a:extLst>
                  <a:ext uri="{FF2B5EF4-FFF2-40B4-BE49-F238E27FC236}">
                    <a16:creationId xmlns:a16="http://schemas.microsoft.com/office/drawing/2014/main" id="{0D03005C-5894-186F-F345-CA1A58852BFE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8">
                <a:extLst>
                  <a:ext uri="{FF2B5EF4-FFF2-40B4-BE49-F238E27FC236}">
                    <a16:creationId xmlns:a16="http://schemas.microsoft.com/office/drawing/2014/main" id="{D3221F0D-C532-25FA-CCEF-2D57AD121CE7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9">
                <a:extLst>
                  <a:ext uri="{FF2B5EF4-FFF2-40B4-BE49-F238E27FC236}">
                    <a16:creationId xmlns:a16="http://schemas.microsoft.com/office/drawing/2014/main" id="{F77CB0A2-1CD3-ABB6-8E7A-FF072954FE76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0">
                <a:extLst>
                  <a:ext uri="{FF2B5EF4-FFF2-40B4-BE49-F238E27FC236}">
                    <a16:creationId xmlns:a16="http://schemas.microsoft.com/office/drawing/2014/main" id="{3E74496B-CCB5-B4F6-AD5C-3F4919C4C8FB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1">
                <a:extLst>
                  <a:ext uri="{FF2B5EF4-FFF2-40B4-BE49-F238E27FC236}">
                    <a16:creationId xmlns:a16="http://schemas.microsoft.com/office/drawing/2014/main" id="{3C76127D-3630-9F2B-06D8-6B49AA962411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2">
                <a:extLst>
                  <a:ext uri="{FF2B5EF4-FFF2-40B4-BE49-F238E27FC236}">
                    <a16:creationId xmlns:a16="http://schemas.microsoft.com/office/drawing/2014/main" id="{30E4FB5F-4243-8032-08C6-0C1D02B26CCF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3">
                <a:extLst>
                  <a:ext uri="{FF2B5EF4-FFF2-40B4-BE49-F238E27FC236}">
                    <a16:creationId xmlns:a16="http://schemas.microsoft.com/office/drawing/2014/main" id="{D7613C37-CA19-E791-A239-C32F8B84B7F1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4">
                <a:extLst>
                  <a:ext uri="{FF2B5EF4-FFF2-40B4-BE49-F238E27FC236}">
                    <a16:creationId xmlns:a16="http://schemas.microsoft.com/office/drawing/2014/main" id="{DC3763F7-61E6-7578-F642-D1E44472A6DA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5">
                <a:extLst>
                  <a:ext uri="{FF2B5EF4-FFF2-40B4-BE49-F238E27FC236}">
                    <a16:creationId xmlns:a16="http://schemas.microsoft.com/office/drawing/2014/main" id="{277ED68A-D303-82F0-2D53-94B7AE440E41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6">
                <a:extLst>
                  <a:ext uri="{FF2B5EF4-FFF2-40B4-BE49-F238E27FC236}">
                    <a16:creationId xmlns:a16="http://schemas.microsoft.com/office/drawing/2014/main" id="{4D15713B-CD7D-113F-9448-D25D573816B5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7">
                <a:extLst>
                  <a:ext uri="{FF2B5EF4-FFF2-40B4-BE49-F238E27FC236}">
                    <a16:creationId xmlns:a16="http://schemas.microsoft.com/office/drawing/2014/main" id="{4045183D-1CD9-CF46-3364-4C75B4DA506F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8">
                <a:extLst>
                  <a:ext uri="{FF2B5EF4-FFF2-40B4-BE49-F238E27FC236}">
                    <a16:creationId xmlns:a16="http://schemas.microsoft.com/office/drawing/2014/main" id="{2C5BC219-9E85-6E26-6682-8B800199A0FD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9">
                <a:extLst>
                  <a:ext uri="{FF2B5EF4-FFF2-40B4-BE49-F238E27FC236}">
                    <a16:creationId xmlns:a16="http://schemas.microsoft.com/office/drawing/2014/main" id="{236CD25F-31B9-23FB-4F3D-9A01FA1F3D56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0">
                <a:extLst>
                  <a:ext uri="{FF2B5EF4-FFF2-40B4-BE49-F238E27FC236}">
                    <a16:creationId xmlns:a16="http://schemas.microsoft.com/office/drawing/2014/main" id="{A0BC3EA0-5865-55E2-8B07-B28D56A4C208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1">
                <a:extLst>
                  <a:ext uri="{FF2B5EF4-FFF2-40B4-BE49-F238E27FC236}">
                    <a16:creationId xmlns:a16="http://schemas.microsoft.com/office/drawing/2014/main" id="{EED1EEF7-F729-5E8E-338E-35AE8157499F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2">
                <a:extLst>
                  <a:ext uri="{FF2B5EF4-FFF2-40B4-BE49-F238E27FC236}">
                    <a16:creationId xmlns:a16="http://schemas.microsoft.com/office/drawing/2014/main" id="{1FEFFDFD-75DC-AC16-F5E2-886AC0EDADF9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3">
                <a:extLst>
                  <a:ext uri="{FF2B5EF4-FFF2-40B4-BE49-F238E27FC236}">
                    <a16:creationId xmlns:a16="http://schemas.microsoft.com/office/drawing/2014/main" id="{830BD1EC-BD39-2002-1F01-FED65537E61C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4">
                <a:extLst>
                  <a:ext uri="{FF2B5EF4-FFF2-40B4-BE49-F238E27FC236}">
                    <a16:creationId xmlns:a16="http://schemas.microsoft.com/office/drawing/2014/main" id="{C04490D3-4C9E-88DC-B7AE-9D4DB9C0F787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5">
                <a:extLst>
                  <a:ext uri="{FF2B5EF4-FFF2-40B4-BE49-F238E27FC236}">
                    <a16:creationId xmlns:a16="http://schemas.microsoft.com/office/drawing/2014/main" id="{0CC20BA7-1022-3BF3-BED6-C2523C032195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6">
                <a:extLst>
                  <a:ext uri="{FF2B5EF4-FFF2-40B4-BE49-F238E27FC236}">
                    <a16:creationId xmlns:a16="http://schemas.microsoft.com/office/drawing/2014/main" id="{53F711C2-21B5-CBF4-5B9E-596FFBC56F9E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7">
                <a:extLst>
                  <a:ext uri="{FF2B5EF4-FFF2-40B4-BE49-F238E27FC236}">
                    <a16:creationId xmlns:a16="http://schemas.microsoft.com/office/drawing/2014/main" id="{FEE93318-A03B-8FEA-456D-952D44EE877F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8">
                <a:extLst>
                  <a:ext uri="{FF2B5EF4-FFF2-40B4-BE49-F238E27FC236}">
                    <a16:creationId xmlns:a16="http://schemas.microsoft.com/office/drawing/2014/main" id="{28FD2D41-A9FB-6364-C6ED-CF2D35F6E204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9">
                <a:extLst>
                  <a:ext uri="{FF2B5EF4-FFF2-40B4-BE49-F238E27FC236}">
                    <a16:creationId xmlns:a16="http://schemas.microsoft.com/office/drawing/2014/main" id="{499DB54D-F412-F877-4DD2-9FAE94C51135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0">
                <a:extLst>
                  <a:ext uri="{FF2B5EF4-FFF2-40B4-BE49-F238E27FC236}">
                    <a16:creationId xmlns:a16="http://schemas.microsoft.com/office/drawing/2014/main" id="{BD9317CF-782A-A9AE-B18A-3CD69DB21EC3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1">
                <a:extLst>
                  <a:ext uri="{FF2B5EF4-FFF2-40B4-BE49-F238E27FC236}">
                    <a16:creationId xmlns:a16="http://schemas.microsoft.com/office/drawing/2014/main" id="{F9165719-4BE4-90DA-4A52-DB7BA61F64F2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2">
                <a:extLst>
                  <a:ext uri="{FF2B5EF4-FFF2-40B4-BE49-F238E27FC236}">
                    <a16:creationId xmlns:a16="http://schemas.microsoft.com/office/drawing/2014/main" id="{57A01F17-18ED-2235-A4D5-B96304EB252F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3">
                <a:extLst>
                  <a:ext uri="{FF2B5EF4-FFF2-40B4-BE49-F238E27FC236}">
                    <a16:creationId xmlns:a16="http://schemas.microsoft.com/office/drawing/2014/main" id="{1FD59DB9-4E15-8703-55D5-CB728CFB3014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4">
                <a:extLst>
                  <a:ext uri="{FF2B5EF4-FFF2-40B4-BE49-F238E27FC236}">
                    <a16:creationId xmlns:a16="http://schemas.microsoft.com/office/drawing/2014/main" id="{1BDBE35C-AEBF-97EC-3D1A-E1D7526CF760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5">
                <a:extLst>
                  <a:ext uri="{FF2B5EF4-FFF2-40B4-BE49-F238E27FC236}">
                    <a16:creationId xmlns:a16="http://schemas.microsoft.com/office/drawing/2014/main" id="{A7078688-1299-EF69-DD56-BCEA87B314E7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6">
                <a:extLst>
                  <a:ext uri="{FF2B5EF4-FFF2-40B4-BE49-F238E27FC236}">
                    <a16:creationId xmlns:a16="http://schemas.microsoft.com/office/drawing/2014/main" id="{7E50EDB1-25EE-9EEF-B385-17DB286305AF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7">
                <a:extLst>
                  <a:ext uri="{FF2B5EF4-FFF2-40B4-BE49-F238E27FC236}">
                    <a16:creationId xmlns:a16="http://schemas.microsoft.com/office/drawing/2014/main" id="{463D9F84-FC06-9CD9-069A-ED6CE601B026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8">
                <a:extLst>
                  <a:ext uri="{FF2B5EF4-FFF2-40B4-BE49-F238E27FC236}">
                    <a16:creationId xmlns:a16="http://schemas.microsoft.com/office/drawing/2014/main" id="{9F9AD786-A956-75B5-96F0-7F8E5818C6B8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9">
                <a:extLst>
                  <a:ext uri="{FF2B5EF4-FFF2-40B4-BE49-F238E27FC236}">
                    <a16:creationId xmlns:a16="http://schemas.microsoft.com/office/drawing/2014/main" id="{F76D6DC8-FC39-D6A0-D4D8-9D33E4490245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0">
                <a:extLst>
                  <a:ext uri="{FF2B5EF4-FFF2-40B4-BE49-F238E27FC236}">
                    <a16:creationId xmlns:a16="http://schemas.microsoft.com/office/drawing/2014/main" id="{08F61440-DDF6-3133-0C85-41CC4CAA53D3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1">
                <a:extLst>
                  <a:ext uri="{FF2B5EF4-FFF2-40B4-BE49-F238E27FC236}">
                    <a16:creationId xmlns:a16="http://schemas.microsoft.com/office/drawing/2014/main" id="{22A19D84-7C84-9518-EE38-6EDC2B007C00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2">
                <a:extLst>
                  <a:ext uri="{FF2B5EF4-FFF2-40B4-BE49-F238E27FC236}">
                    <a16:creationId xmlns:a16="http://schemas.microsoft.com/office/drawing/2014/main" id="{FD5474AC-5E8C-1D12-CFED-8392B3B610E0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3">
                <a:extLst>
                  <a:ext uri="{FF2B5EF4-FFF2-40B4-BE49-F238E27FC236}">
                    <a16:creationId xmlns:a16="http://schemas.microsoft.com/office/drawing/2014/main" id="{7EABCCF1-8CFB-2ADF-F11A-CAAC22321A46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4">
                <a:extLst>
                  <a:ext uri="{FF2B5EF4-FFF2-40B4-BE49-F238E27FC236}">
                    <a16:creationId xmlns:a16="http://schemas.microsoft.com/office/drawing/2014/main" id="{58C474D5-0312-9BEC-C895-77507A6C35D2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5">
                <a:extLst>
                  <a:ext uri="{FF2B5EF4-FFF2-40B4-BE49-F238E27FC236}">
                    <a16:creationId xmlns:a16="http://schemas.microsoft.com/office/drawing/2014/main" id="{89E5C418-A45A-B5A1-1B79-F8C2EC109BFA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6">
                <a:extLst>
                  <a:ext uri="{FF2B5EF4-FFF2-40B4-BE49-F238E27FC236}">
                    <a16:creationId xmlns:a16="http://schemas.microsoft.com/office/drawing/2014/main" id="{70759A79-6EB2-2215-60C8-9830DE33C208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7">
                <a:extLst>
                  <a:ext uri="{FF2B5EF4-FFF2-40B4-BE49-F238E27FC236}">
                    <a16:creationId xmlns:a16="http://schemas.microsoft.com/office/drawing/2014/main" id="{D117F3A3-AFF3-6614-B361-B32AC493FA48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8">
                <a:extLst>
                  <a:ext uri="{FF2B5EF4-FFF2-40B4-BE49-F238E27FC236}">
                    <a16:creationId xmlns:a16="http://schemas.microsoft.com/office/drawing/2014/main" id="{89D315DA-6293-8C23-D90E-4DD1F08B2E09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9">
                <a:extLst>
                  <a:ext uri="{FF2B5EF4-FFF2-40B4-BE49-F238E27FC236}">
                    <a16:creationId xmlns:a16="http://schemas.microsoft.com/office/drawing/2014/main" id="{1708D7AF-6A57-F1BC-3D8F-AA5146B90520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0">
                <a:extLst>
                  <a:ext uri="{FF2B5EF4-FFF2-40B4-BE49-F238E27FC236}">
                    <a16:creationId xmlns:a16="http://schemas.microsoft.com/office/drawing/2014/main" id="{770F2FD9-FF15-7807-42E2-133CB012699C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1">
                <a:extLst>
                  <a:ext uri="{FF2B5EF4-FFF2-40B4-BE49-F238E27FC236}">
                    <a16:creationId xmlns:a16="http://schemas.microsoft.com/office/drawing/2014/main" id="{590937A2-6869-2166-81DC-D72BC6C220D8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2">
                <a:extLst>
                  <a:ext uri="{FF2B5EF4-FFF2-40B4-BE49-F238E27FC236}">
                    <a16:creationId xmlns:a16="http://schemas.microsoft.com/office/drawing/2014/main" id="{8F92F4BC-53FA-34F9-4038-321BE77DC02D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3">
                <a:extLst>
                  <a:ext uri="{FF2B5EF4-FFF2-40B4-BE49-F238E27FC236}">
                    <a16:creationId xmlns:a16="http://schemas.microsoft.com/office/drawing/2014/main" id="{4074F21F-3678-029E-B162-BF949A53A2F5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4">
                <a:extLst>
                  <a:ext uri="{FF2B5EF4-FFF2-40B4-BE49-F238E27FC236}">
                    <a16:creationId xmlns:a16="http://schemas.microsoft.com/office/drawing/2014/main" id="{242A0C1E-B34B-C63D-50F9-C679424C2FBD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5">
                <a:extLst>
                  <a:ext uri="{FF2B5EF4-FFF2-40B4-BE49-F238E27FC236}">
                    <a16:creationId xmlns:a16="http://schemas.microsoft.com/office/drawing/2014/main" id="{6A93C42D-4727-DC74-863B-0DB572555A60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6">
                <a:extLst>
                  <a:ext uri="{FF2B5EF4-FFF2-40B4-BE49-F238E27FC236}">
                    <a16:creationId xmlns:a16="http://schemas.microsoft.com/office/drawing/2014/main" id="{124534DC-A1D8-8B33-EA7F-9FA03D2B41C0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7">
                <a:extLst>
                  <a:ext uri="{FF2B5EF4-FFF2-40B4-BE49-F238E27FC236}">
                    <a16:creationId xmlns:a16="http://schemas.microsoft.com/office/drawing/2014/main" id="{3069FFDE-CEE2-37AA-EB80-0DC521850569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8">
                <a:extLst>
                  <a:ext uri="{FF2B5EF4-FFF2-40B4-BE49-F238E27FC236}">
                    <a16:creationId xmlns:a16="http://schemas.microsoft.com/office/drawing/2014/main" id="{57E71EA1-5CD0-66D2-AF56-452287FAD420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9">
                <a:extLst>
                  <a:ext uri="{FF2B5EF4-FFF2-40B4-BE49-F238E27FC236}">
                    <a16:creationId xmlns:a16="http://schemas.microsoft.com/office/drawing/2014/main" id="{86AF1E48-3D54-839F-9A35-8544972C45B2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0">
                <a:extLst>
                  <a:ext uri="{FF2B5EF4-FFF2-40B4-BE49-F238E27FC236}">
                    <a16:creationId xmlns:a16="http://schemas.microsoft.com/office/drawing/2014/main" id="{7753E841-7A87-B5B4-D055-F2280885D72E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1">
                <a:extLst>
                  <a:ext uri="{FF2B5EF4-FFF2-40B4-BE49-F238E27FC236}">
                    <a16:creationId xmlns:a16="http://schemas.microsoft.com/office/drawing/2014/main" id="{7CB6B354-482B-56A7-B20B-F71AB03AF5AF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102">
                <a:extLst>
                  <a:ext uri="{FF2B5EF4-FFF2-40B4-BE49-F238E27FC236}">
                    <a16:creationId xmlns:a16="http://schemas.microsoft.com/office/drawing/2014/main" id="{BC04A814-F70A-D8E9-C897-7A375150C887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103">
                <a:extLst>
                  <a:ext uri="{FF2B5EF4-FFF2-40B4-BE49-F238E27FC236}">
                    <a16:creationId xmlns:a16="http://schemas.microsoft.com/office/drawing/2014/main" id="{041423EF-E4F8-754B-588E-A0D8B0DCF6DC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4">
                <a:extLst>
                  <a:ext uri="{FF2B5EF4-FFF2-40B4-BE49-F238E27FC236}">
                    <a16:creationId xmlns:a16="http://schemas.microsoft.com/office/drawing/2014/main" id="{7F928266-D950-0C4F-E30B-E1DD28D1C4B9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5">
                <a:extLst>
                  <a:ext uri="{FF2B5EF4-FFF2-40B4-BE49-F238E27FC236}">
                    <a16:creationId xmlns:a16="http://schemas.microsoft.com/office/drawing/2014/main" id="{50E38197-5815-6384-38C4-A5FDCA21303E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6">
                <a:extLst>
                  <a:ext uri="{FF2B5EF4-FFF2-40B4-BE49-F238E27FC236}">
                    <a16:creationId xmlns:a16="http://schemas.microsoft.com/office/drawing/2014/main" id="{6A588E62-D43C-52A7-69EA-269A749176C2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8" name="Connector 107">
                <a:extLst>
                  <a:ext uri="{FF2B5EF4-FFF2-40B4-BE49-F238E27FC236}">
                    <a16:creationId xmlns:a16="http://schemas.microsoft.com/office/drawing/2014/main" id="{D7D2CD41-35F8-C951-6B23-B091E8C902B3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9" name="Connector 108">
                <a:extLst>
                  <a:ext uri="{FF2B5EF4-FFF2-40B4-BE49-F238E27FC236}">
                    <a16:creationId xmlns:a16="http://schemas.microsoft.com/office/drawing/2014/main" id="{BE674A1B-8F75-4F47-F17E-7C1CEAAE62EF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0" name="Connector 109">
                <a:extLst>
                  <a:ext uri="{FF2B5EF4-FFF2-40B4-BE49-F238E27FC236}">
                    <a16:creationId xmlns:a16="http://schemas.microsoft.com/office/drawing/2014/main" id="{C40A4057-D433-5641-E76B-797B7A347B00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1" name="Connector 110">
                <a:extLst>
                  <a:ext uri="{FF2B5EF4-FFF2-40B4-BE49-F238E27FC236}">
                    <a16:creationId xmlns:a16="http://schemas.microsoft.com/office/drawing/2014/main" id="{682C9B63-3470-6196-C419-FF519A656343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2" name="Connector 111">
                <a:extLst>
                  <a:ext uri="{FF2B5EF4-FFF2-40B4-BE49-F238E27FC236}">
                    <a16:creationId xmlns:a16="http://schemas.microsoft.com/office/drawing/2014/main" id="{B903F0C1-B864-9539-5669-B62234246963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3" name="Connector 112">
                <a:extLst>
                  <a:ext uri="{FF2B5EF4-FFF2-40B4-BE49-F238E27FC236}">
                    <a16:creationId xmlns:a16="http://schemas.microsoft.com/office/drawing/2014/main" id="{F3614E7A-A021-5EA6-C70C-EDAD183221AE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4" name="Connector 113">
                <a:extLst>
                  <a:ext uri="{FF2B5EF4-FFF2-40B4-BE49-F238E27FC236}">
                    <a16:creationId xmlns:a16="http://schemas.microsoft.com/office/drawing/2014/main" id="{8E8FEF08-05E8-CED6-A9CB-630B1303BBD4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5" name="Connector 114">
                <a:extLst>
                  <a:ext uri="{FF2B5EF4-FFF2-40B4-BE49-F238E27FC236}">
                    <a16:creationId xmlns:a16="http://schemas.microsoft.com/office/drawing/2014/main" id="{1F6EA387-8AA3-9503-A0E8-94008D5AB216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6" name="Connector 115">
                <a:extLst>
                  <a:ext uri="{FF2B5EF4-FFF2-40B4-BE49-F238E27FC236}">
                    <a16:creationId xmlns:a16="http://schemas.microsoft.com/office/drawing/2014/main" id="{8D533712-07C0-6EEF-5EBD-F76831FC10F9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7" name="Connector 116">
                <a:extLst>
                  <a:ext uri="{FF2B5EF4-FFF2-40B4-BE49-F238E27FC236}">
                    <a16:creationId xmlns:a16="http://schemas.microsoft.com/office/drawing/2014/main" id="{EE23B5A3-464D-4AD2-6655-168A0C155CD5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8" name="Connector 117">
                <a:extLst>
                  <a:ext uri="{FF2B5EF4-FFF2-40B4-BE49-F238E27FC236}">
                    <a16:creationId xmlns:a16="http://schemas.microsoft.com/office/drawing/2014/main" id="{5693CEEC-B25C-F5F0-0B5F-2497DA71FEAF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9" name="Connector 118">
                <a:extLst>
                  <a:ext uri="{FF2B5EF4-FFF2-40B4-BE49-F238E27FC236}">
                    <a16:creationId xmlns:a16="http://schemas.microsoft.com/office/drawing/2014/main" id="{B3E34074-C15A-B5AC-9D26-8841CCBD0B00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0" name="Connector 119">
                <a:extLst>
                  <a:ext uri="{FF2B5EF4-FFF2-40B4-BE49-F238E27FC236}">
                    <a16:creationId xmlns:a16="http://schemas.microsoft.com/office/drawing/2014/main" id="{2090778C-79C6-4994-4DD3-941F171EBBFA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1" name="Connector 120">
                <a:extLst>
                  <a:ext uri="{FF2B5EF4-FFF2-40B4-BE49-F238E27FC236}">
                    <a16:creationId xmlns:a16="http://schemas.microsoft.com/office/drawing/2014/main" id="{DA3932DC-BE58-0D23-1A43-3DC0D3D09026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2" name="Connector 121">
                <a:extLst>
                  <a:ext uri="{FF2B5EF4-FFF2-40B4-BE49-F238E27FC236}">
                    <a16:creationId xmlns:a16="http://schemas.microsoft.com/office/drawing/2014/main" id="{EDA8C16F-1347-30C5-53D0-DAE4EE4F3FD6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3" name="Connector 122">
                <a:extLst>
                  <a:ext uri="{FF2B5EF4-FFF2-40B4-BE49-F238E27FC236}">
                    <a16:creationId xmlns:a16="http://schemas.microsoft.com/office/drawing/2014/main" id="{E56E86D4-F5F5-B8E6-37DB-6467199E79E6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4" name="Connector 123">
                <a:extLst>
                  <a:ext uri="{FF2B5EF4-FFF2-40B4-BE49-F238E27FC236}">
                    <a16:creationId xmlns:a16="http://schemas.microsoft.com/office/drawing/2014/main" id="{D780B3E4-366B-E906-7A4F-CEDE2AF552CB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5" name="Connector 124">
                <a:extLst>
                  <a:ext uri="{FF2B5EF4-FFF2-40B4-BE49-F238E27FC236}">
                    <a16:creationId xmlns:a16="http://schemas.microsoft.com/office/drawing/2014/main" id="{DA6ECEFB-315D-43D4-FA73-6F7170613C97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6" name="Connector 125">
                <a:extLst>
                  <a:ext uri="{FF2B5EF4-FFF2-40B4-BE49-F238E27FC236}">
                    <a16:creationId xmlns:a16="http://schemas.microsoft.com/office/drawing/2014/main" id="{4178B50F-E5D9-EC1A-6B11-B82A4563D252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7" name="Connector 126">
                <a:extLst>
                  <a:ext uri="{FF2B5EF4-FFF2-40B4-BE49-F238E27FC236}">
                    <a16:creationId xmlns:a16="http://schemas.microsoft.com/office/drawing/2014/main" id="{DFA2C22B-4C6E-96A4-5E30-6CABCB92B1F9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8" name="Connector 127">
                <a:extLst>
                  <a:ext uri="{FF2B5EF4-FFF2-40B4-BE49-F238E27FC236}">
                    <a16:creationId xmlns:a16="http://schemas.microsoft.com/office/drawing/2014/main" id="{6C8E472E-BF44-3404-0F6F-8C9A93CA073F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9" name="Connector 128">
                <a:extLst>
                  <a:ext uri="{FF2B5EF4-FFF2-40B4-BE49-F238E27FC236}">
                    <a16:creationId xmlns:a16="http://schemas.microsoft.com/office/drawing/2014/main" id="{8B66817E-86A9-F070-0B9A-F53722B887DF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0" name="Connector 129">
                <a:extLst>
                  <a:ext uri="{FF2B5EF4-FFF2-40B4-BE49-F238E27FC236}">
                    <a16:creationId xmlns:a16="http://schemas.microsoft.com/office/drawing/2014/main" id="{71F5AE5A-8879-506F-CCB6-0463D2A36F50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1" name="Connector 130">
                <a:extLst>
                  <a:ext uri="{FF2B5EF4-FFF2-40B4-BE49-F238E27FC236}">
                    <a16:creationId xmlns:a16="http://schemas.microsoft.com/office/drawing/2014/main" id="{300B4B55-FB86-3441-2A3A-55CC2DC58C1B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2" name="Connector 131">
                <a:extLst>
                  <a:ext uri="{FF2B5EF4-FFF2-40B4-BE49-F238E27FC236}">
                    <a16:creationId xmlns:a16="http://schemas.microsoft.com/office/drawing/2014/main" id="{E4A9F5FC-2A67-211C-EE89-66DB1B6B67CE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3" name="Connector 132">
                <a:extLst>
                  <a:ext uri="{FF2B5EF4-FFF2-40B4-BE49-F238E27FC236}">
                    <a16:creationId xmlns:a16="http://schemas.microsoft.com/office/drawing/2014/main" id="{4B8600EE-730E-3C99-7473-5BDABA87C209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64208E43-1B38-7559-C353-57BB88B34097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A2EE5293-2E75-380C-E4F1-660FD1CE27C1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AB5FA3B2-456A-DC2E-03A6-843A42011CAC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D4EA051A-500B-D5A3-44F7-3BE50FF9930D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D7B92D56-8BAD-726B-3D9D-9F78A1A9A1DB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E2B79544-5AEA-3905-82AD-96D809A429F1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5618AC83-C166-2DA9-ADA6-7758535B4F4A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8073A37E-AA2F-1AE6-B0FE-CE4491F46046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94383098-22FF-8B78-E15C-3A24AA93DB08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E1BD39F2-E5DC-4305-D642-31319178AEB0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66792962-FBA1-6234-B6DB-480D89AE9D18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AB0DABA-C2B8-349E-62A9-202C3C51B588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1EA98D4-E41E-048C-8C81-63AD7EDCB04A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D75B017-5E73-45A5-2DFA-64759E0813E1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232FBDE4-9DE6-53D6-0EA3-B9125EE75E66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FEF7883A-7838-F9F7-5034-F35E927BE436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AF76FBA-E85D-BF47-519A-D8C9DFCA2A73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098EC0B2-69DA-7FF6-3BE5-C517F923F72C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EAAFC34D-6EEB-27F4-C55E-103DFE8137D3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CF2BCDD-1A4B-DF1E-40A0-47CB0A6CA66C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BDA4624-1D05-82FE-FC9A-107AB3B07951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07B5D18-1BD5-38E2-3877-7A04CE3C5762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2500039E-8933-880D-FC4A-BF711BD03820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46157DAB-8A9A-F939-A5DB-98556B1B1D38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BAF1635-618D-9ED2-A6FC-407A919E4D4A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2564C5EF-2AC5-1FD9-5176-07E454ECE38A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000DC5A9-9C99-935D-3686-8592F61A5D15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ACB0C51-847A-1AF7-35C3-E4F2AE6A0A3D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4110800-D759-C246-E568-DB5A8A57EAC6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954DB322-2428-3831-BDCD-EA1B0810D5FB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2EE1169C-D8D7-C866-54D5-3FD8B846D925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E6E14582-D8A2-44A7-140F-E7E9CBAD2FC4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3B237CBB-7D89-A580-5DDE-F694B1D34FEC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D8C06C78-0DF0-1E39-D520-6A6171AD4426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B72A67D4-9BEF-7CAE-0544-55A3ACC8A099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B3F14C37-05D7-7E62-C042-DB7B0203D233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9851E6CD-7569-D3B3-4C24-EB7180324FF7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208039D0-6D88-8374-3C2B-30F142D43938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55EBD627-551E-CD3D-0B86-152283F8CC4F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88BA7799-B91F-D929-DD8D-7A4D25E89994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C2F0F0E-D15C-898C-66CF-E17F9EFE92BD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ED445952-241F-5002-A7AE-671759D4B3EC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D2CC5088-11CA-EBDB-3835-2A29B074B883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71296935-D216-5C8E-5CBC-516D0751BC16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8B58AB1E-9780-B94A-16E0-E5E5398D3E11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8506EC72-7940-388B-46CD-7E6CBBBD8987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F780BB94-EA6B-E8B3-90F6-906FC2ECCF7B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1585526E-C0F1-ABC4-10CC-933612EB5132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D9AD6592-5E8E-7947-2860-F33F608CAD16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70D82EC4-C2F6-8034-2034-D555912217F5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71836E6-8887-1463-C656-0495302DC955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9B778A21-FFFD-738A-2608-83B0BCEF9AF2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E75B004D-5E4D-80F8-26C3-E5E231176B63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3E0919D0-8C3C-6E2F-42C6-44E157E81D81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AC241E2D-DCFA-8881-F470-6E037AB836A1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C5B9DA57-73CE-638F-4FB8-0024B4080B79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ABD26B89-86BC-CC96-F727-6E4C73FE6ED8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325E9FD1-C04A-F8C7-F172-688246AD7760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50EC6F4-A041-9E33-E264-7C26DBCD7448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9575C34B-D727-72B6-764E-6CB8CEF7EB86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D91CDDF3-3EF1-42DB-CD22-6F8FF3963574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43DCCDB-AAA4-5CCD-00E1-D8E5CA309460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848742A3-E1ED-B307-E4FD-ACF5CFB38FAA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F9A62BED-6322-3194-3075-FCE6264BBF7A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C81637C9-2537-F74F-EBA9-E465CEFA8C67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E8FD9210-47F9-F41A-5954-B4E0AA908FB0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D333512-2D93-25D5-22A4-4F872ED22691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9A3C06EA-9C48-E922-637D-A0483606C7AA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79B14948-05AD-7B93-FBB8-BA66433D2847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C9615A3F-AE1E-57AF-9565-2CDBAC94A38A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A87AA783-D4F2-76EA-60D4-E421D39B828C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6377FE6F-B605-4904-E900-1E0CF65BC400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B61BFBA4-B35C-0B24-C3EA-F72FF83D80DC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D8F1B8D1-0C4A-6091-2769-D279015AEF1B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EC7AF203-E66D-3132-B743-53AC44C88F99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E4BAB4C7-0BF2-623B-1CC6-2CE45B537E22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5E9B866F-8125-6C93-55D6-1382E85636E6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BAEFABF3-FA74-CB0C-6A01-CA7504AF2BE1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F3F0D763-B51C-F88E-DE23-3C15A91EAEB6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5BB536FF-7E15-2A9C-0981-840DB0A2B09C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B19017FD-12D9-59CA-830A-8B7B0EDB4AB9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77367445-6398-F6C4-8A06-7596FA12AD0B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1E60C750-EAF4-B37E-DDE5-7C86EDBA35D8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56B1670C-2764-81BC-E690-80D71A6B3AE4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CAC3C60C-AE3A-4CE2-CC76-9BE580CCC9C4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B4343726-BA41-321A-FB0B-3D3D093155BD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C6D6B7C6-B15C-9B81-36B1-A0B881E1D43A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B9E7A30D-D8CB-B56B-17BE-ADF6BD9C0750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9FDCBAC1-3D3C-2D67-7DE8-CC12A0530182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820862E2-853B-56D0-7C00-93A047F4FF83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A5383C05-4D29-6ED0-71DE-001A22C0E2A1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6BBE7CB9-67AB-310D-2D28-FD678B0D5904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F3C2A3F3-2D7F-F1C4-80D9-CD5EB226F54F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B2BB9DA6-FA0E-548E-DBC4-EB4C4E430864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94CBEE3B-9A40-D965-853C-4EB4A93F9636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40C1E090-3131-FB71-C7DD-5B578490CEA3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450A9BF2-4FD8-A94A-0706-CC649140D545}"/>
                </a:ext>
              </a:extLst>
            </p:cNvPr>
            <p:cNvSpPr/>
            <p:nvPr/>
          </p:nvSpPr>
          <p:spPr>
            <a:xfrm rot="16200000">
              <a:off x="1567545" y="3857895"/>
              <a:ext cx="1332412" cy="1524004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F4BCE1B1-B4A5-8559-647F-087E5FA190AE}"/>
              </a:ext>
            </a:extLst>
          </p:cNvPr>
          <p:cNvGrpSpPr/>
          <p:nvPr/>
        </p:nvGrpSpPr>
        <p:grpSpPr>
          <a:xfrm>
            <a:off x="6334633" y="978843"/>
            <a:ext cx="5197448" cy="4425696"/>
            <a:chOff x="6334633" y="978843"/>
            <a:chExt cx="5197448" cy="4425696"/>
          </a:xfrm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9C2BBEA9-4138-4864-A9DB-1CBC30E5EB4F}"/>
                </a:ext>
              </a:extLst>
            </p:cNvPr>
            <p:cNvGrpSpPr/>
            <p:nvPr/>
          </p:nvGrpSpPr>
          <p:grpSpPr>
            <a:xfrm>
              <a:off x="6334633" y="978843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232" name="Connector 2">
                <a:extLst>
                  <a:ext uri="{FF2B5EF4-FFF2-40B4-BE49-F238E27FC236}">
                    <a16:creationId xmlns:a16="http://schemas.microsoft.com/office/drawing/2014/main" id="{BE775FEA-5AD9-ED50-32BB-6C65419F7627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3">
                <a:extLst>
                  <a:ext uri="{FF2B5EF4-FFF2-40B4-BE49-F238E27FC236}">
                    <a16:creationId xmlns:a16="http://schemas.microsoft.com/office/drawing/2014/main" id="{EEA07783-806E-D7A0-99DA-42ADD0FC7D5B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4">
                <a:extLst>
                  <a:ext uri="{FF2B5EF4-FFF2-40B4-BE49-F238E27FC236}">
                    <a16:creationId xmlns:a16="http://schemas.microsoft.com/office/drawing/2014/main" id="{0894AFDE-8054-38C8-A018-6BEBA5CA65FA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5">
                <a:extLst>
                  <a:ext uri="{FF2B5EF4-FFF2-40B4-BE49-F238E27FC236}">
                    <a16:creationId xmlns:a16="http://schemas.microsoft.com/office/drawing/2014/main" id="{841788C8-609B-D2CB-DB79-54AEBD2B7D23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6">
                <a:extLst>
                  <a:ext uri="{FF2B5EF4-FFF2-40B4-BE49-F238E27FC236}">
                    <a16:creationId xmlns:a16="http://schemas.microsoft.com/office/drawing/2014/main" id="{B4CBDBE8-F9B3-809C-9A02-0B8BDB71D413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7">
                <a:extLst>
                  <a:ext uri="{FF2B5EF4-FFF2-40B4-BE49-F238E27FC236}">
                    <a16:creationId xmlns:a16="http://schemas.microsoft.com/office/drawing/2014/main" id="{0738EA4B-EE70-CECA-BE66-154CE399B89F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8">
                <a:extLst>
                  <a:ext uri="{FF2B5EF4-FFF2-40B4-BE49-F238E27FC236}">
                    <a16:creationId xmlns:a16="http://schemas.microsoft.com/office/drawing/2014/main" id="{9781712D-2697-F090-4843-AE70067B0341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">
                <a:extLst>
                  <a:ext uri="{FF2B5EF4-FFF2-40B4-BE49-F238E27FC236}">
                    <a16:creationId xmlns:a16="http://schemas.microsoft.com/office/drawing/2014/main" id="{8801CEA4-6F52-8BF1-41D2-C8B4F12E194B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10">
                <a:extLst>
                  <a:ext uri="{FF2B5EF4-FFF2-40B4-BE49-F238E27FC236}">
                    <a16:creationId xmlns:a16="http://schemas.microsoft.com/office/drawing/2014/main" id="{90347DF3-F3A1-C8C1-1512-589D553BD44D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11">
                <a:extLst>
                  <a:ext uri="{FF2B5EF4-FFF2-40B4-BE49-F238E27FC236}">
                    <a16:creationId xmlns:a16="http://schemas.microsoft.com/office/drawing/2014/main" id="{EB2A0211-C17E-EFAC-6AEE-B8AD8D5C4A34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12">
                <a:extLst>
                  <a:ext uri="{FF2B5EF4-FFF2-40B4-BE49-F238E27FC236}">
                    <a16:creationId xmlns:a16="http://schemas.microsoft.com/office/drawing/2014/main" id="{F9419F0A-CD58-46D9-B616-DE109A79396D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13">
                <a:extLst>
                  <a:ext uri="{FF2B5EF4-FFF2-40B4-BE49-F238E27FC236}">
                    <a16:creationId xmlns:a16="http://schemas.microsoft.com/office/drawing/2014/main" id="{3AF25723-505A-4C0B-EBCD-9A390C2F0A62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14">
                <a:extLst>
                  <a:ext uri="{FF2B5EF4-FFF2-40B4-BE49-F238E27FC236}">
                    <a16:creationId xmlns:a16="http://schemas.microsoft.com/office/drawing/2014/main" id="{A9E89816-297A-0C97-C259-A7E047E2BF40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15">
                <a:extLst>
                  <a:ext uri="{FF2B5EF4-FFF2-40B4-BE49-F238E27FC236}">
                    <a16:creationId xmlns:a16="http://schemas.microsoft.com/office/drawing/2014/main" id="{0727BD7B-3FAB-A4FD-BD0F-3437E98756F8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16">
                <a:extLst>
                  <a:ext uri="{FF2B5EF4-FFF2-40B4-BE49-F238E27FC236}">
                    <a16:creationId xmlns:a16="http://schemas.microsoft.com/office/drawing/2014/main" id="{E2C178EB-E79E-D162-EE6D-AF86242F64FC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7">
                <a:extLst>
                  <a:ext uri="{FF2B5EF4-FFF2-40B4-BE49-F238E27FC236}">
                    <a16:creationId xmlns:a16="http://schemas.microsoft.com/office/drawing/2014/main" id="{7CCF71C1-CAB5-CCBE-D3FA-DB0330EC120C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8">
                <a:extLst>
                  <a:ext uri="{FF2B5EF4-FFF2-40B4-BE49-F238E27FC236}">
                    <a16:creationId xmlns:a16="http://schemas.microsoft.com/office/drawing/2014/main" id="{DC453FC9-2BE0-7BB8-8453-12FB5CB284D3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9">
                <a:extLst>
                  <a:ext uri="{FF2B5EF4-FFF2-40B4-BE49-F238E27FC236}">
                    <a16:creationId xmlns:a16="http://schemas.microsoft.com/office/drawing/2014/main" id="{7DDC477B-F7B2-AC8E-A989-B4CC982CF1A6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0" name="Connector 20">
                <a:extLst>
                  <a:ext uri="{FF2B5EF4-FFF2-40B4-BE49-F238E27FC236}">
                    <a16:creationId xmlns:a16="http://schemas.microsoft.com/office/drawing/2014/main" id="{3D363BF4-857E-9E3A-3920-27C3EA1268F2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1" name="Connector 21">
                <a:extLst>
                  <a:ext uri="{FF2B5EF4-FFF2-40B4-BE49-F238E27FC236}">
                    <a16:creationId xmlns:a16="http://schemas.microsoft.com/office/drawing/2014/main" id="{89D7CB31-E3A7-1E3B-43E6-BCA12FD5C294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2" name="Connector 22">
                <a:extLst>
                  <a:ext uri="{FF2B5EF4-FFF2-40B4-BE49-F238E27FC236}">
                    <a16:creationId xmlns:a16="http://schemas.microsoft.com/office/drawing/2014/main" id="{8D7C3F40-2E9C-C423-6906-7EC74BC2F53C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3" name="Connector 23">
                <a:extLst>
                  <a:ext uri="{FF2B5EF4-FFF2-40B4-BE49-F238E27FC236}">
                    <a16:creationId xmlns:a16="http://schemas.microsoft.com/office/drawing/2014/main" id="{3B8FDD45-0270-F8F9-A27A-897B99F0AD87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4" name="Connector 24">
                <a:extLst>
                  <a:ext uri="{FF2B5EF4-FFF2-40B4-BE49-F238E27FC236}">
                    <a16:creationId xmlns:a16="http://schemas.microsoft.com/office/drawing/2014/main" id="{346A494C-2961-99A2-96F7-C8DA16564629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5" name="Connector 25">
                <a:extLst>
                  <a:ext uri="{FF2B5EF4-FFF2-40B4-BE49-F238E27FC236}">
                    <a16:creationId xmlns:a16="http://schemas.microsoft.com/office/drawing/2014/main" id="{CA4E0D1E-3167-83F3-40F9-10B9BAA71073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6" name="Connector 26">
                <a:extLst>
                  <a:ext uri="{FF2B5EF4-FFF2-40B4-BE49-F238E27FC236}">
                    <a16:creationId xmlns:a16="http://schemas.microsoft.com/office/drawing/2014/main" id="{AABF7157-37DF-5E36-44EA-CC755292915C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7" name="Connector 27">
                <a:extLst>
                  <a:ext uri="{FF2B5EF4-FFF2-40B4-BE49-F238E27FC236}">
                    <a16:creationId xmlns:a16="http://schemas.microsoft.com/office/drawing/2014/main" id="{BF1FE198-5EBB-77CC-2928-0F37333F47C7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8" name="Connector 28">
                <a:extLst>
                  <a:ext uri="{FF2B5EF4-FFF2-40B4-BE49-F238E27FC236}">
                    <a16:creationId xmlns:a16="http://schemas.microsoft.com/office/drawing/2014/main" id="{BF07A645-D4A9-0664-61EA-A5E5AC51259E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9" name="Connector 29">
                <a:extLst>
                  <a:ext uri="{FF2B5EF4-FFF2-40B4-BE49-F238E27FC236}">
                    <a16:creationId xmlns:a16="http://schemas.microsoft.com/office/drawing/2014/main" id="{EE07D250-A188-7580-EE15-708C788C3FE7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0" name="Connector 30">
                <a:extLst>
                  <a:ext uri="{FF2B5EF4-FFF2-40B4-BE49-F238E27FC236}">
                    <a16:creationId xmlns:a16="http://schemas.microsoft.com/office/drawing/2014/main" id="{6C0DDE1A-CE64-EB5A-C28C-6FE39B7A6C91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1" name="Connector 31">
                <a:extLst>
                  <a:ext uri="{FF2B5EF4-FFF2-40B4-BE49-F238E27FC236}">
                    <a16:creationId xmlns:a16="http://schemas.microsoft.com/office/drawing/2014/main" id="{C4C06777-54CE-BDF8-0CF9-E0830C4C9AD9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2" name="Connector 32">
                <a:extLst>
                  <a:ext uri="{FF2B5EF4-FFF2-40B4-BE49-F238E27FC236}">
                    <a16:creationId xmlns:a16="http://schemas.microsoft.com/office/drawing/2014/main" id="{1BC9C062-B8D9-D34D-24A6-E3124F81E98C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3" name="Connector 33">
                <a:extLst>
                  <a:ext uri="{FF2B5EF4-FFF2-40B4-BE49-F238E27FC236}">
                    <a16:creationId xmlns:a16="http://schemas.microsoft.com/office/drawing/2014/main" id="{A1CA50EF-9DC9-1533-A890-5F031DD2F200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4" name="Connector 34">
                <a:extLst>
                  <a:ext uri="{FF2B5EF4-FFF2-40B4-BE49-F238E27FC236}">
                    <a16:creationId xmlns:a16="http://schemas.microsoft.com/office/drawing/2014/main" id="{C53225B6-E7FB-A6C7-E397-0E62CDD4BDD3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5" name="Connector 35">
                <a:extLst>
                  <a:ext uri="{FF2B5EF4-FFF2-40B4-BE49-F238E27FC236}">
                    <a16:creationId xmlns:a16="http://schemas.microsoft.com/office/drawing/2014/main" id="{02607CAD-9686-B608-A0BC-07D347E5E97E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6" name="Connector 36">
                <a:extLst>
                  <a:ext uri="{FF2B5EF4-FFF2-40B4-BE49-F238E27FC236}">
                    <a16:creationId xmlns:a16="http://schemas.microsoft.com/office/drawing/2014/main" id="{EE70AAE3-A109-EA56-7700-2EA695E10EA0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7" name="Connector 37">
                <a:extLst>
                  <a:ext uri="{FF2B5EF4-FFF2-40B4-BE49-F238E27FC236}">
                    <a16:creationId xmlns:a16="http://schemas.microsoft.com/office/drawing/2014/main" id="{79A419D1-16D5-DB28-3DB9-608B825472A9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8" name="Connector 38">
                <a:extLst>
                  <a:ext uri="{FF2B5EF4-FFF2-40B4-BE49-F238E27FC236}">
                    <a16:creationId xmlns:a16="http://schemas.microsoft.com/office/drawing/2014/main" id="{B0346CF8-1D3C-0C39-42B4-90AF7E3FE9C7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9" name="Connector 39">
                <a:extLst>
                  <a:ext uri="{FF2B5EF4-FFF2-40B4-BE49-F238E27FC236}">
                    <a16:creationId xmlns:a16="http://schemas.microsoft.com/office/drawing/2014/main" id="{336F5E65-463F-3A48-5B87-7A12CE5D30A2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0" name="Connector 40">
                <a:extLst>
                  <a:ext uri="{FF2B5EF4-FFF2-40B4-BE49-F238E27FC236}">
                    <a16:creationId xmlns:a16="http://schemas.microsoft.com/office/drawing/2014/main" id="{75E0FBF2-6FBF-8EAC-8D52-BF19A0FD1547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1" name="Connector 41">
                <a:extLst>
                  <a:ext uri="{FF2B5EF4-FFF2-40B4-BE49-F238E27FC236}">
                    <a16:creationId xmlns:a16="http://schemas.microsoft.com/office/drawing/2014/main" id="{A011B563-1ADC-2162-1953-A759D278BADA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2" name="Connector 42">
                <a:extLst>
                  <a:ext uri="{FF2B5EF4-FFF2-40B4-BE49-F238E27FC236}">
                    <a16:creationId xmlns:a16="http://schemas.microsoft.com/office/drawing/2014/main" id="{DEF007FB-AA44-10C2-797E-2254BD12EA4F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3" name="Connector 43">
                <a:extLst>
                  <a:ext uri="{FF2B5EF4-FFF2-40B4-BE49-F238E27FC236}">
                    <a16:creationId xmlns:a16="http://schemas.microsoft.com/office/drawing/2014/main" id="{83FCB868-C097-833D-5E5C-7245C2208FC3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4" name="Connector 44">
                <a:extLst>
                  <a:ext uri="{FF2B5EF4-FFF2-40B4-BE49-F238E27FC236}">
                    <a16:creationId xmlns:a16="http://schemas.microsoft.com/office/drawing/2014/main" id="{18F5DE0B-E40B-F91C-5106-5CCB2B74BA62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5" name="Connector 45">
                <a:extLst>
                  <a:ext uri="{FF2B5EF4-FFF2-40B4-BE49-F238E27FC236}">
                    <a16:creationId xmlns:a16="http://schemas.microsoft.com/office/drawing/2014/main" id="{34DB6702-2766-F52F-4BCD-61C7731BCC67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6" name="Connector 46">
                <a:extLst>
                  <a:ext uri="{FF2B5EF4-FFF2-40B4-BE49-F238E27FC236}">
                    <a16:creationId xmlns:a16="http://schemas.microsoft.com/office/drawing/2014/main" id="{E38AE8B0-1061-45EC-57B9-F8B4D7636C46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7" name="Connector 47">
                <a:extLst>
                  <a:ext uri="{FF2B5EF4-FFF2-40B4-BE49-F238E27FC236}">
                    <a16:creationId xmlns:a16="http://schemas.microsoft.com/office/drawing/2014/main" id="{90B9B22A-5217-1654-C333-AF3D231128AD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8" name="Connector 48">
                <a:extLst>
                  <a:ext uri="{FF2B5EF4-FFF2-40B4-BE49-F238E27FC236}">
                    <a16:creationId xmlns:a16="http://schemas.microsoft.com/office/drawing/2014/main" id="{8C0FABB2-15D5-A2A5-FD87-EE4C963F4AE8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9" name="Connector 49">
                <a:extLst>
                  <a:ext uri="{FF2B5EF4-FFF2-40B4-BE49-F238E27FC236}">
                    <a16:creationId xmlns:a16="http://schemas.microsoft.com/office/drawing/2014/main" id="{D46929D6-4665-EDFA-2122-D3F609902129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0" name="Connector 50">
                <a:extLst>
                  <a:ext uri="{FF2B5EF4-FFF2-40B4-BE49-F238E27FC236}">
                    <a16:creationId xmlns:a16="http://schemas.microsoft.com/office/drawing/2014/main" id="{6737DB3F-5111-C65A-D76B-A1ADE6908D3A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1" name="Connector 51">
                <a:extLst>
                  <a:ext uri="{FF2B5EF4-FFF2-40B4-BE49-F238E27FC236}">
                    <a16:creationId xmlns:a16="http://schemas.microsoft.com/office/drawing/2014/main" id="{7BA9184A-A1E0-7160-EC10-1E7B8F580C8C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2" name="Connector 52">
                <a:extLst>
                  <a:ext uri="{FF2B5EF4-FFF2-40B4-BE49-F238E27FC236}">
                    <a16:creationId xmlns:a16="http://schemas.microsoft.com/office/drawing/2014/main" id="{09BC3ACC-FAEE-DC40-9AD6-1B3148F61847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3" name="Connector 53">
                <a:extLst>
                  <a:ext uri="{FF2B5EF4-FFF2-40B4-BE49-F238E27FC236}">
                    <a16:creationId xmlns:a16="http://schemas.microsoft.com/office/drawing/2014/main" id="{A397EAFD-5ADF-C11B-F321-D4AAC76C584D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4" name="Connector 54">
                <a:extLst>
                  <a:ext uri="{FF2B5EF4-FFF2-40B4-BE49-F238E27FC236}">
                    <a16:creationId xmlns:a16="http://schemas.microsoft.com/office/drawing/2014/main" id="{02D96E42-BC27-AD49-4952-4493F49986F0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5" name="Connector 55">
                <a:extLst>
                  <a:ext uri="{FF2B5EF4-FFF2-40B4-BE49-F238E27FC236}">
                    <a16:creationId xmlns:a16="http://schemas.microsoft.com/office/drawing/2014/main" id="{1B574C7E-D995-7E0D-A4F6-380BBD790521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6" name="Connector 56">
                <a:extLst>
                  <a:ext uri="{FF2B5EF4-FFF2-40B4-BE49-F238E27FC236}">
                    <a16:creationId xmlns:a16="http://schemas.microsoft.com/office/drawing/2014/main" id="{1E5998EE-E184-A340-B85C-B4E6698E5022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7" name="Connector 57">
                <a:extLst>
                  <a:ext uri="{FF2B5EF4-FFF2-40B4-BE49-F238E27FC236}">
                    <a16:creationId xmlns:a16="http://schemas.microsoft.com/office/drawing/2014/main" id="{F60988B5-C111-B7A0-872C-691782B74654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8" name="Connector 58">
                <a:extLst>
                  <a:ext uri="{FF2B5EF4-FFF2-40B4-BE49-F238E27FC236}">
                    <a16:creationId xmlns:a16="http://schemas.microsoft.com/office/drawing/2014/main" id="{9A568791-D04E-6920-B2DD-AC8A1890C60F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9" name="Connector 59">
                <a:extLst>
                  <a:ext uri="{FF2B5EF4-FFF2-40B4-BE49-F238E27FC236}">
                    <a16:creationId xmlns:a16="http://schemas.microsoft.com/office/drawing/2014/main" id="{381FD7A9-862E-D2CA-B02A-89C089D0D9E2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0" name="Connector 60">
                <a:extLst>
                  <a:ext uri="{FF2B5EF4-FFF2-40B4-BE49-F238E27FC236}">
                    <a16:creationId xmlns:a16="http://schemas.microsoft.com/office/drawing/2014/main" id="{DBEA5ACD-2970-CDA1-D35C-600C4F0A64ED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1" name="Connector 61">
                <a:extLst>
                  <a:ext uri="{FF2B5EF4-FFF2-40B4-BE49-F238E27FC236}">
                    <a16:creationId xmlns:a16="http://schemas.microsoft.com/office/drawing/2014/main" id="{C2A85336-263F-FBE6-BD39-E5A25906340D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2" name="Connector 62">
                <a:extLst>
                  <a:ext uri="{FF2B5EF4-FFF2-40B4-BE49-F238E27FC236}">
                    <a16:creationId xmlns:a16="http://schemas.microsoft.com/office/drawing/2014/main" id="{0C039BEE-DE96-379D-23BE-2D054597E1F0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3" name="Connector 63">
                <a:extLst>
                  <a:ext uri="{FF2B5EF4-FFF2-40B4-BE49-F238E27FC236}">
                    <a16:creationId xmlns:a16="http://schemas.microsoft.com/office/drawing/2014/main" id="{EC72AC9E-FC62-D61D-4EE6-CFE82384875A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4" name="Connector 64">
                <a:extLst>
                  <a:ext uri="{FF2B5EF4-FFF2-40B4-BE49-F238E27FC236}">
                    <a16:creationId xmlns:a16="http://schemas.microsoft.com/office/drawing/2014/main" id="{2DB3F1F5-1DCE-4D12-A362-7A9E8103CB49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5" name="Connector 65">
                <a:extLst>
                  <a:ext uri="{FF2B5EF4-FFF2-40B4-BE49-F238E27FC236}">
                    <a16:creationId xmlns:a16="http://schemas.microsoft.com/office/drawing/2014/main" id="{02507408-F665-D98A-4995-BA3A153A477B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6" name="Connector 66">
                <a:extLst>
                  <a:ext uri="{FF2B5EF4-FFF2-40B4-BE49-F238E27FC236}">
                    <a16:creationId xmlns:a16="http://schemas.microsoft.com/office/drawing/2014/main" id="{E08E7638-4F92-56EC-8311-5963DAF40DDA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7" name="Connector 67">
                <a:extLst>
                  <a:ext uri="{FF2B5EF4-FFF2-40B4-BE49-F238E27FC236}">
                    <a16:creationId xmlns:a16="http://schemas.microsoft.com/office/drawing/2014/main" id="{10B836A1-942E-41D6-03E3-F616B80D37C7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8" name="Connector 68">
                <a:extLst>
                  <a:ext uri="{FF2B5EF4-FFF2-40B4-BE49-F238E27FC236}">
                    <a16:creationId xmlns:a16="http://schemas.microsoft.com/office/drawing/2014/main" id="{18BBD437-EDF0-A9F0-D14C-6F320C7F9AE6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9" name="Connector 69">
                <a:extLst>
                  <a:ext uri="{FF2B5EF4-FFF2-40B4-BE49-F238E27FC236}">
                    <a16:creationId xmlns:a16="http://schemas.microsoft.com/office/drawing/2014/main" id="{C470A994-22C2-6B8E-C86E-507C8CD83F44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0" name="Connector 70">
                <a:extLst>
                  <a:ext uri="{FF2B5EF4-FFF2-40B4-BE49-F238E27FC236}">
                    <a16:creationId xmlns:a16="http://schemas.microsoft.com/office/drawing/2014/main" id="{2DBC84E0-D9E1-BE96-A1F3-0486EC6DB586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1" name="Connector 71">
                <a:extLst>
                  <a:ext uri="{FF2B5EF4-FFF2-40B4-BE49-F238E27FC236}">
                    <a16:creationId xmlns:a16="http://schemas.microsoft.com/office/drawing/2014/main" id="{2D9612C5-4721-45EB-71F6-C5DBE45CD33C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2" name="Connector 72">
                <a:extLst>
                  <a:ext uri="{FF2B5EF4-FFF2-40B4-BE49-F238E27FC236}">
                    <a16:creationId xmlns:a16="http://schemas.microsoft.com/office/drawing/2014/main" id="{13056781-94AA-EE95-63D7-F3E429C32187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3" name="Connector 73">
                <a:extLst>
                  <a:ext uri="{FF2B5EF4-FFF2-40B4-BE49-F238E27FC236}">
                    <a16:creationId xmlns:a16="http://schemas.microsoft.com/office/drawing/2014/main" id="{C7558541-D217-E8D7-BE84-8FA73939678B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4" name="Connector 74">
                <a:extLst>
                  <a:ext uri="{FF2B5EF4-FFF2-40B4-BE49-F238E27FC236}">
                    <a16:creationId xmlns:a16="http://schemas.microsoft.com/office/drawing/2014/main" id="{D4234F49-E3F1-C472-8852-D9501D974B10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5" name="Connector 75">
                <a:extLst>
                  <a:ext uri="{FF2B5EF4-FFF2-40B4-BE49-F238E27FC236}">
                    <a16:creationId xmlns:a16="http://schemas.microsoft.com/office/drawing/2014/main" id="{95670CC6-4BA6-8CDA-BF41-C91F4917E800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6" name="Connector 76">
                <a:extLst>
                  <a:ext uri="{FF2B5EF4-FFF2-40B4-BE49-F238E27FC236}">
                    <a16:creationId xmlns:a16="http://schemas.microsoft.com/office/drawing/2014/main" id="{8099B64B-422D-4DD5-8953-B30C94B3A381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7" name="Connector 77">
                <a:extLst>
                  <a:ext uri="{FF2B5EF4-FFF2-40B4-BE49-F238E27FC236}">
                    <a16:creationId xmlns:a16="http://schemas.microsoft.com/office/drawing/2014/main" id="{B149A4A9-CE05-2A84-9448-155186F4FEF8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8" name="Connector 78">
                <a:extLst>
                  <a:ext uri="{FF2B5EF4-FFF2-40B4-BE49-F238E27FC236}">
                    <a16:creationId xmlns:a16="http://schemas.microsoft.com/office/drawing/2014/main" id="{8F1DC408-6C13-1594-83C6-2E0A9A6F17AB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9" name="Connector 79">
                <a:extLst>
                  <a:ext uri="{FF2B5EF4-FFF2-40B4-BE49-F238E27FC236}">
                    <a16:creationId xmlns:a16="http://schemas.microsoft.com/office/drawing/2014/main" id="{B1284AC3-E262-A533-55E9-3495C15F115D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0" name="Connector 80">
                <a:extLst>
                  <a:ext uri="{FF2B5EF4-FFF2-40B4-BE49-F238E27FC236}">
                    <a16:creationId xmlns:a16="http://schemas.microsoft.com/office/drawing/2014/main" id="{41594737-F884-6390-326A-DE407AF798E7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1" name="Connector 81">
                <a:extLst>
                  <a:ext uri="{FF2B5EF4-FFF2-40B4-BE49-F238E27FC236}">
                    <a16:creationId xmlns:a16="http://schemas.microsoft.com/office/drawing/2014/main" id="{691D6E45-5FC3-E7DC-0E8E-3FE68D6ABCA9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2" name="Connector 82">
                <a:extLst>
                  <a:ext uri="{FF2B5EF4-FFF2-40B4-BE49-F238E27FC236}">
                    <a16:creationId xmlns:a16="http://schemas.microsoft.com/office/drawing/2014/main" id="{0B79EAD7-B331-9557-8E58-ED0414030AB5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3" name="Connector 83">
                <a:extLst>
                  <a:ext uri="{FF2B5EF4-FFF2-40B4-BE49-F238E27FC236}">
                    <a16:creationId xmlns:a16="http://schemas.microsoft.com/office/drawing/2014/main" id="{0B266C7A-3631-9B4B-3F19-2EED1E8FA31E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4" name="Connector 84">
                <a:extLst>
                  <a:ext uri="{FF2B5EF4-FFF2-40B4-BE49-F238E27FC236}">
                    <a16:creationId xmlns:a16="http://schemas.microsoft.com/office/drawing/2014/main" id="{1AB867EE-8F68-70BB-B91E-43ABA3D7753E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5" name="Connector 85">
                <a:extLst>
                  <a:ext uri="{FF2B5EF4-FFF2-40B4-BE49-F238E27FC236}">
                    <a16:creationId xmlns:a16="http://schemas.microsoft.com/office/drawing/2014/main" id="{DE072ADC-0C29-41C8-101C-900F319947B5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6" name="Connector 86">
                <a:extLst>
                  <a:ext uri="{FF2B5EF4-FFF2-40B4-BE49-F238E27FC236}">
                    <a16:creationId xmlns:a16="http://schemas.microsoft.com/office/drawing/2014/main" id="{EFD10E7B-1FEE-DC3E-92BA-D69D8EFD0C4A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7" name="Connector 87">
                <a:extLst>
                  <a:ext uri="{FF2B5EF4-FFF2-40B4-BE49-F238E27FC236}">
                    <a16:creationId xmlns:a16="http://schemas.microsoft.com/office/drawing/2014/main" id="{8F8A9F77-C170-BF24-930F-764F21E5C0C9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8" name="Connector 88">
                <a:extLst>
                  <a:ext uri="{FF2B5EF4-FFF2-40B4-BE49-F238E27FC236}">
                    <a16:creationId xmlns:a16="http://schemas.microsoft.com/office/drawing/2014/main" id="{3F873C98-7468-FC40-A76A-C94C944FD6BB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9" name="Connector 89">
                <a:extLst>
                  <a:ext uri="{FF2B5EF4-FFF2-40B4-BE49-F238E27FC236}">
                    <a16:creationId xmlns:a16="http://schemas.microsoft.com/office/drawing/2014/main" id="{1729D1EB-B451-792D-6925-DD05A7363FFD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0" name="Connector 90">
                <a:extLst>
                  <a:ext uri="{FF2B5EF4-FFF2-40B4-BE49-F238E27FC236}">
                    <a16:creationId xmlns:a16="http://schemas.microsoft.com/office/drawing/2014/main" id="{64CC605E-9652-0C46-A143-000FBD4350FB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1" name="Connector 91">
                <a:extLst>
                  <a:ext uri="{FF2B5EF4-FFF2-40B4-BE49-F238E27FC236}">
                    <a16:creationId xmlns:a16="http://schemas.microsoft.com/office/drawing/2014/main" id="{773D02F1-FA1E-33C8-3CA1-B91F90E0C671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2" name="Connector 92">
                <a:extLst>
                  <a:ext uri="{FF2B5EF4-FFF2-40B4-BE49-F238E27FC236}">
                    <a16:creationId xmlns:a16="http://schemas.microsoft.com/office/drawing/2014/main" id="{B2D0356C-31B8-55EB-2B59-7EB0E5EECA27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3" name="Connector 93">
                <a:extLst>
                  <a:ext uri="{FF2B5EF4-FFF2-40B4-BE49-F238E27FC236}">
                    <a16:creationId xmlns:a16="http://schemas.microsoft.com/office/drawing/2014/main" id="{251E0FE1-97B5-C2D9-8FBA-525141398431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4" name="Connector 94">
                <a:extLst>
                  <a:ext uri="{FF2B5EF4-FFF2-40B4-BE49-F238E27FC236}">
                    <a16:creationId xmlns:a16="http://schemas.microsoft.com/office/drawing/2014/main" id="{B5E6CB53-A17C-FF83-0C89-A9343F76D01E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5" name="Connector 95">
                <a:extLst>
                  <a:ext uri="{FF2B5EF4-FFF2-40B4-BE49-F238E27FC236}">
                    <a16:creationId xmlns:a16="http://schemas.microsoft.com/office/drawing/2014/main" id="{68BF371B-236D-EE3B-91CB-3BF7543870BC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6" name="Connector 96">
                <a:extLst>
                  <a:ext uri="{FF2B5EF4-FFF2-40B4-BE49-F238E27FC236}">
                    <a16:creationId xmlns:a16="http://schemas.microsoft.com/office/drawing/2014/main" id="{830DDB6A-2619-3183-5FD3-EF97CC0EFE84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7" name="Connector 97">
                <a:extLst>
                  <a:ext uri="{FF2B5EF4-FFF2-40B4-BE49-F238E27FC236}">
                    <a16:creationId xmlns:a16="http://schemas.microsoft.com/office/drawing/2014/main" id="{0BB570F9-B826-1F7B-6B00-DF5CCDDCC4C5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8" name="Connector 98">
                <a:extLst>
                  <a:ext uri="{FF2B5EF4-FFF2-40B4-BE49-F238E27FC236}">
                    <a16:creationId xmlns:a16="http://schemas.microsoft.com/office/drawing/2014/main" id="{742370C9-24AA-3386-C796-FE441031753C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9" name="Connector 99">
                <a:extLst>
                  <a:ext uri="{FF2B5EF4-FFF2-40B4-BE49-F238E27FC236}">
                    <a16:creationId xmlns:a16="http://schemas.microsoft.com/office/drawing/2014/main" id="{CE827DE0-E660-7944-8378-CE7810771586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0" name="Connector 100">
                <a:extLst>
                  <a:ext uri="{FF2B5EF4-FFF2-40B4-BE49-F238E27FC236}">
                    <a16:creationId xmlns:a16="http://schemas.microsoft.com/office/drawing/2014/main" id="{634C83C3-C17B-7059-BEF9-0C5FD6157CB6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1" name="Connector 101">
                <a:extLst>
                  <a:ext uri="{FF2B5EF4-FFF2-40B4-BE49-F238E27FC236}">
                    <a16:creationId xmlns:a16="http://schemas.microsoft.com/office/drawing/2014/main" id="{4DE5FF32-62CA-4347-E071-702C2A54B125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2" name="Connector 102">
                <a:extLst>
                  <a:ext uri="{FF2B5EF4-FFF2-40B4-BE49-F238E27FC236}">
                    <a16:creationId xmlns:a16="http://schemas.microsoft.com/office/drawing/2014/main" id="{C54CED96-6215-DDE0-0408-20FD2FB585DB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3" name="Connector 103">
                <a:extLst>
                  <a:ext uri="{FF2B5EF4-FFF2-40B4-BE49-F238E27FC236}">
                    <a16:creationId xmlns:a16="http://schemas.microsoft.com/office/drawing/2014/main" id="{B6E4EC33-BF7E-1396-2600-DD52161B7973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4" name="Connector 104">
                <a:extLst>
                  <a:ext uri="{FF2B5EF4-FFF2-40B4-BE49-F238E27FC236}">
                    <a16:creationId xmlns:a16="http://schemas.microsoft.com/office/drawing/2014/main" id="{CC6322F0-6044-A26F-000C-FCD2774479BB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5" name="Connector 105">
                <a:extLst>
                  <a:ext uri="{FF2B5EF4-FFF2-40B4-BE49-F238E27FC236}">
                    <a16:creationId xmlns:a16="http://schemas.microsoft.com/office/drawing/2014/main" id="{6DC071FB-85CE-1A56-0558-FDC1CF4AEA07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6" name="Connector 106">
                <a:extLst>
                  <a:ext uri="{FF2B5EF4-FFF2-40B4-BE49-F238E27FC236}">
                    <a16:creationId xmlns:a16="http://schemas.microsoft.com/office/drawing/2014/main" id="{285C2B1C-D38F-098C-5F0D-819B3A355DC6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7" name="Connector 107">
                <a:extLst>
                  <a:ext uri="{FF2B5EF4-FFF2-40B4-BE49-F238E27FC236}">
                    <a16:creationId xmlns:a16="http://schemas.microsoft.com/office/drawing/2014/main" id="{042E604A-43EF-23D7-46FB-64DFFB540AD2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8" name="Connector 108">
                <a:extLst>
                  <a:ext uri="{FF2B5EF4-FFF2-40B4-BE49-F238E27FC236}">
                    <a16:creationId xmlns:a16="http://schemas.microsoft.com/office/drawing/2014/main" id="{25E3B10B-144C-B1E2-E830-EFCED45289F3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9" name="Connector 109">
                <a:extLst>
                  <a:ext uri="{FF2B5EF4-FFF2-40B4-BE49-F238E27FC236}">
                    <a16:creationId xmlns:a16="http://schemas.microsoft.com/office/drawing/2014/main" id="{5D2D1AB4-6CEE-D94E-91B3-EBEFBD213465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0" name="Connector 110">
                <a:extLst>
                  <a:ext uri="{FF2B5EF4-FFF2-40B4-BE49-F238E27FC236}">
                    <a16:creationId xmlns:a16="http://schemas.microsoft.com/office/drawing/2014/main" id="{CF358BA0-6A7D-C93D-06F7-DC9B4B334AA9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1" name="Connector 111">
                <a:extLst>
                  <a:ext uri="{FF2B5EF4-FFF2-40B4-BE49-F238E27FC236}">
                    <a16:creationId xmlns:a16="http://schemas.microsoft.com/office/drawing/2014/main" id="{8748FF64-DD87-9929-FCFE-359537FAAF3F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2" name="Connector 112">
                <a:extLst>
                  <a:ext uri="{FF2B5EF4-FFF2-40B4-BE49-F238E27FC236}">
                    <a16:creationId xmlns:a16="http://schemas.microsoft.com/office/drawing/2014/main" id="{B8EA2748-F9BF-87D5-EE81-1C994993D9B8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3" name="Connector 113">
                <a:extLst>
                  <a:ext uri="{FF2B5EF4-FFF2-40B4-BE49-F238E27FC236}">
                    <a16:creationId xmlns:a16="http://schemas.microsoft.com/office/drawing/2014/main" id="{712757D8-A9E1-2E5E-8B6F-61561D166D85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4" name="Connector 114">
                <a:extLst>
                  <a:ext uri="{FF2B5EF4-FFF2-40B4-BE49-F238E27FC236}">
                    <a16:creationId xmlns:a16="http://schemas.microsoft.com/office/drawing/2014/main" id="{95529285-30ED-95E8-F872-8FC26B281EFA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5" name="Connector 115">
                <a:extLst>
                  <a:ext uri="{FF2B5EF4-FFF2-40B4-BE49-F238E27FC236}">
                    <a16:creationId xmlns:a16="http://schemas.microsoft.com/office/drawing/2014/main" id="{0D0D953B-2AC7-EE5D-86B0-0856073AC46A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6" name="Connector 116">
                <a:extLst>
                  <a:ext uri="{FF2B5EF4-FFF2-40B4-BE49-F238E27FC236}">
                    <a16:creationId xmlns:a16="http://schemas.microsoft.com/office/drawing/2014/main" id="{5488AD7A-D3C1-F71B-F672-1062EA2B1349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7" name="Connector 117">
                <a:extLst>
                  <a:ext uri="{FF2B5EF4-FFF2-40B4-BE49-F238E27FC236}">
                    <a16:creationId xmlns:a16="http://schemas.microsoft.com/office/drawing/2014/main" id="{8351871B-E308-9686-298B-758A8F0642BE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8" name="Connector 118">
                <a:extLst>
                  <a:ext uri="{FF2B5EF4-FFF2-40B4-BE49-F238E27FC236}">
                    <a16:creationId xmlns:a16="http://schemas.microsoft.com/office/drawing/2014/main" id="{DCC863E8-7F3A-D828-A1C5-6E6A02AB2543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9" name="Connector 119">
                <a:extLst>
                  <a:ext uri="{FF2B5EF4-FFF2-40B4-BE49-F238E27FC236}">
                    <a16:creationId xmlns:a16="http://schemas.microsoft.com/office/drawing/2014/main" id="{2F295F27-995A-8EDC-CA37-73FD456E81BD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0" name="Connector 120">
                <a:extLst>
                  <a:ext uri="{FF2B5EF4-FFF2-40B4-BE49-F238E27FC236}">
                    <a16:creationId xmlns:a16="http://schemas.microsoft.com/office/drawing/2014/main" id="{0DF2BD0B-FD28-0767-DD2F-94EE1F5D466E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1" name="Connector 121">
                <a:extLst>
                  <a:ext uri="{FF2B5EF4-FFF2-40B4-BE49-F238E27FC236}">
                    <a16:creationId xmlns:a16="http://schemas.microsoft.com/office/drawing/2014/main" id="{747236FC-BDE5-7DAF-53B1-167A34E07DE2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2" name="Connector 122">
                <a:extLst>
                  <a:ext uri="{FF2B5EF4-FFF2-40B4-BE49-F238E27FC236}">
                    <a16:creationId xmlns:a16="http://schemas.microsoft.com/office/drawing/2014/main" id="{347886CF-1CAD-20B0-3DDF-C28ACF4B4EA0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3" name="Connector 123">
                <a:extLst>
                  <a:ext uri="{FF2B5EF4-FFF2-40B4-BE49-F238E27FC236}">
                    <a16:creationId xmlns:a16="http://schemas.microsoft.com/office/drawing/2014/main" id="{5439D33D-AD57-4735-A2CC-61CD6F3CB779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4" name="Connector 124">
                <a:extLst>
                  <a:ext uri="{FF2B5EF4-FFF2-40B4-BE49-F238E27FC236}">
                    <a16:creationId xmlns:a16="http://schemas.microsoft.com/office/drawing/2014/main" id="{E7BCDF49-FDC2-5663-31BF-F913EA937075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5" name="Connector 125">
                <a:extLst>
                  <a:ext uri="{FF2B5EF4-FFF2-40B4-BE49-F238E27FC236}">
                    <a16:creationId xmlns:a16="http://schemas.microsoft.com/office/drawing/2014/main" id="{DE727A2A-B666-B94B-0334-DC002B5ADFFD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6" name="Connector 126">
                <a:extLst>
                  <a:ext uri="{FF2B5EF4-FFF2-40B4-BE49-F238E27FC236}">
                    <a16:creationId xmlns:a16="http://schemas.microsoft.com/office/drawing/2014/main" id="{A0C6F6CF-759F-EDC0-D535-D8535C8A7558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7" name="Connector 127">
                <a:extLst>
                  <a:ext uri="{FF2B5EF4-FFF2-40B4-BE49-F238E27FC236}">
                    <a16:creationId xmlns:a16="http://schemas.microsoft.com/office/drawing/2014/main" id="{4249FF19-B796-FBD1-F7D8-84700B0261CA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8" name="Connector 128">
                <a:extLst>
                  <a:ext uri="{FF2B5EF4-FFF2-40B4-BE49-F238E27FC236}">
                    <a16:creationId xmlns:a16="http://schemas.microsoft.com/office/drawing/2014/main" id="{34E38145-CD76-D1BC-1027-43C693D5502E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9" name="Connector 129">
                <a:extLst>
                  <a:ext uri="{FF2B5EF4-FFF2-40B4-BE49-F238E27FC236}">
                    <a16:creationId xmlns:a16="http://schemas.microsoft.com/office/drawing/2014/main" id="{BAD95094-41EB-3EE6-2729-08CD81814EC8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0" name="Connector 130">
                <a:extLst>
                  <a:ext uri="{FF2B5EF4-FFF2-40B4-BE49-F238E27FC236}">
                    <a16:creationId xmlns:a16="http://schemas.microsoft.com/office/drawing/2014/main" id="{B9E612EF-7A3A-1AAB-B7E0-E1C2A61AEE7B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1" name="Connector 131">
                <a:extLst>
                  <a:ext uri="{FF2B5EF4-FFF2-40B4-BE49-F238E27FC236}">
                    <a16:creationId xmlns:a16="http://schemas.microsoft.com/office/drawing/2014/main" id="{37F81BC2-6D8D-B619-39E0-A964075A41C5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2" name="Connector 132">
                <a:extLst>
                  <a:ext uri="{FF2B5EF4-FFF2-40B4-BE49-F238E27FC236}">
                    <a16:creationId xmlns:a16="http://schemas.microsoft.com/office/drawing/2014/main" id="{0C8A5FA0-C3FB-B63E-7FC3-D0813C6A8AF8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363" name="Oval 362">
                <a:extLst>
                  <a:ext uri="{FF2B5EF4-FFF2-40B4-BE49-F238E27FC236}">
                    <a16:creationId xmlns:a16="http://schemas.microsoft.com/office/drawing/2014/main" id="{56CDEE12-6BED-5134-B871-5452C5B3BB3F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E72C9C48-0A9F-A830-3BBD-830443DC3549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00A952CB-D057-5C86-4E02-09EEA3E23FAA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57577EB5-C741-340E-D953-6CE4FA1C976B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7" name="Oval 366">
                <a:extLst>
                  <a:ext uri="{FF2B5EF4-FFF2-40B4-BE49-F238E27FC236}">
                    <a16:creationId xmlns:a16="http://schemas.microsoft.com/office/drawing/2014/main" id="{2F26E13A-964D-00CA-4C04-F9D821723B99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66AFF973-214E-B2E6-9689-140B524D5695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9" name="Oval 368">
                <a:extLst>
                  <a:ext uri="{FF2B5EF4-FFF2-40B4-BE49-F238E27FC236}">
                    <a16:creationId xmlns:a16="http://schemas.microsoft.com/office/drawing/2014/main" id="{6F01DF98-A490-568F-C043-DFA585B3DB36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60F28E9C-00AA-90A5-93C1-67CEC4B34F40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C7BBBE5C-E3C8-7764-EAE8-74582A8A3CAA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2" name="Oval 371">
                <a:extLst>
                  <a:ext uri="{FF2B5EF4-FFF2-40B4-BE49-F238E27FC236}">
                    <a16:creationId xmlns:a16="http://schemas.microsoft.com/office/drawing/2014/main" id="{5B45D47F-EE87-D168-A8CD-BBF3FD0209E3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3" name="Oval 372">
                <a:extLst>
                  <a:ext uri="{FF2B5EF4-FFF2-40B4-BE49-F238E27FC236}">
                    <a16:creationId xmlns:a16="http://schemas.microsoft.com/office/drawing/2014/main" id="{A02C6962-D67D-6507-52D0-61997C19181C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4" name="Oval 373">
                <a:extLst>
                  <a:ext uri="{FF2B5EF4-FFF2-40B4-BE49-F238E27FC236}">
                    <a16:creationId xmlns:a16="http://schemas.microsoft.com/office/drawing/2014/main" id="{DAF679EC-EDFB-E0F0-BE41-4512477B76D2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23FA9E0A-4D6E-063F-2264-07EF4E1474CB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6" name="Oval 375">
                <a:extLst>
                  <a:ext uri="{FF2B5EF4-FFF2-40B4-BE49-F238E27FC236}">
                    <a16:creationId xmlns:a16="http://schemas.microsoft.com/office/drawing/2014/main" id="{81FC7E58-6078-EFD1-C3B9-0DF7D31D0D69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E1226A5C-833E-0C64-A4BC-CB2C7C8B7384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8" name="Oval 377">
                <a:extLst>
                  <a:ext uri="{FF2B5EF4-FFF2-40B4-BE49-F238E27FC236}">
                    <a16:creationId xmlns:a16="http://schemas.microsoft.com/office/drawing/2014/main" id="{FFA2F589-1AD7-E064-B844-07FAEBA74C67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9" name="Oval 378">
                <a:extLst>
                  <a:ext uri="{FF2B5EF4-FFF2-40B4-BE49-F238E27FC236}">
                    <a16:creationId xmlns:a16="http://schemas.microsoft.com/office/drawing/2014/main" id="{CF9B947A-B667-D089-DB4C-63AB187CE7A1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79F86CF4-AD4A-D5C1-0769-72D66350FA81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4D6FE4DC-D1F8-A1F4-0E62-8F1D26299855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978810C-2AD6-AA75-DFA7-1DF478004F04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92F9345-9AA6-0747-180C-F45A8294F8B4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3A2E87D7-AC78-C424-2847-611E0BE611A1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97A711B-14FC-1EC6-AE57-64918DA66408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3E5EFFDD-3C5B-4B8F-687C-BCD3A0526F1C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1F6C1153-8487-8C34-29FB-C3BB7361444D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C85D2EEF-20A0-58BD-9A96-C26F81FFEF37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4057EB59-DCA1-BAFA-86AB-269E9263D12A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390" name="Oval 389">
                <a:extLst>
                  <a:ext uri="{FF2B5EF4-FFF2-40B4-BE49-F238E27FC236}">
                    <a16:creationId xmlns:a16="http://schemas.microsoft.com/office/drawing/2014/main" id="{6C599A6E-DA24-994B-2489-B27B3A48E567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4F5C289C-7D5E-91EC-CA23-D40A9CC2DA9D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8D24C6C7-1A4C-6FD8-B6B7-E495F635E02E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3" name="Oval 392">
                <a:extLst>
                  <a:ext uri="{FF2B5EF4-FFF2-40B4-BE49-F238E27FC236}">
                    <a16:creationId xmlns:a16="http://schemas.microsoft.com/office/drawing/2014/main" id="{BAF98511-2ADC-3FEF-3B5F-BD3870ABC3D4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840AB90C-728B-DFC7-9B33-6E6C64397637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951AF75D-BE3D-DC87-39AC-A381AB6864E2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922FFDE7-8492-3EB2-419A-4217758678FE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568AC621-13A1-F5B2-6473-07E3FE889A12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777F2C78-3CAE-E086-6616-C80F79106A51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FBE16E6B-1E04-A493-17F8-859551136B4C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AC7E7BA2-45C8-C66A-891D-EA063DD2B556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1" name="Oval 400">
                <a:extLst>
                  <a:ext uri="{FF2B5EF4-FFF2-40B4-BE49-F238E27FC236}">
                    <a16:creationId xmlns:a16="http://schemas.microsoft.com/office/drawing/2014/main" id="{B55A1F38-385A-B494-F007-80C6EDBA505A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D8480DCA-1DDF-B0B5-FC11-40BCA06082CB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5D3671BF-170A-4BC5-D92D-3F4161BC0715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B4D7348E-A1BE-93CE-3EE6-B0121231E603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3C394125-94B2-74B4-C58B-36F81BA60A9A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19B57011-9A0F-18EB-7F16-E7A2D62C4E7A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9B65B80B-F587-38E5-D015-1ACA4D6C2F9C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4BEDCDC2-EAF7-B2D1-8949-33A156456C93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689B89EA-F881-9A7D-47DC-871CFDB7E0A5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EA2EDE4C-3FAA-6CF7-7BEC-FAD9FB45BA62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D8CB9A6B-1184-23C6-86BB-1CEAC019385F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A353B360-A480-EAF6-D41C-9BC94A9548C9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3EFC1EC2-7F35-7C27-500F-680F7DA82562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4DF3B3A0-CFF5-59FD-1EB0-66483E35BE11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43623A99-990E-A36A-4FC0-192D9854F16B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D6DB0C3A-6904-AB64-9D51-5281F9ECF33C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240D379F-423B-4778-7FD5-197F94964AAE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B59E3C7A-47AF-EEC8-48E8-375BDADA9D89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9" name="Oval 418">
                <a:extLst>
                  <a:ext uri="{FF2B5EF4-FFF2-40B4-BE49-F238E27FC236}">
                    <a16:creationId xmlns:a16="http://schemas.microsoft.com/office/drawing/2014/main" id="{820BBA0A-2F21-DF18-0054-926BC0B0C037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CC49A083-C8DA-050B-8A7A-3E63DD0A61A0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AF250C46-A172-14F9-9D7E-66E7332550EC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461D70D9-BAC4-A056-E29C-5420CAC035C0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207AA336-3F10-A8EB-3D56-AABA96D9C1A8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FD4B3C0B-24A3-8319-78DA-0795053BDBC1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A140B48D-C63F-B948-493F-8A1528C7614F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3F124158-7AF1-95B0-89AA-773CF8CA80F8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482335D5-D8C3-EAA1-A82B-BADDAE37B71F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14E381B2-3D31-ABBC-931B-B2F1E71252EE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0971ED43-0D78-7634-D447-74D64245918D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71DAD6A4-44F4-0A20-B222-E1D3427E3776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1" name="Oval 430">
                <a:extLst>
                  <a:ext uri="{FF2B5EF4-FFF2-40B4-BE49-F238E27FC236}">
                    <a16:creationId xmlns:a16="http://schemas.microsoft.com/office/drawing/2014/main" id="{938FF609-C4D6-9F81-1014-E63AE8DA169C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505811E5-4C9D-5E1D-9D75-632C0A32CBEA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31D8446E-1F5F-14E9-CFFA-816D6251C9C4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C19CD13C-E9EE-2F44-41B7-BC4F328BE52D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4D2609EB-E2C5-D330-542F-FC254BD85229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74EF58F6-946B-DF22-5052-CC45F8F5C1AF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9F38C23F-B6E5-6030-5E25-EFC6F5FCDFE9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4E60B042-EE07-576D-F871-EBD63BC73D2E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Oval 438">
                <a:extLst>
                  <a:ext uri="{FF2B5EF4-FFF2-40B4-BE49-F238E27FC236}">
                    <a16:creationId xmlns:a16="http://schemas.microsoft.com/office/drawing/2014/main" id="{DA20821A-98B3-C789-687A-6166A04E5BF5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0C80C70E-A29F-6A4D-24EA-9BD7477CAD39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4E4478AE-9E2A-F789-5B8C-AD97AA36375D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EBBA5B9F-93EC-C2FF-0544-1186D5D1D51B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C14FAF37-A31D-EDD7-E543-1C77D057D37E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537F5E96-154B-0C68-816A-D55258BC2D2D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5" name="Oval 444">
                <a:extLst>
                  <a:ext uri="{FF2B5EF4-FFF2-40B4-BE49-F238E27FC236}">
                    <a16:creationId xmlns:a16="http://schemas.microsoft.com/office/drawing/2014/main" id="{70FFD0DA-3CAB-1772-C450-C26943275801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4035C304-E03D-CD0D-1318-4C88B45FC625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7" name="Oval 446">
                <a:extLst>
                  <a:ext uri="{FF2B5EF4-FFF2-40B4-BE49-F238E27FC236}">
                    <a16:creationId xmlns:a16="http://schemas.microsoft.com/office/drawing/2014/main" id="{22B775D6-E721-8AF1-56C4-FE3999969EA9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5219A6D3-1E99-532B-91B8-0E3565FC2491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69DC355B-D498-65EE-B008-BB163CA2EC17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7086EEC8-48D3-967D-7432-6F9C58BD81D7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8F0A7474-B415-4768-2AB0-800293558AFD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BEA5FCD6-BD05-5D8E-83BD-9DEB5EFC11FC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AB1DB641-4EE3-AA90-2CE7-04F364FD683F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EAC2AF55-3B4D-9A8D-9889-EA49D5599907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8456C0FD-7A17-A4B7-5F50-72CC903BD412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AAFFB3F0-FE79-EB11-CDDB-6AD20AB71526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22902AA7-23C1-7F9F-81D5-C64416ADF5E4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8" name="Oval 457">
                <a:extLst>
                  <a:ext uri="{FF2B5EF4-FFF2-40B4-BE49-F238E27FC236}">
                    <a16:creationId xmlns:a16="http://schemas.microsoft.com/office/drawing/2014/main" id="{D7D15A3C-3A8B-EE5F-3483-8CA427D09C37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29077E43-FF97-81F6-BDCF-A7E528CBF616}"/>
                </a:ext>
              </a:extLst>
            </p:cNvPr>
            <p:cNvSpPr/>
            <p:nvPr/>
          </p:nvSpPr>
          <p:spPr>
            <a:xfrm rot="16200000">
              <a:off x="8458202" y="2719250"/>
              <a:ext cx="1332412" cy="3801294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838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9272-B64F-7A76-CADE-42B668A8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460">
            <a:extLst>
              <a:ext uri="{FF2B5EF4-FFF2-40B4-BE49-F238E27FC236}">
                <a16:creationId xmlns:a16="http://schemas.microsoft.com/office/drawing/2014/main" id="{1E35AD52-BDA8-6A75-B673-28E18C94EC63}"/>
              </a:ext>
            </a:extLst>
          </p:cNvPr>
          <p:cNvSpPr txBox="1"/>
          <p:nvPr/>
        </p:nvSpPr>
        <p:spPr>
          <a:xfrm>
            <a:off x="2860158" y="5603358"/>
            <a:ext cx="1526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JLK_zeta3 3/7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FF95432D-8A4F-53BB-7343-F5EA7AB799A1}"/>
              </a:ext>
            </a:extLst>
          </p:cNvPr>
          <p:cNvSpPr txBox="1"/>
          <p:nvPr/>
        </p:nvSpPr>
        <p:spPr>
          <a:xfrm>
            <a:off x="8678907" y="5603358"/>
            <a:ext cx="165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JLK_zeta6 6/11</a:t>
            </a: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234807D5-B89B-5FC7-06B8-05BF70E5D8DC}"/>
              </a:ext>
            </a:extLst>
          </p:cNvPr>
          <p:cNvGrpSpPr/>
          <p:nvPr/>
        </p:nvGrpSpPr>
        <p:grpSpPr>
          <a:xfrm>
            <a:off x="586975" y="978843"/>
            <a:ext cx="5197448" cy="4425696"/>
            <a:chOff x="586975" y="978843"/>
            <a:chExt cx="5197448" cy="44256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42FA5A-B8E1-FBF6-DD01-96DABBB9C53D}"/>
                </a:ext>
              </a:extLst>
            </p:cNvPr>
            <p:cNvGrpSpPr/>
            <p:nvPr/>
          </p:nvGrpSpPr>
          <p:grpSpPr>
            <a:xfrm>
              <a:off x="586975" y="978843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3" name="Connector 2">
                <a:extLst>
                  <a:ext uri="{FF2B5EF4-FFF2-40B4-BE49-F238E27FC236}">
                    <a16:creationId xmlns:a16="http://schemas.microsoft.com/office/drawing/2014/main" id="{6237F671-E818-49BA-CE8D-8F43E7094581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3">
                <a:extLst>
                  <a:ext uri="{FF2B5EF4-FFF2-40B4-BE49-F238E27FC236}">
                    <a16:creationId xmlns:a16="http://schemas.microsoft.com/office/drawing/2014/main" id="{02A7EBDF-CBFE-E07E-4F29-E3BF94F0C785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4">
                <a:extLst>
                  <a:ext uri="{FF2B5EF4-FFF2-40B4-BE49-F238E27FC236}">
                    <a16:creationId xmlns:a16="http://schemas.microsoft.com/office/drawing/2014/main" id="{0B704111-DAF9-89D9-67AF-539AE8926779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5">
                <a:extLst>
                  <a:ext uri="{FF2B5EF4-FFF2-40B4-BE49-F238E27FC236}">
                    <a16:creationId xmlns:a16="http://schemas.microsoft.com/office/drawing/2014/main" id="{66EFFBFB-D8FD-7E42-BB6D-749A2101BFA5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6">
                <a:extLst>
                  <a:ext uri="{FF2B5EF4-FFF2-40B4-BE49-F238E27FC236}">
                    <a16:creationId xmlns:a16="http://schemas.microsoft.com/office/drawing/2014/main" id="{E1DF75B6-B19E-92D7-86F1-736D6182B067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7">
                <a:extLst>
                  <a:ext uri="{FF2B5EF4-FFF2-40B4-BE49-F238E27FC236}">
                    <a16:creationId xmlns:a16="http://schemas.microsoft.com/office/drawing/2014/main" id="{48835484-A276-0888-E81E-160243C7FEFD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8">
                <a:extLst>
                  <a:ext uri="{FF2B5EF4-FFF2-40B4-BE49-F238E27FC236}">
                    <a16:creationId xmlns:a16="http://schemas.microsoft.com/office/drawing/2014/main" id="{69641D4D-BA4C-29D8-721B-4A9ADE64B0AC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9">
                <a:extLst>
                  <a:ext uri="{FF2B5EF4-FFF2-40B4-BE49-F238E27FC236}">
                    <a16:creationId xmlns:a16="http://schemas.microsoft.com/office/drawing/2014/main" id="{A1CE67D9-4AB9-9817-D6E0-DF4129B32602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0">
                <a:extLst>
                  <a:ext uri="{FF2B5EF4-FFF2-40B4-BE49-F238E27FC236}">
                    <a16:creationId xmlns:a16="http://schemas.microsoft.com/office/drawing/2014/main" id="{8136D61E-EAA5-1E06-47C0-A79D6E5130FE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1">
                <a:extLst>
                  <a:ext uri="{FF2B5EF4-FFF2-40B4-BE49-F238E27FC236}">
                    <a16:creationId xmlns:a16="http://schemas.microsoft.com/office/drawing/2014/main" id="{881F1C88-725A-B33C-F248-A0961B763EEE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2">
                <a:extLst>
                  <a:ext uri="{FF2B5EF4-FFF2-40B4-BE49-F238E27FC236}">
                    <a16:creationId xmlns:a16="http://schemas.microsoft.com/office/drawing/2014/main" id="{3EAB8CAD-98A8-0945-9059-4103C8D21EF0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3">
                <a:extLst>
                  <a:ext uri="{FF2B5EF4-FFF2-40B4-BE49-F238E27FC236}">
                    <a16:creationId xmlns:a16="http://schemas.microsoft.com/office/drawing/2014/main" id="{E5FAD8D5-02BC-BFA9-EBF5-0BBD2A74A78C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4">
                <a:extLst>
                  <a:ext uri="{FF2B5EF4-FFF2-40B4-BE49-F238E27FC236}">
                    <a16:creationId xmlns:a16="http://schemas.microsoft.com/office/drawing/2014/main" id="{4D01CAF9-0CC0-3EAE-C255-E221E209F8FF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5">
                <a:extLst>
                  <a:ext uri="{FF2B5EF4-FFF2-40B4-BE49-F238E27FC236}">
                    <a16:creationId xmlns:a16="http://schemas.microsoft.com/office/drawing/2014/main" id="{70DEDF0D-F7E4-6D43-2FBD-ECB5F665F070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6">
                <a:extLst>
                  <a:ext uri="{FF2B5EF4-FFF2-40B4-BE49-F238E27FC236}">
                    <a16:creationId xmlns:a16="http://schemas.microsoft.com/office/drawing/2014/main" id="{F61BED40-1991-82B2-F076-060E802DFC25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7">
                <a:extLst>
                  <a:ext uri="{FF2B5EF4-FFF2-40B4-BE49-F238E27FC236}">
                    <a16:creationId xmlns:a16="http://schemas.microsoft.com/office/drawing/2014/main" id="{32FD052C-CA3D-EF6F-7C93-5F9EEA7E49DC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8">
                <a:extLst>
                  <a:ext uri="{FF2B5EF4-FFF2-40B4-BE49-F238E27FC236}">
                    <a16:creationId xmlns:a16="http://schemas.microsoft.com/office/drawing/2014/main" id="{996A7A49-9F68-B7AC-C7C3-696E98FC79DA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9">
                <a:extLst>
                  <a:ext uri="{FF2B5EF4-FFF2-40B4-BE49-F238E27FC236}">
                    <a16:creationId xmlns:a16="http://schemas.microsoft.com/office/drawing/2014/main" id="{719BE704-F0D0-8B27-AC10-1DA6107D0693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0">
                <a:extLst>
                  <a:ext uri="{FF2B5EF4-FFF2-40B4-BE49-F238E27FC236}">
                    <a16:creationId xmlns:a16="http://schemas.microsoft.com/office/drawing/2014/main" id="{FC487572-3230-4326-B104-5ED5FB8F3FF2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1">
                <a:extLst>
                  <a:ext uri="{FF2B5EF4-FFF2-40B4-BE49-F238E27FC236}">
                    <a16:creationId xmlns:a16="http://schemas.microsoft.com/office/drawing/2014/main" id="{01AA9341-FC9B-D603-D5B2-3A72683E41B7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2">
                <a:extLst>
                  <a:ext uri="{FF2B5EF4-FFF2-40B4-BE49-F238E27FC236}">
                    <a16:creationId xmlns:a16="http://schemas.microsoft.com/office/drawing/2014/main" id="{DC5D4060-DDC5-7CF5-7854-FC1C7D36762C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3">
                <a:extLst>
                  <a:ext uri="{FF2B5EF4-FFF2-40B4-BE49-F238E27FC236}">
                    <a16:creationId xmlns:a16="http://schemas.microsoft.com/office/drawing/2014/main" id="{0050947D-A4A0-36EC-5B59-59B3FF81B013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4">
                <a:extLst>
                  <a:ext uri="{FF2B5EF4-FFF2-40B4-BE49-F238E27FC236}">
                    <a16:creationId xmlns:a16="http://schemas.microsoft.com/office/drawing/2014/main" id="{3046BE9F-F711-DC66-B2CB-C80EC4C35CFB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5">
                <a:extLst>
                  <a:ext uri="{FF2B5EF4-FFF2-40B4-BE49-F238E27FC236}">
                    <a16:creationId xmlns:a16="http://schemas.microsoft.com/office/drawing/2014/main" id="{B2EB7F83-6A70-247F-C038-47F54243FACB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6">
                <a:extLst>
                  <a:ext uri="{FF2B5EF4-FFF2-40B4-BE49-F238E27FC236}">
                    <a16:creationId xmlns:a16="http://schemas.microsoft.com/office/drawing/2014/main" id="{D0637153-69E7-D033-1C73-21B93F045B14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7">
                <a:extLst>
                  <a:ext uri="{FF2B5EF4-FFF2-40B4-BE49-F238E27FC236}">
                    <a16:creationId xmlns:a16="http://schemas.microsoft.com/office/drawing/2014/main" id="{7B9DC5CF-617C-8225-2D3D-0AF503DF26EC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8">
                <a:extLst>
                  <a:ext uri="{FF2B5EF4-FFF2-40B4-BE49-F238E27FC236}">
                    <a16:creationId xmlns:a16="http://schemas.microsoft.com/office/drawing/2014/main" id="{898F5363-47CC-8CF8-E107-27E3664EBCF6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9">
                <a:extLst>
                  <a:ext uri="{FF2B5EF4-FFF2-40B4-BE49-F238E27FC236}">
                    <a16:creationId xmlns:a16="http://schemas.microsoft.com/office/drawing/2014/main" id="{BDD4957F-4663-6CFD-7792-49E344ADC608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0">
                <a:extLst>
                  <a:ext uri="{FF2B5EF4-FFF2-40B4-BE49-F238E27FC236}">
                    <a16:creationId xmlns:a16="http://schemas.microsoft.com/office/drawing/2014/main" id="{3746C7E3-C1E1-0162-804A-BB57E5DE8B18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1">
                <a:extLst>
                  <a:ext uri="{FF2B5EF4-FFF2-40B4-BE49-F238E27FC236}">
                    <a16:creationId xmlns:a16="http://schemas.microsoft.com/office/drawing/2014/main" id="{FC295A3D-2995-CB17-39C4-94B3DA0329A3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2">
                <a:extLst>
                  <a:ext uri="{FF2B5EF4-FFF2-40B4-BE49-F238E27FC236}">
                    <a16:creationId xmlns:a16="http://schemas.microsoft.com/office/drawing/2014/main" id="{B1C2235A-5A84-8A4C-6CA9-D4434A2E312A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3">
                <a:extLst>
                  <a:ext uri="{FF2B5EF4-FFF2-40B4-BE49-F238E27FC236}">
                    <a16:creationId xmlns:a16="http://schemas.microsoft.com/office/drawing/2014/main" id="{243FCE05-75B8-C8E9-E412-B2B971137EA3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4">
                <a:extLst>
                  <a:ext uri="{FF2B5EF4-FFF2-40B4-BE49-F238E27FC236}">
                    <a16:creationId xmlns:a16="http://schemas.microsoft.com/office/drawing/2014/main" id="{447CD9E0-DD5E-A3EF-383B-B18E9CE2EA6B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5">
                <a:extLst>
                  <a:ext uri="{FF2B5EF4-FFF2-40B4-BE49-F238E27FC236}">
                    <a16:creationId xmlns:a16="http://schemas.microsoft.com/office/drawing/2014/main" id="{B1183214-13F4-408E-133D-C3F9F434B310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6">
                <a:extLst>
                  <a:ext uri="{FF2B5EF4-FFF2-40B4-BE49-F238E27FC236}">
                    <a16:creationId xmlns:a16="http://schemas.microsoft.com/office/drawing/2014/main" id="{1049930D-3933-FD34-3AE8-7036F3A3FE6D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7">
                <a:extLst>
                  <a:ext uri="{FF2B5EF4-FFF2-40B4-BE49-F238E27FC236}">
                    <a16:creationId xmlns:a16="http://schemas.microsoft.com/office/drawing/2014/main" id="{EEC73B60-A766-1FD4-5867-896576F2067F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8">
                <a:extLst>
                  <a:ext uri="{FF2B5EF4-FFF2-40B4-BE49-F238E27FC236}">
                    <a16:creationId xmlns:a16="http://schemas.microsoft.com/office/drawing/2014/main" id="{9EAD6057-EAC9-F9DF-7FE5-E9FE509CA9F0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9">
                <a:extLst>
                  <a:ext uri="{FF2B5EF4-FFF2-40B4-BE49-F238E27FC236}">
                    <a16:creationId xmlns:a16="http://schemas.microsoft.com/office/drawing/2014/main" id="{1B51D44E-E13F-2E1E-B8B0-93DF3379BD77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0">
                <a:extLst>
                  <a:ext uri="{FF2B5EF4-FFF2-40B4-BE49-F238E27FC236}">
                    <a16:creationId xmlns:a16="http://schemas.microsoft.com/office/drawing/2014/main" id="{8ADB1E34-8157-09EC-2EED-2CA006052EC6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1">
                <a:extLst>
                  <a:ext uri="{FF2B5EF4-FFF2-40B4-BE49-F238E27FC236}">
                    <a16:creationId xmlns:a16="http://schemas.microsoft.com/office/drawing/2014/main" id="{A4A13C91-E2B1-5EC0-E717-0665687C2F0D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2">
                <a:extLst>
                  <a:ext uri="{FF2B5EF4-FFF2-40B4-BE49-F238E27FC236}">
                    <a16:creationId xmlns:a16="http://schemas.microsoft.com/office/drawing/2014/main" id="{64A13946-8A56-31CC-E1C9-C896BD9711FE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3">
                <a:extLst>
                  <a:ext uri="{FF2B5EF4-FFF2-40B4-BE49-F238E27FC236}">
                    <a16:creationId xmlns:a16="http://schemas.microsoft.com/office/drawing/2014/main" id="{91D86122-0268-3AAA-D1F4-0FCB289F66FC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4">
                <a:extLst>
                  <a:ext uri="{FF2B5EF4-FFF2-40B4-BE49-F238E27FC236}">
                    <a16:creationId xmlns:a16="http://schemas.microsoft.com/office/drawing/2014/main" id="{3E584BD9-8714-6FF9-9CBE-969154AB2C33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5">
                <a:extLst>
                  <a:ext uri="{FF2B5EF4-FFF2-40B4-BE49-F238E27FC236}">
                    <a16:creationId xmlns:a16="http://schemas.microsoft.com/office/drawing/2014/main" id="{5AA9BB3D-2B97-B0D1-628C-AB2DB7781AAB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6">
                <a:extLst>
                  <a:ext uri="{FF2B5EF4-FFF2-40B4-BE49-F238E27FC236}">
                    <a16:creationId xmlns:a16="http://schemas.microsoft.com/office/drawing/2014/main" id="{E48DE5B1-0ED0-2F08-9BE5-B26477E7DFDA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7">
                <a:extLst>
                  <a:ext uri="{FF2B5EF4-FFF2-40B4-BE49-F238E27FC236}">
                    <a16:creationId xmlns:a16="http://schemas.microsoft.com/office/drawing/2014/main" id="{CE16A771-89AC-5F13-6BD8-BC4872D02949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8">
                <a:extLst>
                  <a:ext uri="{FF2B5EF4-FFF2-40B4-BE49-F238E27FC236}">
                    <a16:creationId xmlns:a16="http://schemas.microsoft.com/office/drawing/2014/main" id="{D281E97C-367D-DF13-4271-49B2808B8215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9">
                <a:extLst>
                  <a:ext uri="{FF2B5EF4-FFF2-40B4-BE49-F238E27FC236}">
                    <a16:creationId xmlns:a16="http://schemas.microsoft.com/office/drawing/2014/main" id="{447B5F29-4F77-62B4-B0B4-A51A4948C9BE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0">
                <a:extLst>
                  <a:ext uri="{FF2B5EF4-FFF2-40B4-BE49-F238E27FC236}">
                    <a16:creationId xmlns:a16="http://schemas.microsoft.com/office/drawing/2014/main" id="{1B4C41B3-3F2C-D5B3-6AFC-07CFC9E5D556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1">
                <a:extLst>
                  <a:ext uri="{FF2B5EF4-FFF2-40B4-BE49-F238E27FC236}">
                    <a16:creationId xmlns:a16="http://schemas.microsoft.com/office/drawing/2014/main" id="{A880300D-608D-F51B-B7A4-FD0A2A552B4B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2">
                <a:extLst>
                  <a:ext uri="{FF2B5EF4-FFF2-40B4-BE49-F238E27FC236}">
                    <a16:creationId xmlns:a16="http://schemas.microsoft.com/office/drawing/2014/main" id="{E554FB31-7F36-CDBD-F5E5-74AA335C90A5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3">
                <a:extLst>
                  <a:ext uri="{FF2B5EF4-FFF2-40B4-BE49-F238E27FC236}">
                    <a16:creationId xmlns:a16="http://schemas.microsoft.com/office/drawing/2014/main" id="{C38C6D96-62B8-790D-4CF9-C779D4EAD174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4">
                <a:extLst>
                  <a:ext uri="{FF2B5EF4-FFF2-40B4-BE49-F238E27FC236}">
                    <a16:creationId xmlns:a16="http://schemas.microsoft.com/office/drawing/2014/main" id="{904DA8B9-66A8-B0C9-6510-4CDA2932CF2B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5">
                <a:extLst>
                  <a:ext uri="{FF2B5EF4-FFF2-40B4-BE49-F238E27FC236}">
                    <a16:creationId xmlns:a16="http://schemas.microsoft.com/office/drawing/2014/main" id="{C8A5C636-C165-D3E0-F55E-F3D2CED001F7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6">
                <a:extLst>
                  <a:ext uri="{FF2B5EF4-FFF2-40B4-BE49-F238E27FC236}">
                    <a16:creationId xmlns:a16="http://schemas.microsoft.com/office/drawing/2014/main" id="{B6F57D7E-763F-BA6D-4EB6-26A3F333E9FF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7">
                <a:extLst>
                  <a:ext uri="{FF2B5EF4-FFF2-40B4-BE49-F238E27FC236}">
                    <a16:creationId xmlns:a16="http://schemas.microsoft.com/office/drawing/2014/main" id="{3A971ED0-9626-6269-0A93-65B43A5530F1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8">
                <a:extLst>
                  <a:ext uri="{FF2B5EF4-FFF2-40B4-BE49-F238E27FC236}">
                    <a16:creationId xmlns:a16="http://schemas.microsoft.com/office/drawing/2014/main" id="{A61AF15C-B5FC-29F5-952F-68A3EF9E542C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9">
                <a:extLst>
                  <a:ext uri="{FF2B5EF4-FFF2-40B4-BE49-F238E27FC236}">
                    <a16:creationId xmlns:a16="http://schemas.microsoft.com/office/drawing/2014/main" id="{EFF8EE30-137E-A428-02E7-DA82D99E8613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0">
                <a:extLst>
                  <a:ext uri="{FF2B5EF4-FFF2-40B4-BE49-F238E27FC236}">
                    <a16:creationId xmlns:a16="http://schemas.microsoft.com/office/drawing/2014/main" id="{4AF371E2-59DA-B1B7-0736-038D63C8CBC6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1">
                <a:extLst>
                  <a:ext uri="{FF2B5EF4-FFF2-40B4-BE49-F238E27FC236}">
                    <a16:creationId xmlns:a16="http://schemas.microsoft.com/office/drawing/2014/main" id="{F2059BF3-A6B5-21A6-A9B5-2A095FB6E870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2">
                <a:extLst>
                  <a:ext uri="{FF2B5EF4-FFF2-40B4-BE49-F238E27FC236}">
                    <a16:creationId xmlns:a16="http://schemas.microsoft.com/office/drawing/2014/main" id="{EC6C7C32-A696-4F31-BE2A-2B72D8D73045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3">
                <a:extLst>
                  <a:ext uri="{FF2B5EF4-FFF2-40B4-BE49-F238E27FC236}">
                    <a16:creationId xmlns:a16="http://schemas.microsoft.com/office/drawing/2014/main" id="{1EE310E3-98FC-054E-5173-19629587870C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4">
                <a:extLst>
                  <a:ext uri="{FF2B5EF4-FFF2-40B4-BE49-F238E27FC236}">
                    <a16:creationId xmlns:a16="http://schemas.microsoft.com/office/drawing/2014/main" id="{13073AB1-DDD7-001D-79A7-B5E87AE452AD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5">
                <a:extLst>
                  <a:ext uri="{FF2B5EF4-FFF2-40B4-BE49-F238E27FC236}">
                    <a16:creationId xmlns:a16="http://schemas.microsoft.com/office/drawing/2014/main" id="{6EE34842-3923-CEC8-16F0-1D23A89A191F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6">
                <a:extLst>
                  <a:ext uri="{FF2B5EF4-FFF2-40B4-BE49-F238E27FC236}">
                    <a16:creationId xmlns:a16="http://schemas.microsoft.com/office/drawing/2014/main" id="{016E3843-025A-3046-5659-543780B56BBC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7">
                <a:extLst>
                  <a:ext uri="{FF2B5EF4-FFF2-40B4-BE49-F238E27FC236}">
                    <a16:creationId xmlns:a16="http://schemas.microsoft.com/office/drawing/2014/main" id="{7971DB31-DB1A-895C-AAEE-27D756F4344A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8">
                <a:extLst>
                  <a:ext uri="{FF2B5EF4-FFF2-40B4-BE49-F238E27FC236}">
                    <a16:creationId xmlns:a16="http://schemas.microsoft.com/office/drawing/2014/main" id="{1B617BF1-6A1F-1019-2ACD-2B432462C8D8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9">
                <a:extLst>
                  <a:ext uri="{FF2B5EF4-FFF2-40B4-BE49-F238E27FC236}">
                    <a16:creationId xmlns:a16="http://schemas.microsoft.com/office/drawing/2014/main" id="{93655764-A14E-078F-3486-61BB6A49152D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0">
                <a:extLst>
                  <a:ext uri="{FF2B5EF4-FFF2-40B4-BE49-F238E27FC236}">
                    <a16:creationId xmlns:a16="http://schemas.microsoft.com/office/drawing/2014/main" id="{EA3079C9-3DA7-CFB8-21B0-C08BD596365A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1">
                <a:extLst>
                  <a:ext uri="{FF2B5EF4-FFF2-40B4-BE49-F238E27FC236}">
                    <a16:creationId xmlns:a16="http://schemas.microsoft.com/office/drawing/2014/main" id="{167CD6D8-30FE-348F-471A-A249A55FF0FC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2">
                <a:extLst>
                  <a:ext uri="{FF2B5EF4-FFF2-40B4-BE49-F238E27FC236}">
                    <a16:creationId xmlns:a16="http://schemas.microsoft.com/office/drawing/2014/main" id="{1A74EF59-F484-A88D-2BFE-60AA6488164A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3">
                <a:extLst>
                  <a:ext uri="{FF2B5EF4-FFF2-40B4-BE49-F238E27FC236}">
                    <a16:creationId xmlns:a16="http://schemas.microsoft.com/office/drawing/2014/main" id="{63B3244D-C613-0237-6142-971D8C44A3D6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4">
                <a:extLst>
                  <a:ext uri="{FF2B5EF4-FFF2-40B4-BE49-F238E27FC236}">
                    <a16:creationId xmlns:a16="http://schemas.microsoft.com/office/drawing/2014/main" id="{3970BA00-E4E3-46E7-E41B-88E0FF484945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5">
                <a:extLst>
                  <a:ext uri="{FF2B5EF4-FFF2-40B4-BE49-F238E27FC236}">
                    <a16:creationId xmlns:a16="http://schemas.microsoft.com/office/drawing/2014/main" id="{6197B3B1-0779-B196-24CE-BEEDC1D25ADF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6">
                <a:extLst>
                  <a:ext uri="{FF2B5EF4-FFF2-40B4-BE49-F238E27FC236}">
                    <a16:creationId xmlns:a16="http://schemas.microsoft.com/office/drawing/2014/main" id="{AF41344E-EE10-DD12-903D-C3DA0CE62AF0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7">
                <a:extLst>
                  <a:ext uri="{FF2B5EF4-FFF2-40B4-BE49-F238E27FC236}">
                    <a16:creationId xmlns:a16="http://schemas.microsoft.com/office/drawing/2014/main" id="{56FA3C17-43F7-2206-E9A8-D27FDEF718C6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8">
                <a:extLst>
                  <a:ext uri="{FF2B5EF4-FFF2-40B4-BE49-F238E27FC236}">
                    <a16:creationId xmlns:a16="http://schemas.microsoft.com/office/drawing/2014/main" id="{15F51124-37C7-BFEC-B1CB-225CDF6FB934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9">
                <a:extLst>
                  <a:ext uri="{FF2B5EF4-FFF2-40B4-BE49-F238E27FC236}">
                    <a16:creationId xmlns:a16="http://schemas.microsoft.com/office/drawing/2014/main" id="{E40C17AC-FFF3-C253-EDE7-0C69B6B33933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0">
                <a:extLst>
                  <a:ext uri="{FF2B5EF4-FFF2-40B4-BE49-F238E27FC236}">
                    <a16:creationId xmlns:a16="http://schemas.microsoft.com/office/drawing/2014/main" id="{71A52138-C8EF-3D64-A88E-84FD0EE35E54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1">
                <a:extLst>
                  <a:ext uri="{FF2B5EF4-FFF2-40B4-BE49-F238E27FC236}">
                    <a16:creationId xmlns:a16="http://schemas.microsoft.com/office/drawing/2014/main" id="{AC17F5F0-1DB3-7BCC-7EDB-46317AE0D91E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2">
                <a:extLst>
                  <a:ext uri="{FF2B5EF4-FFF2-40B4-BE49-F238E27FC236}">
                    <a16:creationId xmlns:a16="http://schemas.microsoft.com/office/drawing/2014/main" id="{C94616AD-61BA-0489-CBF1-D35C3DF214D5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3">
                <a:extLst>
                  <a:ext uri="{FF2B5EF4-FFF2-40B4-BE49-F238E27FC236}">
                    <a16:creationId xmlns:a16="http://schemas.microsoft.com/office/drawing/2014/main" id="{4CCBAF1D-EF20-8C6C-903D-C59CBAFF2473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4">
                <a:extLst>
                  <a:ext uri="{FF2B5EF4-FFF2-40B4-BE49-F238E27FC236}">
                    <a16:creationId xmlns:a16="http://schemas.microsoft.com/office/drawing/2014/main" id="{0A8F5B82-6B0F-44A7-88AB-3C065C154190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5">
                <a:extLst>
                  <a:ext uri="{FF2B5EF4-FFF2-40B4-BE49-F238E27FC236}">
                    <a16:creationId xmlns:a16="http://schemas.microsoft.com/office/drawing/2014/main" id="{A0BC15EE-4493-37DA-4152-88ED370FD3FC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6">
                <a:extLst>
                  <a:ext uri="{FF2B5EF4-FFF2-40B4-BE49-F238E27FC236}">
                    <a16:creationId xmlns:a16="http://schemas.microsoft.com/office/drawing/2014/main" id="{CC2C2695-7EED-7902-8CED-2A3D88DA6D94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7">
                <a:extLst>
                  <a:ext uri="{FF2B5EF4-FFF2-40B4-BE49-F238E27FC236}">
                    <a16:creationId xmlns:a16="http://schemas.microsoft.com/office/drawing/2014/main" id="{2B037598-D726-2C73-5F6E-AF7873AEFFBD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8">
                <a:extLst>
                  <a:ext uri="{FF2B5EF4-FFF2-40B4-BE49-F238E27FC236}">
                    <a16:creationId xmlns:a16="http://schemas.microsoft.com/office/drawing/2014/main" id="{61357DF4-2E38-9829-DC27-249972DED332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9">
                <a:extLst>
                  <a:ext uri="{FF2B5EF4-FFF2-40B4-BE49-F238E27FC236}">
                    <a16:creationId xmlns:a16="http://schemas.microsoft.com/office/drawing/2014/main" id="{263B1EAD-127E-A77C-48EE-27036B4577A5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0">
                <a:extLst>
                  <a:ext uri="{FF2B5EF4-FFF2-40B4-BE49-F238E27FC236}">
                    <a16:creationId xmlns:a16="http://schemas.microsoft.com/office/drawing/2014/main" id="{037B09CB-CFDD-FD78-BC51-BADBA57086A3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1">
                <a:extLst>
                  <a:ext uri="{FF2B5EF4-FFF2-40B4-BE49-F238E27FC236}">
                    <a16:creationId xmlns:a16="http://schemas.microsoft.com/office/drawing/2014/main" id="{4C1B2D0E-C16E-8DD8-3453-8D4E8359F273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2">
                <a:extLst>
                  <a:ext uri="{FF2B5EF4-FFF2-40B4-BE49-F238E27FC236}">
                    <a16:creationId xmlns:a16="http://schemas.microsoft.com/office/drawing/2014/main" id="{26131898-8893-0103-1DAF-6E8F1B073E5D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3">
                <a:extLst>
                  <a:ext uri="{FF2B5EF4-FFF2-40B4-BE49-F238E27FC236}">
                    <a16:creationId xmlns:a16="http://schemas.microsoft.com/office/drawing/2014/main" id="{541D852F-73D1-31CA-FAE7-94F439F1B008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4">
                <a:extLst>
                  <a:ext uri="{FF2B5EF4-FFF2-40B4-BE49-F238E27FC236}">
                    <a16:creationId xmlns:a16="http://schemas.microsoft.com/office/drawing/2014/main" id="{AFBE24A8-649C-6A59-8A64-59383D788796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5">
                <a:extLst>
                  <a:ext uri="{FF2B5EF4-FFF2-40B4-BE49-F238E27FC236}">
                    <a16:creationId xmlns:a16="http://schemas.microsoft.com/office/drawing/2014/main" id="{70432A0A-7C18-6822-99F6-1ECCBFF7B087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6">
                <a:extLst>
                  <a:ext uri="{FF2B5EF4-FFF2-40B4-BE49-F238E27FC236}">
                    <a16:creationId xmlns:a16="http://schemas.microsoft.com/office/drawing/2014/main" id="{F2E1684B-D887-7D80-8929-A227F344E19A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7">
                <a:extLst>
                  <a:ext uri="{FF2B5EF4-FFF2-40B4-BE49-F238E27FC236}">
                    <a16:creationId xmlns:a16="http://schemas.microsoft.com/office/drawing/2014/main" id="{7CBF5E8B-41EE-1111-2442-8AA9BA6EE0BD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8">
                <a:extLst>
                  <a:ext uri="{FF2B5EF4-FFF2-40B4-BE49-F238E27FC236}">
                    <a16:creationId xmlns:a16="http://schemas.microsoft.com/office/drawing/2014/main" id="{29F529DB-C8CE-18ED-882F-64FFE13F335B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9">
                <a:extLst>
                  <a:ext uri="{FF2B5EF4-FFF2-40B4-BE49-F238E27FC236}">
                    <a16:creationId xmlns:a16="http://schemas.microsoft.com/office/drawing/2014/main" id="{5FC95188-2AE3-2562-13AF-45DAA0CA14BB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0">
                <a:extLst>
                  <a:ext uri="{FF2B5EF4-FFF2-40B4-BE49-F238E27FC236}">
                    <a16:creationId xmlns:a16="http://schemas.microsoft.com/office/drawing/2014/main" id="{7E9455F3-39D6-83EF-F36B-3AAD604D2CFA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1">
                <a:extLst>
                  <a:ext uri="{FF2B5EF4-FFF2-40B4-BE49-F238E27FC236}">
                    <a16:creationId xmlns:a16="http://schemas.microsoft.com/office/drawing/2014/main" id="{A8B0F019-457F-598A-4BBB-EF636BA53C16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102">
                <a:extLst>
                  <a:ext uri="{FF2B5EF4-FFF2-40B4-BE49-F238E27FC236}">
                    <a16:creationId xmlns:a16="http://schemas.microsoft.com/office/drawing/2014/main" id="{EB44967B-8265-DD44-A535-F4379AF16350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103">
                <a:extLst>
                  <a:ext uri="{FF2B5EF4-FFF2-40B4-BE49-F238E27FC236}">
                    <a16:creationId xmlns:a16="http://schemas.microsoft.com/office/drawing/2014/main" id="{49719817-92D8-B9F5-04E0-5B9F15964683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4">
                <a:extLst>
                  <a:ext uri="{FF2B5EF4-FFF2-40B4-BE49-F238E27FC236}">
                    <a16:creationId xmlns:a16="http://schemas.microsoft.com/office/drawing/2014/main" id="{9C314679-4C88-3FFB-C05B-EC9E9DFDC612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5">
                <a:extLst>
                  <a:ext uri="{FF2B5EF4-FFF2-40B4-BE49-F238E27FC236}">
                    <a16:creationId xmlns:a16="http://schemas.microsoft.com/office/drawing/2014/main" id="{70245FDD-F366-3FE6-94BD-686AEDBDF04D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6">
                <a:extLst>
                  <a:ext uri="{FF2B5EF4-FFF2-40B4-BE49-F238E27FC236}">
                    <a16:creationId xmlns:a16="http://schemas.microsoft.com/office/drawing/2014/main" id="{07063C3B-7D17-E8AD-A867-C20A5EF587ED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8" name="Connector 107">
                <a:extLst>
                  <a:ext uri="{FF2B5EF4-FFF2-40B4-BE49-F238E27FC236}">
                    <a16:creationId xmlns:a16="http://schemas.microsoft.com/office/drawing/2014/main" id="{2CF73580-E543-4569-1FBA-842F758CD531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9" name="Connector 108">
                <a:extLst>
                  <a:ext uri="{FF2B5EF4-FFF2-40B4-BE49-F238E27FC236}">
                    <a16:creationId xmlns:a16="http://schemas.microsoft.com/office/drawing/2014/main" id="{8DD0594A-1653-823E-DC72-7819897E7D45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0" name="Connector 109">
                <a:extLst>
                  <a:ext uri="{FF2B5EF4-FFF2-40B4-BE49-F238E27FC236}">
                    <a16:creationId xmlns:a16="http://schemas.microsoft.com/office/drawing/2014/main" id="{8E2F584C-F537-429D-A1F6-806FBBA4F9C2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1" name="Connector 110">
                <a:extLst>
                  <a:ext uri="{FF2B5EF4-FFF2-40B4-BE49-F238E27FC236}">
                    <a16:creationId xmlns:a16="http://schemas.microsoft.com/office/drawing/2014/main" id="{0E1505F8-8E45-8107-E0A5-73AD8AEF6AF1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2" name="Connector 111">
                <a:extLst>
                  <a:ext uri="{FF2B5EF4-FFF2-40B4-BE49-F238E27FC236}">
                    <a16:creationId xmlns:a16="http://schemas.microsoft.com/office/drawing/2014/main" id="{65FD1ED9-1A64-28AC-3A8E-7A6B5B52E99E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3" name="Connector 112">
                <a:extLst>
                  <a:ext uri="{FF2B5EF4-FFF2-40B4-BE49-F238E27FC236}">
                    <a16:creationId xmlns:a16="http://schemas.microsoft.com/office/drawing/2014/main" id="{19E7F21D-5E1B-D0A1-1C48-4FEE572F1DC2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4" name="Connector 113">
                <a:extLst>
                  <a:ext uri="{FF2B5EF4-FFF2-40B4-BE49-F238E27FC236}">
                    <a16:creationId xmlns:a16="http://schemas.microsoft.com/office/drawing/2014/main" id="{44D61465-7E52-D812-A4B2-F2F6E9F7F2C5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5" name="Connector 114">
                <a:extLst>
                  <a:ext uri="{FF2B5EF4-FFF2-40B4-BE49-F238E27FC236}">
                    <a16:creationId xmlns:a16="http://schemas.microsoft.com/office/drawing/2014/main" id="{B6E88601-5D7D-FFDB-3BEC-B4B754952CAB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6" name="Connector 115">
                <a:extLst>
                  <a:ext uri="{FF2B5EF4-FFF2-40B4-BE49-F238E27FC236}">
                    <a16:creationId xmlns:a16="http://schemas.microsoft.com/office/drawing/2014/main" id="{F438DB2B-0089-BF7C-556D-75D0184B918B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7" name="Connector 116">
                <a:extLst>
                  <a:ext uri="{FF2B5EF4-FFF2-40B4-BE49-F238E27FC236}">
                    <a16:creationId xmlns:a16="http://schemas.microsoft.com/office/drawing/2014/main" id="{E86E1F8C-03D3-9F68-E0D0-3E90DFD0C236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8" name="Connector 117">
                <a:extLst>
                  <a:ext uri="{FF2B5EF4-FFF2-40B4-BE49-F238E27FC236}">
                    <a16:creationId xmlns:a16="http://schemas.microsoft.com/office/drawing/2014/main" id="{B75FFD02-749B-4296-0AB1-B1479F2455B1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9" name="Connector 118">
                <a:extLst>
                  <a:ext uri="{FF2B5EF4-FFF2-40B4-BE49-F238E27FC236}">
                    <a16:creationId xmlns:a16="http://schemas.microsoft.com/office/drawing/2014/main" id="{0F1C8053-DFA5-3E7A-D0EA-E6B334A0A014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0" name="Connector 119">
                <a:extLst>
                  <a:ext uri="{FF2B5EF4-FFF2-40B4-BE49-F238E27FC236}">
                    <a16:creationId xmlns:a16="http://schemas.microsoft.com/office/drawing/2014/main" id="{011B338F-1AA6-4814-CF92-5E6A01830737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1" name="Connector 120">
                <a:extLst>
                  <a:ext uri="{FF2B5EF4-FFF2-40B4-BE49-F238E27FC236}">
                    <a16:creationId xmlns:a16="http://schemas.microsoft.com/office/drawing/2014/main" id="{F7816135-9FF4-9A91-7930-2040F2B5BA82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2" name="Connector 121">
                <a:extLst>
                  <a:ext uri="{FF2B5EF4-FFF2-40B4-BE49-F238E27FC236}">
                    <a16:creationId xmlns:a16="http://schemas.microsoft.com/office/drawing/2014/main" id="{BD53AC5B-91F6-26F5-CCF2-2D82A53877DD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3" name="Connector 122">
                <a:extLst>
                  <a:ext uri="{FF2B5EF4-FFF2-40B4-BE49-F238E27FC236}">
                    <a16:creationId xmlns:a16="http://schemas.microsoft.com/office/drawing/2014/main" id="{88F85973-9F8F-A148-9629-BD5E43E0123E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4" name="Connector 123">
                <a:extLst>
                  <a:ext uri="{FF2B5EF4-FFF2-40B4-BE49-F238E27FC236}">
                    <a16:creationId xmlns:a16="http://schemas.microsoft.com/office/drawing/2014/main" id="{FAA5858D-B00E-C91D-0684-D45D782176E5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5" name="Connector 124">
                <a:extLst>
                  <a:ext uri="{FF2B5EF4-FFF2-40B4-BE49-F238E27FC236}">
                    <a16:creationId xmlns:a16="http://schemas.microsoft.com/office/drawing/2014/main" id="{D5554BE9-B0E3-B7ED-440A-F79C4DAE00E5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6" name="Connector 125">
                <a:extLst>
                  <a:ext uri="{FF2B5EF4-FFF2-40B4-BE49-F238E27FC236}">
                    <a16:creationId xmlns:a16="http://schemas.microsoft.com/office/drawing/2014/main" id="{36288D4E-F715-0147-5C66-766C2136FE9A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7" name="Connector 126">
                <a:extLst>
                  <a:ext uri="{FF2B5EF4-FFF2-40B4-BE49-F238E27FC236}">
                    <a16:creationId xmlns:a16="http://schemas.microsoft.com/office/drawing/2014/main" id="{CFF185AC-3D93-00B0-957C-30FE48387D3F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8" name="Connector 127">
                <a:extLst>
                  <a:ext uri="{FF2B5EF4-FFF2-40B4-BE49-F238E27FC236}">
                    <a16:creationId xmlns:a16="http://schemas.microsoft.com/office/drawing/2014/main" id="{25E19371-5FE8-5CCA-EE2C-75B28F867253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9" name="Connector 128">
                <a:extLst>
                  <a:ext uri="{FF2B5EF4-FFF2-40B4-BE49-F238E27FC236}">
                    <a16:creationId xmlns:a16="http://schemas.microsoft.com/office/drawing/2014/main" id="{EF269275-9DA4-12B2-838E-9FAF6654A21C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0" name="Connector 129">
                <a:extLst>
                  <a:ext uri="{FF2B5EF4-FFF2-40B4-BE49-F238E27FC236}">
                    <a16:creationId xmlns:a16="http://schemas.microsoft.com/office/drawing/2014/main" id="{8A12593E-1963-E067-CF7B-4F6D10D7B3AF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1" name="Connector 130">
                <a:extLst>
                  <a:ext uri="{FF2B5EF4-FFF2-40B4-BE49-F238E27FC236}">
                    <a16:creationId xmlns:a16="http://schemas.microsoft.com/office/drawing/2014/main" id="{E415C36A-56DA-3B6D-4CAE-1249BB61CAE1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2" name="Connector 131">
                <a:extLst>
                  <a:ext uri="{FF2B5EF4-FFF2-40B4-BE49-F238E27FC236}">
                    <a16:creationId xmlns:a16="http://schemas.microsoft.com/office/drawing/2014/main" id="{EA739099-255A-F40C-BAF1-A052F2FF4EA7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3" name="Connector 132">
                <a:extLst>
                  <a:ext uri="{FF2B5EF4-FFF2-40B4-BE49-F238E27FC236}">
                    <a16:creationId xmlns:a16="http://schemas.microsoft.com/office/drawing/2014/main" id="{678EA5D4-8517-6BB6-DF98-02B43899885B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E7F536C7-BA08-E1D3-AE1F-C63275F96AEF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5C6E9D76-257E-2C0F-B4AF-92498BF87E7D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0107A1E1-3E1E-C6BA-4022-D9FB470C62DA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52F0AB7-A6E4-43C8-9BCC-CEF237E1163D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8F25A20-E001-7655-8AA5-60410199D0AA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C802121-E11E-56ED-11E8-651FC0F07B2A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D247D464-89B9-A47F-8D93-45A53A90BD2A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6A8555FD-1A0D-823D-AF21-639FE57FACFD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3C8E5DB6-0654-1EC6-741D-257743BBF78F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131E23DF-7978-C618-456E-63E0ADC32C48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F80BE7C-099A-B3A6-296D-D3B55BDD275C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D189C2E5-906A-4A43-97C8-A1378DD48493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18F091E-6B95-CFC4-55FA-5FCED06B1788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74B93130-813F-E625-106F-A82043A0463D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CE182AA-7E37-2775-1331-A75737B1A0D3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C4841B91-5817-31C1-6281-B3769A7B5091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44E98A16-6C02-4A49-475E-460D8DB658E0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1EF4EBDB-9B24-FE74-4BF5-DE14A0AE7B23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D20D968-31FA-22F2-D901-34BDAA34EE56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7C551976-4D42-8B54-8528-EB749ECED52E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19523502-1034-6A05-416E-1581610B1997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971ADC4D-EB8D-F8EE-8078-2F4F484B0390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6B72D68-1236-7274-5975-1F6321DD07E1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0E54DF5C-76F3-7983-8B25-8A2C92EFFA8C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725A2A88-958E-1972-A519-AC1E7E4F924A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17CEEE7-278A-5162-5450-29BE63D73FEF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B8A4E165-264E-AF11-7031-BA5D74A0CE4F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33D09E76-04E3-54F5-F5A8-38121A02E056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6D48769-A516-81B5-1472-548F1FFD0347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930BBA93-393B-60B0-3D85-E9C4D3C88AF3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3B295ABD-EC38-EBF8-75E2-15BE4F3B1E3A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4C559967-6DD6-9384-0B7A-4C0870B2F6E5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D512185-78BE-CF03-795A-F5A618710615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A818E7E4-EAB6-5AFC-6F89-7698EE0CCA88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FA70C051-A355-8734-D063-7190C58D2C25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38558203-AEC3-641B-E1C4-57E98442515E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52AA146B-0740-03DD-0ACA-83481144F6B4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344C21DB-4FB2-A141-50BD-390832011462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55607FB8-B0EB-90ED-AB9B-466F0A9F1687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15F8D60E-C482-678A-39BB-74B7585F9BFF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5505BCD-EB07-BCFE-DEA2-EFC55B688268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D71D19DD-0EF2-3874-E8A3-A4E993A00692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8BAAC80D-E0DC-DF86-6CE4-D747EB722928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55F58BC9-E7E8-FEF2-E84C-0B5423C563E5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9D6699F1-1620-4E33-81DF-30227C70F2B6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F4FBC998-9863-BBA3-786E-33ABD6E2134A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10058F01-A310-31A5-BB13-4EA0C2C81842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D4C7B8F-C2CB-B086-88D3-E14677407F01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124907F4-4CC5-4243-4FE0-8BEAFEBAEC8F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ABC5C57D-313F-49A7-5AB7-577BF2E54243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86CA7C15-A36A-E408-7F63-BA95A2598158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B7C179CF-2AB1-F509-E820-B93B893E61A9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D125CAEC-0079-4ADF-C3A4-C35B3459A62E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097D8B87-66DB-AFD1-AC4B-D0108822C401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4CFD5387-7773-4487-7A97-BB74F89F46C9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3576415A-9EA8-E4E7-12F0-C2C1E9E855AC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AD11CAE2-F66F-3263-9D03-A28D9C3B3B66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CA5EF307-9A4C-1AB7-DC5A-EC21AD9219ED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801E3D33-B77E-4401-4B42-8F92AE01385D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6C6887D7-00BA-6A14-081B-687DE7ADC746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F963D546-5421-4C7D-02D6-FC746B7D811C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CEA58B4C-6DBC-A5CB-9F77-E93173BBD2AB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EDDEBC08-375D-BDB6-7CD5-E126836A1AEB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F4511F0C-1E62-CA0D-06C1-0CCD3D1E050F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DF79CDFD-08BD-1030-7EC3-172358F5D809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3C4420E2-B730-2D87-AC4C-A6DB9CD631A1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42E531F-F75B-4244-7800-615EFF7A0ED6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33B8DA52-6ABF-EEC3-F08C-F8978D0B87C3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892B82AF-9485-2AD0-2864-C34EB5C3F78A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126D46C9-5C52-61AF-6B42-83E147186160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357C206E-26AD-47C8-D854-E0133480C030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B76A795A-F924-1E74-89D4-1A63DE3BD1B2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7621E82B-AA78-6EF5-8C30-467EB9BD44E4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D810D744-2F01-FC5E-AB3B-D429B01ADD21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4698082-DB1F-D94A-5BF1-E5CEE7A039A8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78A2C680-B032-9242-DF3C-C9C2BBCAC155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D1362806-FEB9-A28D-A11C-E5EE06787880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8969FBE-3481-80F3-66C7-8ED172F45CD8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22C4A5CE-A0E1-6A19-4A99-AB1937FF5367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CA1AB533-FCFE-2A6B-166C-B4F1490F1D2F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42D1B4E6-D401-7E5A-1294-6F44949DF2AC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840C70FA-3EB4-7F96-6806-4BD3E3320D08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3587F5D6-2943-23CA-25E9-D99B6B3A635A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9E47AB20-A7C1-B1CC-6E92-B84EECC36408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41A064C-3F0F-6028-FA51-55DAF5EE654C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E49FE4AE-D35A-13E8-B6D7-EB505BD8BD1F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98426356-BEB4-AE73-3E0F-EF3EDF559138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BAB9E9BB-5581-15A1-F649-30191246AFF6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2D408CCA-4F1C-E3D5-00A5-90D0962C6C5F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348234C9-B498-415A-EC79-AB639C679111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0AC271DA-D230-731F-DC5E-40AAC9330C89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72ABF45A-23BD-6B9F-B616-B6F51B2E57FE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E1C0B0D7-091A-9AC3-7326-EEC5E1CE5971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3C42678C-C0C6-7CA1-B68E-790FB3548151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B6734D1-2A94-E8ED-8F61-14881E40DCDE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9135DF52-5D9D-900D-F91A-5C7514F18685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59" name="Parallelogram 458">
              <a:extLst>
                <a:ext uri="{FF2B5EF4-FFF2-40B4-BE49-F238E27FC236}">
                  <a16:creationId xmlns:a16="http://schemas.microsoft.com/office/drawing/2014/main" id="{C8B8B7D0-4C0F-DD7B-632C-184B422695C4}"/>
                </a:ext>
              </a:extLst>
            </p:cNvPr>
            <p:cNvSpPr/>
            <p:nvPr/>
          </p:nvSpPr>
          <p:spPr>
            <a:xfrm rot="5400000">
              <a:off x="1432561" y="2956563"/>
              <a:ext cx="1985551" cy="2673532"/>
            </a:xfrm>
            <a:prstGeom prst="parallelogram">
              <a:avLst>
                <a:gd name="adj" fmla="val 33073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63B003A-CDAE-E557-94C2-3248FB287F18}"/>
              </a:ext>
            </a:extLst>
          </p:cNvPr>
          <p:cNvGrpSpPr/>
          <p:nvPr/>
        </p:nvGrpSpPr>
        <p:grpSpPr>
          <a:xfrm>
            <a:off x="6334633" y="978843"/>
            <a:ext cx="5197448" cy="4425696"/>
            <a:chOff x="6334633" y="978843"/>
            <a:chExt cx="5197448" cy="4425696"/>
          </a:xfrm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3CD420BA-DBD9-4367-1237-6A8D567F655C}"/>
                </a:ext>
              </a:extLst>
            </p:cNvPr>
            <p:cNvGrpSpPr/>
            <p:nvPr/>
          </p:nvGrpSpPr>
          <p:grpSpPr>
            <a:xfrm>
              <a:off x="6334633" y="978843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232" name="Connector 2">
                <a:extLst>
                  <a:ext uri="{FF2B5EF4-FFF2-40B4-BE49-F238E27FC236}">
                    <a16:creationId xmlns:a16="http://schemas.microsoft.com/office/drawing/2014/main" id="{4E19C0E1-C1B7-71DA-6AE5-8D454EF47729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3" name="Connector 3">
                <a:extLst>
                  <a:ext uri="{FF2B5EF4-FFF2-40B4-BE49-F238E27FC236}">
                    <a16:creationId xmlns:a16="http://schemas.microsoft.com/office/drawing/2014/main" id="{C0561239-9929-1EB9-7DDE-A4D243D649EC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4" name="Connector 4">
                <a:extLst>
                  <a:ext uri="{FF2B5EF4-FFF2-40B4-BE49-F238E27FC236}">
                    <a16:creationId xmlns:a16="http://schemas.microsoft.com/office/drawing/2014/main" id="{7245F38E-DC5C-9514-C3FE-20F3BFB7E0BE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5" name="Connector 5">
                <a:extLst>
                  <a:ext uri="{FF2B5EF4-FFF2-40B4-BE49-F238E27FC236}">
                    <a16:creationId xmlns:a16="http://schemas.microsoft.com/office/drawing/2014/main" id="{68D0C95D-9888-CB42-F231-35B7E2AFFFFD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6" name="Connector 6">
                <a:extLst>
                  <a:ext uri="{FF2B5EF4-FFF2-40B4-BE49-F238E27FC236}">
                    <a16:creationId xmlns:a16="http://schemas.microsoft.com/office/drawing/2014/main" id="{F5F19B53-C9D2-9184-0A22-487F35A60990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7" name="Connector 7">
                <a:extLst>
                  <a:ext uri="{FF2B5EF4-FFF2-40B4-BE49-F238E27FC236}">
                    <a16:creationId xmlns:a16="http://schemas.microsoft.com/office/drawing/2014/main" id="{04A5F6E8-9400-812D-BA3B-259EE4E90C65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8" name="Connector 8">
                <a:extLst>
                  <a:ext uri="{FF2B5EF4-FFF2-40B4-BE49-F238E27FC236}">
                    <a16:creationId xmlns:a16="http://schemas.microsoft.com/office/drawing/2014/main" id="{0A381C55-1D57-982D-1257-7D38EB29D514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9" name="Connector 9">
                <a:extLst>
                  <a:ext uri="{FF2B5EF4-FFF2-40B4-BE49-F238E27FC236}">
                    <a16:creationId xmlns:a16="http://schemas.microsoft.com/office/drawing/2014/main" id="{9A12C915-41B7-8A64-8794-39C5E4170512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0" name="Connector 10">
                <a:extLst>
                  <a:ext uri="{FF2B5EF4-FFF2-40B4-BE49-F238E27FC236}">
                    <a16:creationId xmlns:a16="http://schemas.microsoft.com/office/drawing/2014/main" id="{1C6DEBEE-E108-372A-BBAC-1D027A4A5EB7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1" name="Connector 11">
                <a:extLst>
                  <a:ext uri="{FF2B5EF4-FFF2-40B4-BE49-F238E27FC236}">
                    <a16:creationId xmlns:a16="http://schemas.microsoft.com/office/drawing/2014/main" id="{4595A94E-9585-5E6D-D09E-490A4D1A2AB5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2" name="Connector 12">
                <a:extLst>
                  <a:ext uri="{FF2B5EF4-FFF2-40B4-BE49-F238E27FC236}">
                    <a16:creationId xmlns:a16="http://schemas.microsoft.com/office/drawing/2014/main" id="{EBDD0705-E1E4-7B87-1859-0C2A3FA7950C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3" name="Connector 13">
                <a:extLst>
                  <a:ext uri="{FF2B5EF4-FFF2-40B4-BE49-F238E27FC236}">
                    <a16:creationId xmlns:a16="http://schemas.microsoft.com/office/drawing/2014/main" id="{8EB2FD7A-73CB-AB41-C2B5-4D76929FE139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4" name="Connector 14">
                <a:extLst>
                  <a:ext uri="{FF2B5EF4-FFF2-40B4-BE49-F238E27FC236}">
                    <a16:creationId xmlns:a16="http://schemas.microsoft.com/office/drawing/2014/main" id="{55E47C01-F432-E24A-EF8E-477CB4417B58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5" name="Connector 15">
                <a:extLst>
                  <a:ext uri="{FF2B5EF4-FFF2-40B4-BE49-F238E27FC236}">
                    <a16:creationId xmlns:a16="http://schemas.microsoft.com/office/drawing/2014/main" id="{C555ADAC-B69E-B627-55D7-B0A5E3549713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6" name="Connector 16">
                <a:extLst>
                  <a:ext uri="{FF2B5EF4-FFF2-40B4-BE49-F238E27FC236}">
                    <a16:creationId xmlns:a16="http://schemas.microsoft.com/office/drawing/2014/main" id="{01015875-A6B9-24D8-1839-30D9D1D5D25D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7" name="Connector 17">
                <a:extLst>
                  <a:ext uri="{FF2B5EF4-FFF2-40B4-BE49-F238E27FC236}">
                    <a16:creationId xmlns:a16="http://schemas.microsoft.com/office/drawing/2014/main" id="{0080A5F7-EDA7-A049-D8A7-1F2807A3F13B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8" name="Connector 18">
                <a:extLst>
                  <a:ext uri="{FF2B5EF4-FFF2-40B4-BE49-F238E27FC236}">
                    <a16:creationId xmlns:a16="http://schemas.microsoft.com/office/drawing/2014/main" id="{C6B375A1-BB8F-915C-B6A7-4610C8B48407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9" name="Connector 19">
                <a:extLst>
                  <a:ext uri="{FF2B5EF4-FFF2-40B4-BE49-F238E27FC236}">
                    <a16:creationId xmlns:a16="http://schemas.microsoft.com/office/drawing/2014/main" id="{0F51F8C3-F613-993A-6A28-57BCE2566B0F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0" name="Connector 20">
                <a:extLst>
                  <a:ext uri="{FF2B5EF4-FFF2-40B4-BE49-F238E27FC236}">
                    <a16:creationId xmlns:a16="http://schemas.microsoft.com/office/drawing/2014/main" id="{BB287B44-F766-1CC3-9B74-3A52C5769DAB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1" name="Connector 21">
                <a:extLst>
                  <a:ext uri="{FF2B5EF4-FFF2-40B4-BE49-F238E27FC236}">
                    <a16:creationId xmlns:a16="http://schemas.microsoft.com/office/drawing/2014/main" id="{015F4896-1DAC-DD28-F0CB-3992E4EA865A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2" name="Connector 22">
                <a:extLst>
                  <a:ext uri="{FF2B5EF4-FFF2-40B4-BE49-F238E27FC236}">
                    <a16:creationId xmlns:a16="http://schemas.microsoft.com/office/drawing/2014/main" id="{4C680EB6-336B-279D-5DC2-8CE8B0460EF9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3" name="Connector 23">
                <a:extLst>
                  <a:ext uri="{FF2B5EF4-FFF2-40B4-BE49-F238E27FC236}">
                    <a16:creationId xmlns:a16="http://schemas.microsoft.com/office/drawing/2014/main" id="{E6BAAD4B-F9A6-CD59-AFD9-FF81577DE7A2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4" name="Connector 24">
                <a:extLst>
                  <a:ext uri="{FF2B5EF4-FFF2-40B4-BE49-F238E27FC236}">
                    <a16:creationId xmlns:a16="http://schemas.microsoft.com/office/drawing/2014/main" id="{6703845C-0255-7DDB-874C-D0FCCF6CC959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5" name="Connector 25">
                <a:extLst>
                  <a:ext uri="{FF2B5EF4-FFF2-40B4-BE49-F238E27FC236}">
                    <a16:creationId xmlns:a16="http://schemas.microsoft.com/office/drawing/2014/main" id="{22F9D6B4-3587-75A3-9F9F-7D0C60393E10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6" name="Connector 26">
                <a:extLst>
                  <a:ext uri="{FF2B5EF4-FFF2-40B4-BE49-F238E27FC236}">
                    <a16:creationId xmlns:a16="http://schemas.microsoft.com/office/drawing/2014/main" id="{52C2CAAB-9DDD-B5EB-D274-1DF687986C26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7" name="Connector 27">
                <a:extLst>
                  <a:ext uri="{FF2B5EF4-FFF2-40B4-BE49-F238E27FC236}">
                    <a16:creationId xmlns:a16="http://schemas.microsoft.com/office/drawing/2014/main" id="{5A17E89F-3C06-EC33-C57E-D3739138665A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8" name="Connector 28">
                <a:extLst>
                  <a:ext uri="{FF2B5EF4-FFF2-40B4-BE49-F238E27FC236}">
                    <a16:creationId xmlns:a16="http://schemas.microsoft.com/office/drawing/2014/main" id="{DCF6FFF3-018D-9CD6-1693-E8869209130B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9" name="Connector 29">
                <a:extLst>
                  <a:ext uri="{FF2B5EF4-FFF2-40B4-BE49-F238E27FC236}">
                    <a16:creationId xmlns:a16="http://schemas.microsoft.com/office/drawing/2014/main" id="{C5F8AEA3-0A78-78AD-7D93-96439A71C223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0" name="Connector 30">
                <a:extLst>
                  <a:ext uri="{FF2B5EF4-FFF2-40B4-BE49-F238E27FC236}">
                    <a16:creationId xmlns:a16="http://schemas.microsoft.com/office/drawing/2014/main" id="{F8BC4366-06CF-8629-05EF-DBC43B366E97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1" name="Connector 31">
                <a:extLst>
                  <a:ext uri="{FF2B5EF4-FFF2-40B4-BE49-F238E27FC236}">
                    <a16:creationId xmlns:a16="http://schemas.microsoft.com/office/drawing/2014/main" id="{4A7887C5-3550-CE93-A1E2-DA8FC2FE92F2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2" name="Connector 32">
                <a:extLst>
                  <a:ext uri="{FF2B5EF4-FFF2-40B4-BE49-F238E27FC236}">
                    <a16:creationId xmlns:a16="http://schemas.microsoft.com/office/drawing/2014/main" id="{54CD5634-7D5E-D2BD-97B1-BFAC99AA2EDE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3" name="Connector 33">
                <a:extLst>
                  <a:ext uri="{FF2B5EF4-FFF2-40B4-BE49-F238E27FC236}">
                    <a16:creationId xmlns:a16="http://schemas.microsoft.com/office/drawing/2014/main" id="{5073AE9E-156A-2C17-494A-005DC5DED464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4" name="Connector 34">
                <a:extLst>
                  <a:ext uri="{FF2B5EF4-FFF2-40B4-BE49-F238E27FC236}">
                    <a16:creationId xmlns:a16="http://schemas.microsoft.com/office/drawing/2014/main" id="{6F5289B2-D566-948D-E8F0-3BD3DA33C883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5" name="Connector 35">
                <a:extLst>
                  <a:ext uri="{FF2B5EF4-FFF2-40B4-BE49-F238E27FC236}">
                    <a16:creationId xmlns:a16="http://schemas.microsoft.com/office/drawing/2014/main" id="{855795F9-F608-2F1C-9A50-F96432DC8E76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6" name="Connector 36">
                <a:extLst>
                  <a:ext uri="{FF2B5EF4-FFF2-40B4-BE49-F238E27FC236}">
                    <a16:creationId xmlns:a16="http://schemas.microsoft.com/office/drawing/2014/main" id="{38DB7CEF-C00C-C7B5-4AC6-CB525C3C64ED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7" name="Connector 37">
                <a:extLst>
                  <a:ext uri="{FF2B5EF4-FFF2-40B4-BE49-F238E27FC236}">
                    <a16:creationId xmlns:a16="http://schemas.microsoft.com/office/drawing/2014/main" id="{7343E941-6068-42A6-D7D5-B4F179D1CC8A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8" name="Connector 38">
                <a:extLst>
                  <a:ext uri="{FF2B5EF4-FFF2-40B4-BE49-F238E27FC236}">
                    <a16:creationId xmlns:a16="http://schemas.microsoft.com/office/drawing/2014/main" id="{37B48AB9-4D37-531C-2C23-7995D6A5CBA3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9" name="Connector 39">
                <a:extLst>
                  <a:ext uri="{FF2B5EF4-FFF2-40B4-BE49-F238E27FC236}">
                    <a16:creationId xmlns:a16="http://schemas.microsoft.com/office/drawing/2014/main" id="{CD64F713-0F19-B51E-7F50-C36CAA71BF0C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0" name="Connector 40">
                <a:extLst>
                  <a:ext uri="{FF2B5EF4-FFF2-40B4-BE49-F238E27FC236}">
                    <a16:creationId xmlns:a16="http://schemas.microsoft.com/office/drawing/2014/main" id="{483170DD-7214-E477-EB2C-915F978F12A7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1" name="Connector 41">
                <a:extLst>
                  <a:ext uri="{FF2B5EF4-FFF2-40B4-BE49-F238E27FC236}">
                    <a16:creationId xmlns:a16="http://schemas.microsoft.com/office/drawing/2014/main" id="{195AD3C7-4327-1E83-83E2-DFEEF03F6B6B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2" name="Connector 42">
                <a:extLst>
                  <a:ext uri="{FF2B5EF4-FFF2-40B4-BE49-F238E27FC236}">
                    <a16:creationId xmlns:a16="http://schemas.microsoft.com/office/drawing/2014/main" id="{2BB7BF43-21F4-D2F5-9126-4846825FD384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3" name="Connector 43">
                <a:extLst>
                  <a:ext uri="{FF2B5EF4-FFF2-40B4-BE49-F238E27FC236}">
                    <a16:creationId xmlns:a16="http://schemas.microsoft.com/office/drawing/2014/main" id="{11D18FF5-17BA-0ADC-F567-347537ECFFF4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4" name="Connector 44">
                <a:extLst>
                  <a:ext uri="{FF2B5EF4-FFF2-40B4-BE49-F238E27FC236}">
                    <a16:creationId xmlns:a16="http://schemas.microsoft.com/office/drawing/2014/main" id="{BD8B6224-869F-EB77-3406-7989BFB8E126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5" name="Connector 45">
                <a:extLst>
                  <a:ext uri="{FF2B5EF4-FFF2-40B4-BE49-F238E27FC236}">
                    <a16:creationId xmlns:a16="http://schemas.microsoft.com/office/drawing/2014/main" id="{16637BC0-7EAB-5144-6314-028600671C6C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6" name="Connector 46">
                <a:extLst>
                  <a:ext uri="{FF2B5EF4-FFF2-40B4-BE49-F238E27FC236}">
                    <a16:creationId xmlns:a16="http://schemas.microsoft.com/office/drawing/2014/main" id="{31620805-50CD-D472-5D8D-6EDC7B00BDA5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7" name="Connector 47">
                <a:extLst>
                  <a:ext uri="{FF2B5EF4-FFF2-40B4-BE49-F238E27FC236}">
                    <a16:creationId xmlns:a16="http://schemas.microsoft.com/office/drawing/2014/main" id="{5A2E12DD-5F38-8BB6-DD9F-B4C904D3E02D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8" name="Connector 48">
                <a:extLst>
                  <a:ext uri="{FF2B5EF4-FFF2-40B4-BE49-F238E27FC236}">
                    <a16:creationId xmlns:a16="http://schemas.microsoft.com/office/drawing/2014/main" id="{815DA2AE-17BC-86CA-6B15-DD078DA64F2D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9" name="Connector 49">
                <a:extLst>
                  <a:ext uri="{FF2B5EF4-FFF2-40B4-BE49-F238E27FC236}">
                    <a16:creationId xmlns:a16="http://schemas.microsoft.com/office/drawing/2014/main" id="{A3A4DFAA-818B-1F59-7240-D07E459FB217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0" name="Connector 50">
                <a:extLst>
                  <a:ext uri="{FF2B5EF4-FFF2-40B4-BE49-F238E27FC236}">
                    <a16:creationId xmlns:a16="http://schemas.microsoft.com/office/drawing/2014/main" id="{59361EFB-55DA-EAA8-F7A3-B24E75C3671B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1" name="Connector 51">
                <a:extLst>
                  <a:ext uri="{FF2B5EF4-FFF2-40B4-BE49-F238E27FC236}">
                    <a16:creationId xmlns:a16="http://schemas.microsoft.com/office/drawing/2014/main" id="{F04C6D40-EAA9-C75F-9BE2-13D36C656C65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2" name="Connector 52">
                <a:extLst>
                  <a:ext uri="{FF2B5EF4-FFF2-40B4-BE49-F238E27FC236}">
                    <a16:creationId xmlns:a16="http://schemas.microsoft.com/office/drawing/2014/main" id="{41B9E6F6-2813-51D6-6D02-0A688AF5B8DF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3" name="Connector 53">
                <a:extLst>
                  <a:ext uri="{FF2B5EF4-FFF2-40B4-BE49-F238E27FC236}">
                    <a16:creationId xmlns:a16="http://schemas.microsoft.com/office/drawing/2014/main" id="{B09D8B38-3484-C800-7120-79E3D8085E8F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4" name="Connector 54">
                <a:extLst>
                  <a:ext uri="{FF2B5EF4-FFF2-40B4-BE49-F238E27FC236}">
                    <a16:creationId xmlns:a16="http://schemas.microsoft.com/office/drawing/2014/main" id="{63AEA5A6-3C89-2E51-F0DF-293EF0CF4EBB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5" name="Connector 55">
                <a:extLst>
                  <a:ext uri="{FF2B5EF4-FFF2-40B4-BE49-F238E27FC236}">
                    <a16:creationId xmlns:a16="http://schemas.microsoft.com/office/drawing/2014/main" id="{26CC7126-D46C-731D-A8DB-3A58B2242953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6" name="Connector 56">
                <a:extLst>
                  <a:ext uri="{FF2B5EF4-FFF2-40B4-BE49-F238E27FC236}">
                    <a16:creationId xmlns:a16="http://schemas.microsoft.com/office/drawing/2014/main" id="{0E74DFB0-EB2D-87A1-55EE-F44B5B1CDD58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7" name="Connector 57">
                <a:extLst>
                  <a:ext uri="{FF2B5EF4-FFF2-40B4-BE49-F238E27FC236}">
                    <a16:creationId xmlns:a16="http://schemas.microsoft.com/office/drawing/2014/main" id="{AAD4832F-1178-73BF-7AEC-9508F406A9C0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8" name="Connector 58">
                <a:extLst>
                  <a:ext uri="{FF2B5EF4-FFF2-40B4-BE49-F238E27FC236}">
                    <a16:creationId xmlns:a16="http://schemas.microsoft.com/office/drawing/2014/main" id="{78BBA2B6-A28E-91B0-A31F-1747908450E1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9" name="Connector 59">
                <a:extLst>
                  <a:ext uri="{FF2B5EF4-FFF2-40B4-BE49-F238E27FC236}">
                    <a16:creationId xmlns:a16="http://schemas.microsoft.com/office/drawing/2014/main" id="{4CB30B57-0AB0-F2AF-A111-39F320C748D3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0" name="Connector 60">
                <a:extLst>
                  <a:ext uri="{FF2B5EF4-FFF2-40B4-BE49-F238E27FC236}">
                    <a16:creationId xmlns:a16="http://schemas.microsoft.com/office/drawing/2014/main" id="{DAA1DE50-626A-FB9D-90A1-2CFDBB92989D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1" name="Connector 61">
                <a:extLst>
                  <a:ext uri="{FF2B5EF4-FFF2-40B4-BE49-F238E27FC236}">
                    <a16:creationId xmlns:a16="http://schemas.microsoft.com/office/drawing/2014/main" id="{C0BC2693-A51D-9AF1-1A9E-3939C85AD71F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2" name="Connector 62">
                <a:extLst>
                  <a:ext uri="{FF2B5EF4-FFF2-40B4-BE49-F238E27FC236}">
                    <a16:creationId xmlns:a16="http://schemas.microsoft.com/office/drawing/2014/main" id="{44BDB6EB-AEC4-23D3-9CBA-C126254E20D1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3" name="Connector 63">
                <a:extLst>
                  <a:ext uri="{FF2B5EF4-FFF2-40B4-BE49-F238E27FC236}">
                    <a16:creationId xmlns:a16="http://schemas.microsoft.com/office/drawing/2014/main" id="{C006FB20-89D5-4872-0553-AC91B81549D6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4" name="Connector 64">
                <a:extLst>
                  <a:ext uri="{FF2B5EF4-FFF2-40B4-BE49-F238E27FC236}">
                    <a16:creationId xmlns:a16="http://schemas.microsoft.com/office/drawing/2014/main" id="{3D63BA9C-34BF-2BE0-B008-F7B6B8BA8C03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5" name="Connector 65">
                <a:extLst>
                  <a:ext uri="{FF2B5EF4-FFF2-40B4-BE49-F238E27FC236}">
                    <a16:creationId xmlns:a16="http://schemas.microsoft.com/office/drawing/2014/main" id="{1A761957-09E9-5D43-7736-6D27C319B03B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6" name="Connector 66">
                <a:extLst>
                  <a:ext uri="{FF2B5EF4-FFF2-40B4-BE49-F238E27FC236}">
                    <a16:creationId xmlns:a16="http://schemas.microsoft.com/office/drawing/2014/main" id="{F8883909-7179-0903-3174-D3F1842F23AB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7" name="Connector 67">
                <a:extLst>
                  <a:ext uri="{FF2B5EF4-FFF2-40B4-BE49-F238E27FC236}">
                    <a16:creationId xmlns:a16="http://schemas.microsoft.com/office/drawing/2014/main" id="{D5146CC3-FD56-7784-0CD8-6375E0F0C334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8" name="Connector 68">
                <a:extLst>
                  <a:ext uri="{FF2B5EF4-FFF2-40B4-BE49-F238E27FC236}">
                    <a16:creationId xmlns:a16="http://schemas.microsoft.com/office/drawing/2014/main" id="{E83E54EA-66BD-8D2C-2891-C2DB7C0206F7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9" name="Connector 69">
                <a:extLst>
                  <a:ext uri="{FF2B5EF4-FFF2-40B4-BE49-F238E27FC236}">
                    <a16:creationId xmlns:a16="http://schemas.microsoft.com/office/drawing/2014/main" id="{CE2CA1F6-8CDC-78BA-B3DE-2E1CF2387246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0" name="Connector 70">
                <a:extLst>
                  <a:ext uri="{FF2B5EF4-FFF2-40B4-BE49-F238E27FC236}">
                    <a16:creationId xmlns:a16="http://schemas.microsoft.com/office/drawing/2014/main" id="{42E5FB57-46C2-7F0D-889D-2C5CA1C1EA71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1" name="Connector 71">
                <a:extLst>
                  <a:ext uri="{FF2B5EF4-FFF2-40B4-BE49-F238E27FC236}">
                    <a16:creationId xmlns:a16="http://schemas.microsoft.com/office/drawing/2014/main" id="{A0A6836B-B879-3B6F-C60E-F5635CA3FB1F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2" name="Connector 72">
                <a:extLst>
                  <a:ext uri="{FF2B5EF4-FFF2-40B4-BE49-F238E27FC236}">
                    <a16:creationId xmlns:a16="http://schemas.microsoft.com/office/drawing/2014/main" id="{7BA833BD-7330-66F9-18A2-621916EB15C9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3" name="Connector 73">
                <a:extLst>
                  <a:ext uri="{FF2B5EF4-FFF2-40B4-BE49-F238E27FC236}">
                    <a16:creationId xmlns:a16="http://schemas.microsoft.com/office/drawing/2014/main" id="{0018DAD6-965F-AD09-6949-B4C7C5C49FB1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4" name="Connector 74">
                <a:extLst>
                  <a:ext uri="{FF2B5EF4-FFF2-40B4-BE49-F238E27FC236}">
                    <a16:creationId xmlns:a16="http://schemas.microsoft.com/office/drawing/2014/main" id="{F16D0220-D263-BB7F-BFFC-B1842738AE57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5" name="Connector 75">
                <a:extLst>
                  <a:ext uri="{FF2B5EF4-FFF2-40B4-BE49-F238E27FC236}">
                    <a16:creationId xmlns:a16="http://schemas.microsoft.com/office/drawing/2014/main" id="{7C510BD8-C56C-57FD-E426-2A32491CE892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6" name="Connector 76">
                <a:extLst>
                  <a:ext uri="{FF2B5EF4-FFF2-40B4-BE49-F238E27FC236}">
                    <a16:creationId xmlns:a16="http://schemas.microsoft.com/office/drawing/2014/main" id="{C05182E0-9149-49A3-2AAC-5443195411B3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7" name="Connector 77">
                <a:extLst>
                  <a:ext uri="{FF2B5EF4-FFF2-40B4-BE49-F238E27FC236}">
                    <a16:creationId xmlns:a16="http://schemas.microsoft.com/office/drawing/2014/main" id="{0E6BD79C-84D4-BE88-9F47-4DFD64F69484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8" name="Connector 78">
                <a:extLst>
                  <a:ext uri="{FF2B5EF4-FFF2-40B4-BE49-F238E27FC236}">
                    <a16:creationId xmlns:a16="http://schemas.microsoft.com/office/drawing/2014/main" id="{A16FD81A-9B39-1F93-48F1-A1920F1B8F8F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9" name="Connector 79">
                <a:extLst>
                  <a:ext uri="{FF2B5EF4-FFF2-40B4-BE49-F238E27FC236}">
                    <a16:creationId xmlns:a16="http://schemas.microsoft.com/office/drawing/2014/main" id="{7E9D6EC5-5DEC-9A31-D883-C95AA3DAC112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0" name="Connector 80">
                <a:extLst>
                  <a:ext uri="{FF2B5EF4-FFF2-40B4-BE49-F238E27FC236}">
                    <a16:creationId xmlns:a16="http://schemas.microsoft.com/office/drawing/2014/main" id="{2DC7CEB1-9320-B309-1CB9-0D390DF27B2C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1" name="Connector 81">
                <a:extLst>
                  <a:ext uri="{FF2B5EF4-FFF2-40B4-BE49-F238E27FC236}">
                    <a16:creationId xmlns:a16="http://schemas.microsoft.com/office/drawing/2014/main" id="{AD0D958A-BBFF-BD0C-3F04-6BA9D2FB4A2A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2" name="Connector 82">
                <a:extLst>
                  <a:ext uri="{FF2B5EF4-FFF2-40B4-BE49-F238E27FC236}">
                    <a16:creationId xmlns:a16="http://schemas.microsoft.com/office/drawing/2014/main" id="{67B16227-750B-648A-E112-9DA80A3710BF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3" name="Connector 83">
                <a:extLst>
                  <a:ext uri="{FF2B5EF4-FFF2-40B4-BE49-F238E27FC236}">
                    <a16:creationId xmlns:a16="http://schemas.microsoft.com/office/drawing/2014/main" id="{ED570733-69FE-EA22-471C-6735D3F9BA8E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4" name="Connector 84">
                <a:extLst>
                  <a:ext uri="{FF2B5EF4-FFF2-40B4-BE49-F238E27FC236}">
                    <a16:creationId xmlns:a16="http://schemas.microsoft.com/office/drawing/2014/main" id="{BD90CC5B-D9DF-75B1-8878-463DDF6EE53D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5" name="Connector 85">
                <a:extLst>
                  <a:ext uri="{FF2B5EF4-FFF2-40B4-BE49-F238E27FC236}">
                    <a16:creationId xmlns:a16="http://schemas.microsoft.com/office/drawing/2014/main" id="{08F64467-58DB-4865-7D53-60A05C779BCD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6" name="Connector 86">
                <a:extLst>
                  <a:ext uri="{FF2B5EF4-FFF2-40B4-BE49-F238E27FC236}">
                    <a16:creationId xmlns:a16="http://schemas.microsoft.com/office/drawing/2014/main" id="{9BAC0908-3959-AFD8-F3D5-C410803CB2BE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7" name="Connector 87">
                <a:extLst>
                  <a:ext uri="{FF2B5EF4-FFF2-40B4-BE49-F238E27FC236}">
                    <a16:creationId xmlns:a16="http://schemas.microsoft.com/office/drawing/2014/main" id="{7C440514-E25D-B47B-A264-37F460F77287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8" name="Connector 88">
                <a:extLst>
                  <a:ext uri="{FF2B5EF4-FFF2-40B4-BE49-F238E27FC236}">
                    <a16:creationId xmlns:a16="http://schemas.microsoft.com/office/drawing/2014/main" id="{FC891F7E-55F4-0810-A4F4-8D80F7327F2D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9" name="Connector 89">
                <a:extLst>
                  <a:ext uri="{FF2B5EF4-FFF2-40B4-BE49-F238E27FC236}">
                    <a16:creationId xmlns:a16="http://schemas.microsoft.com/office/drawing/2014/main" id="{0A6ED3CA-DCCB-F53D-7259-62A6CC414918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0" name="Connector 90">
                <a:extLst>
                  <a:ext uri="{FF2B5EF4-FFF2-40B4-BE49-F238E27FC236}">
                    <a16:creationId xmlns:a16="http://schemas.microsoft.com/office/drawing/2014/main" id="{3C0CC01E-CD27-A690-57E2-D4C00CA795D1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1" name="Connector 91">
                <a:extLst>
                  <a:ext uri="{FF2B5EF4-FFF2-40B4-BE49-F238E27FC236}">
                    <a16:creationId xmlns:a16="http://schemas.microsoft.com/office/drawing/2014/main" id="{CB5B9FC9-1BBB-F0A2-2291-F43B36F14242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2" name="Connector 92">
                <a:extLst>
                  <a:ext uri="{FF2B5EF4-FFF2-40B4-BE49-F238E27FC236}">
                    <a16:creationId xmlns:a16="http://schemas.microsoft.com/office/drawing/2014/main" id="{EA708043-5FA2-DF3A-D746-ED2105BD250C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3" name="Connector 93">
                <a:extLst>
                  <a:ext uri="{FF2B5EF4-FFF2-40B4-BE49-F238E27FC236}">
                    <a16:creationId xmlns:a16="http://schemas.microsoft.com/office/drawing/2014/main" id="{996ECB33-5508-E583-EFF4-D76CF7EFA147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4" name="Connector 94">
                <a:extLst>
                  <a:ext uri="{FF2B5EF4-FFF2-40B4-BE49-F238E27FC236}">
                    <a16:creationId xmlns:a16="http://schemas.microsoft.com/office/drawing/2014/main" id="{85DCCE63-DEE2-23F1-B364-293F0D4703FD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5" name="Connector 95">
                <a:extLst>
                  <a:ext uri="{FF2B5EF4-FFF2-40B4-BE49-F238E27FC236}">
                    <a16:creationId xmlns:a16="http://schemas.microsoft.com/office/drawing/2014/main" id="{70189A28-4E88-F543-9B9C-25CCC05C80D7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6" name="Connector 96">
                <a:extLst>
                  <a:ext uri="{FF2B5EF4-FFF2-40B4-BE49-F238E27FC236}">
                    <a16:creationId xmlns:a16="http://schemas.microsoft.com/office/drawing/2014/main" id="{E7B7CEB9-DD7C-91DF-8094-C389F3A1C749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7" name="Connector 97">
                <a:extLst>
                  <a:ext uri="{FF2B5EF4-FFF2-40B4-BE49-F238E27FC236}">
                    <a16:creationId xmlns:a16="http://schemas.microsoft.com/office/drawing/2014/main" id="{5C3D36F5-6DFC-DB5C-DAAC-567CE08E4DF5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8" name="Connector 98">
                <a:extLst>
                  <a:ext uri="{FF2B5EF4-FFF2-40B4-BE49-F238E27FC236}">
                    <a16:creationId xmlns:a16="http://schemas.microsoft.com/office/drawing/2014/main" id="{3FD39908-35E1-A7A7-1471-7CE3B27C2677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9" name="Connector 99">
                <a:extLst>
                  <a:ext uri="{FF2B5EF4-FFF2-40B4-BE49-F238E27FC236}">
                    <a16:creationId xmlns:a16="http://schemas.microsoft.com/office/drawing/2014/main" id="{1D4595A8-AA00-F90A-4947-3A4F922A7960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0" name="Connector 100">
                <a:extLst>
                  <a:ext uri="{FF2B5EF4-FFF2-40B4-BE49-F238E27FC236}">
                    <a16:creationId xmlns:a16="http://schemas.microsoft.com/office/drawing/2014/main" id="{A1567731-3452-9CC1-117D-D3F9DC096AFC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1" name="Connector 101">
                <a:extLst>
                  <a:ext uri="{FF2B5EF4-FFF2-40B4-BE49-F238E27FC236}">
                    <a16:creationId xmlns:a16="http://schemas.microsoft.com/office/drawing/2014/main" id="{DCED22C9-93EE-528B-5BDE-C9FFBE2C7064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2" name="Connector 102">
                <a:extLst>
                  <a:ext uri="{FF2B5EF4-FFF2-40B4-BE49-F238E27FC236}">
                    <a16:creationId xmlns:a16="http://schemas.microsoft.com/office/drawing/2014/main" id="{030F0B5C-6461-C181-B21D-ED70BDCE9870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3" name="Connector 103">
                <a:extLst>
                  <a:ext uri="{FF2B5EF4-FFF2-40B4-BE49-F238E27FC236}">
                    <a16:creationId xmlns:a16="http://schemas.microsoft.com/office/drawing/2014/main" id="{CD2A5F51-BD57-69B7-0340-361561CD87D3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4" name="Connector 104">
                <a:extLst>
                  <a:ext uri="{FF2B5EF4-FFF2-40B4-BE49-F238E27FC236}">
                    <a16:creationId xmlns:a16="http://schemas.microsoft.com/office/drawing/2014/main" id="{41A9B7DE-EFB0-6B6B-D1D0-01586DA91270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5" name="Connector 105">
                <a:extLst>
                  <a:ext uri="{FF2B5EF4-FFF2-40B4-BE49-F238E27FC236}">
                    <a16:creationId xmlns:a16="http://schemas.microsoft.com/office/drawing/2014/main" id="{110AFF22-EEBD-8BEA-F651-82F0EA7A6848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6" name="Connector 106">
                <a:extLst>
                  <a:ext uri="{FF2B5EF4-FFF2-40B4-BE49-F238E27FC236}">
                    <a16:creationId xmlns:a16="http://schemas.microsoft.com/office/drawing/2014/main" id="{69EA0791-8769-CF26-3BA7-47E91B423FC9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7" name="Connector 107">
                <a:extLst>
                  <a:ext uri="{FF2B5EF4-FFF2-40B4-BE49-F238E27FC236}">
                    <a16:creationId xmlns:a16="http://schemas.microsoft.com/office/drawing/2014/main" id="{79A771D2-D2C6-534F-113A-BCA1BE2F3B00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8" name="Connector 108">
                <a:extLst>
                  <a:ext uri="{FF2B5EF4-FFF2-40B4-BE49-F238E27FC236}">
                    <a16:creationId xmlns:a16="http://schemas.microsoft.com/office/drawing/2014/main" id="{17D877E7-765E-BED6-7178-DEB14697ED76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9" name="Connector 109">
                <a:extLst>
                  <a:ext uri="{FF2B5EF4-FFF2-40B4-BE49-F238E27FC236}">
                    <a16:creationId xmlns:a16="http://schemas.microsoft.com/office/drawing/2014/main" id="{572B00DC-482D-7F02-5957-7EAF13F651FB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0" name="Connector 110">
                <a:extLst>
                  <a:ext uri="{FF2B5EF4-FFF2-40B4-BE49-F238E27FC236}">
                    <a16:creationId xmlns:a16="http://schemas.microsoft.com/office/drawing/2014/main" id="{7766E52B-FB5C-8DB9-2FEC-59DDBDA4CA06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1" name="Connector 111">
                <a:extLst>
                  <a:ext uri="{FF2B5EF4-FFF2-40B4-BE49-F238E27FC236}">
                    <a16:creationId xmlns:a16="http://schemas.microsoft.com/office/drawing/2014/main" id="{3D003CD5-2B54-4797-A4DE-03468693F70E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2" name="Connector 112">
                <a:extLst>
                  <a:ext uri="{FF2B5EF4-FFF2-40B4-BE49-F238E27FC236}">
                    <a16:creationId xmlns:a16="http://schemas.microsoft.com/office/drawing/2014/main" id="{2944DF1F-D047-D0EC-1817-9F5216854E3E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3" name="Connector 113">
                <a:extLst>
                  <a:ext uri="{FF2B5EF4-FFF2-40B4-BE49-F238E27FC236}">
                    <a16:creationId xmlns:a16="http://schemas.microsoft.com/office/drawing/2014/main" id="{366CB939-847B-F156-FF6D-FF8C909F41C8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4" name="Connector 114">
                <a:extLst>
                  <a:ext uri="{FF2B5EF4-FFF2-40B4-BE49-F238E27FC236}">
                    <a16:creationId xmlns:a16="http://schemas.microsoft.com/office/drawing/2014/main" id="{A006917A-4655-8BEF-CC51-7F5DD80B95D3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5" name="Connector 115">
                <a:extLst>
                  <a:ext uri="{FF2B5EF4-FFF2-40B4-BE49-F238E27FC236}">
                    <a16:creationId xmlns:a16="http://schemas.microsoft.com/office/drawing/2014/main" id="{635A69F9-9D91-5443-0226-522BFAAD34A0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6" name="Connector 116">
                <a:extLst>
                  <a:ext uri="{FF2B5EF4-FFF2-40B4-BE49-F238E27FC236}">
                    <a16:creationId xmlns:a16="http://schemas.microsoft.com/office/drawing/2014/main" id="{93190F0F-EC2E-D018-8951-FC48FFB68C00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7" name="Connector 117">
                <a:extLst>
                  <a:ext uri="{FF2B5EF4-FFF2-40B4-BE49-F238E27FC236}">
                    <a16:creationId xmlns:a16="http://schemas.microsoft.com/office/drawing/2014/main" id="{CE7CACCF-A71A-D6A9-414F-159059161C3A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8" name="Connector 118">
                <a:extLst>
                  <a:ext uri="{FF2B5EF4-FFF2-40B4-BE49-F238E27FC236}">
                    <a16:creationId xmlns:a16="http://schemas.microsoft.com/office/drawing/2014/main" id="{021D735C-F669-A1DF-9552-6289ED5E9D9D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9" name="Connector 119">
                <a:extLst>
                  <a:ext uri="{FF2B5EF4-FFF2-40B4-BE49-F238E27FC236}">
                    <a16:creationId xmlns:a16="http://schemas.microsoft.com/office/drawing/2014/main" id="{36259BC2-E807-E49B-F43E-158133B7C4D2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0" name="Connector 120">
                <a:extLst>
                  <a:ext uri="{FF2B5EF4-FFF2-40B4-BE49-F238E27FC236}">
                    <a16:creationId xmlns:a16="http://schemas.microsoft.com/office/drawing/2014/main" id="{DBE2A9B2-B3CD-348B-3DB8-D7E1A400EE07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1" name="Connector 121">
                <a:extLst>
                  <a:ext uri="{FF2B5EF4-FFF2-40B4-BE49-F238E27FC236}">
                    <a16:creationId xmlns:a16="http://schemas.microsoft.com/office/drawing/2014/main" id="{23358173-7B2F-0C1F-1818-DCFD563CE5F9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2" name="Connector 122">
                <a:extLst>
                  <a:ext uri="{FF2B5EF4-FFF2-40B4-BE49-F238E27FC236}">
                    <a16:creationId xmlns:a16="http://schemas.microsoft.com/office/drawing/2014/main" id="{068B09AF-0EFE-1B1E-5860-95066802F020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3" name="Connector 123">
                <a:extLst>
                  <a:ext uri="{FF2B5EF4-FFF2-40B4-BE49-F238E27FC236}">
                    <a16:creationId xmlns:a16="http://schemas.microsoft.com/office/drawing/2014/main" id="{E5AD7F67-EABC-444D-6374-FC129DBD7C90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4" name="Connector 124">
                <a:extLst>
                  <a:ext uri="{FF2B5EF4-FFF2-40B4-BE49-F238E27FC236}">
                    <a16:creationId xmlns:a16="http://schemas.microsoft.com/office/drawing/2014/main" id="{96845BAD-5EB8-4CBD-5500-3E9B188623C3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5" name="Connector 125">
                <a:extLst>
                  <a:ext uri="{FF2B5EF4-FFF2-40B4-BE49-F238E27FC236}">
                    <a16:creationId xmlns:a16="http://schemas.microsoft.com/office/drawing/2014/main" id="{64BC288E-3A50-956A-FD62-3738B80EE787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6" name="Connector 126">
                <a:extLst>
                  <a:ext uri="{FF2B5EF4-FFF2-40B4-BE49-F238E27FC236}">
                    <a16:creationId xmlns:a16="http://schemas.microsoft.com/office/drawing/2014/main" id="{FE45BCA8-4481-9B00-F92C-53D73DEBEE29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7" name="Connector 127">
                <a:extLst>
                  <a:ext uri="{FF2B5EF4-FFF2-40B4-BE49-F238E27FC236}">
                    <a16:creationId xmlns:a16="http://schemas.microsoft.com/office/drawing/2014/main" id="{4C982891-2718-761D-1F2B-C1DE0DB6741A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8" name="Connector 128">
                <a:extLst>
                  <a:ext uri="{FF2B5EF4-FFF2-40B4-BE49-F238E27FC236}">
                    <a16:creationId xmlns:a16="http://schemas.microsoft.com/office/drawing/2014/main" id="{E3FDC2EF-9B8B-CAAB-C6A6-02FEFBCEC49C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9" name="Connector 129">
                <a:extLst>
                  <a:ext uri="{FF2B5EF4-FFF2-40B4-BE49-F238E27FC236}">
                    <a16:creationId xmlns:a16="http://schemas.microsoft.com/office/drawing/2014/main" id="{11700D6C-32A4-2A13-89CA-4A6575E082FB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0" name="Connector 130">
                <a:extLst>
                  <a:ext uri="{FF2B5EF4-FFF2-40B4-BE49-F238E27FC236}">
                    <a16:creationId xmlns:a16="http://schemas.microsoft.com/office/drawing/2014/main" id="{D3923465-0405-B959-9F81-2CD8C875F706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1" name="Connector 131">
                <a:extLst>
                  <a:ext uri="{FF2B5EF4-FFF2-40B4-BE49-F238E27FC236}">
                    <a16:creationId xmlns:a16="http://schemas.microsoft.com/office/drawing/2014/main" id="{E19FF3E3-A657-072C-FF26-8D59981105FB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2" name="Connector 132">
                <a:extLst>
                  <a:ext uri="{FF2B5EF4-FFF2-40B4-BE49-F238E27FC236}">
                    <a16:creationId xmlns:a16="http://schemas.microsoft.com/office/drawing/2014/main" id="{7F01A7FC-EE15-6BB0-07A4-C0FA2AD4B511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363" name="Oval 362">
                <a:extLst>
                  <a:ext uri="{FF2B5EF4-FFF2-40B4-BE49-F238E27FC236}">
                    <a16:creationId xmlns:a16="http://schemas.microsoft.com/office/drawing/2014/main" id="{D3EA4F25-5CE6-E188-8030-EC9C6656A4CF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87F1FF60-112E-3194-279F-FE5870FD18D7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4F80FF5B-6327-8EFF-0563-7729B6359B33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1C989C56-C89F-4A7D-5250-359A54C07B21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7" name="Oval 366">
                <a:extLst>
                  <a:ext uri="{FF2B5EF4-FFF2-40B4-BE49-F238E27FC236}">
                    <a16:creationId xmlns:a16="http://schemas.microsoft.com/office/drawing/2014/main" id="{F0D47D98-7F92-D35B-C607-4B9F2782B05F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00DDF4A8-16EA-D20C-130F-7DC215017B59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9" name="Oval 368">
                <a:extLst>
                  <a:ext uri="{FF2B5EF4-FFF2-40B4-BE49-F238E27FC236}">
                    <a16:creationId xmlns:a16="http://schemas.microsoft.com/office/drawing/2014/main" id="{FC55DC2D-467F-16DA-8B33-E2B06D0D2106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AABF0B12-C95A-1F22-A9D5-A6BCDE0BD7C1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0338AA26-A685-3A52-F002-180F2847462A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2" name="Oval 371">
                <a:extLst>
                  <a:ext uri="{FF2B5EF4-FFF2-40B4-BE49-F238E27FC236}">
                    <a16:creationId xmlns:a16="http://schemas.microsoft.com/office/drawing/2014/main" id="{6580BF96-8F62-68E1-EBA9-139AAA38B9E1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3" name="Oval 372">
                <a:extLst>
                  <a:ext uri="{FF2B5EF4-FFF2-40B4-BE49-F238E27FC236}">
                    <a16:creationId xmlns:a16="http://schemas.microsoft.com/office/drawing/2014/main" id="{49323591-FC2A-094D-DB8A-2BEA8F214750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4" name="Oval 373">
                <a:extLst>
                  <a:ext uri="{FF2B5EF4-FFF2-40B4-BE49-F238E27FC236}">
                    <a16:creationId xmlns:a16="http://schemas.microsoft.com/office/drawing/2014/main" id="{AC51E4E0-F94D-35EF-23D6-13330DA4E991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390E20CA-1225-3BBA-6B87-6629D3BD0A4C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6" name="Oval 375">
                <a:extLst>
                  <a:ext uri="{FF2B5EF4-FFF2-40B4-BE49-F238E27FC236}">
                    <a16:creationId xmlns:a16="http://schemas.microsoft.com/office/drawing/2014/main" id="{F0FDB63F-44B6-579C-5A7F-1BE42B9B2028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CDACC897-AD11-5968-F48B-CFBC8A402DFF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8" name="Oval 377">
                <a:extLst>
                  <a:ext uri="{FF2B5EF4-FFF2-40B4-BE49-F238E27FC236}">
                    <a16:creationId xmlns:a16="http://schemas.microsoft.com/office/drawing/2014/main" id="{28657976-6D46-5E79-6CBD-901205EBFFB7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9" name="Oval 378">
                <a:extLst>
                  <a:ext uri="{FF2B5EF4-FFF2-40B4-BE49-F238E27FC236}">
                    <a16:creationId xmlns:a16="http://schemas.microsoft.com/office/drawing/2014/main" id="{6AE1CD35-3839-3602-BDA0-C5F0E099098D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F43A9D5A-FF6A-624F-A335-CF9F50D905E5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A5BB3F98-A81C-8CF4-2A8E-8B314AABB8F2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F8DDC9BC-CB9B-F2EA-7613-FB658BAA85BB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93F8E52A-16DE-D3C0-1243-967DD5A82DE3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1F928A10-C7FE-B099-0411-EF51D1FDE062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46AA4A48-3D79-A617-35D6-2FBDBD31BC1B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10D3AA89-AC0D-AE93-AC39-B890A65F1D6D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2E46E748-21FE-BF1F-CF89-33EA2F27DC31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C9B97128-852C-B1C8-85D0-F3B539960E86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4F173780-183A-F48A-D52E-4C4D7F1872E1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390" name="Oval 389">
                <a:extLst>
                  <a:ext uri="{FF2B5EF4-FFF2-40B4-BE49-F238E27FC236}">
                    <a16:creationId xmlns:a16="http://schemas.microsoft.com/office/drawing/2014/main" id="{9154C932-4F4F-5536-60C6-811E8055B3E2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A898B50B-0A68-A012-EF95-7F330B18DAD4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AFE6C4DD-63D7-9678-36EF-A9E203773974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3" name="Oval 392">
                <a:extLst>
                  <a:ext uri="{FF2B5EF4-FFF2-40B4-BE49-F238E27FC236}">
                    <a16:creationId xmlns:a16="http://schemas.microsoft.com/office/drawing/2014/main" id="{2AD33FBB-ABB6-1AC3-E502-A22F006652AE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020572BC-4C57-802B-92DC-02B7D7570007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012936EE-C0C9-4E91-3EB1-4AE508AA51D9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01B5E123-5FB4-A76D-A7C9-072CB3CCF23A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D324783E-590D-AA35-CCE7-3ECF1764BC3C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6187CDB2-6C09-05EC-6B90-7D10076577E5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2F262939-9952-6004-1328-BEB2AAF24291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463D8022-6B04-C0AE-D889-672720A2860B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1" name="Oval 400">
                <a:extLst>
                  <a:ext uri="{FF2B5EF4-FFF2-40B4-BE49-F238E27FC236}">
                    <a16:creationId xmlns:a16="http://schemas.microsoft.com/office/drawing/2014/main" id="{0509CF5E-358E-75CF-0DE9-18B697536A57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4B7817FC-958A-7200-EB25-F2D5E1FBC484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725C520D-20F6-03E3-3AD8-0CB0FBC42D94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64FBD779-73C6-5581-2612-A8EF20672676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3EF07D6C-C93D-4E31-0444-2EF71017963A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2F51D02D-AAD6-9797-6174-4B5198602B29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0738B1E5-464A-1AED-A832-B8EEABE1252F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62300270-08BB-8D28-2167-C18A5500223D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19F0211B-BE90-6C1F-EF01-34142EF36CA0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9041B2F6-27AB-3A83-E982-C694CF56D9F1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7EC69586-BA51-819B-5108-0D3FA41160C9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CBAA24B3-4CE5-BA60-EED4-BC4CBCAC75B2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9EB61056-7670-0076-B13C-EE616DB344BB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E1EC0290-D631-9A88-F7CA-2671A4919D4E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ECA90DB0-D445-9F80-4168-1F9B12951807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018AEDCA-F883-B779-D417-A83E86561CD5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6AB8E391-0A24-EA5C-605B-0257C13E2153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F009855F-F3F4-E9FD-38BE-B5E230835ABB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9" name="Oval 418">
                <a:extLst>
                  <a:ext uri="{FF2B5EF4-FFF2-40B4-BE49-F238E27FC236}">
                    <a16:creationId xmlns:a16="http://schemas.microsoft.com/office/drawing/2014/main" id="{60C4D315-C16A-3BA0-E094-C77FFE20DBD2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98C70AB9-5F4E-56B2-CC41-486281C30D8A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D0140D8A-71DC-F154-748A-D48C758CCD20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B770740A-13EB-E545-D6FB-E5DD12CF93B1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48214F71-ED07-29C5-C801-0CAE1AF9BEEF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63825C98-B846-5057-8348-C16DC329D626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1BD05877-AE3F-5109-C422-8AA104CC0AEA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0403CEA6-005F-CA47-9391-21F59FC278DB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9DC831B0-02CA-CC09-2D00-2718D9E87D32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C0C534BD-0300-FDEF-6515-9FEAFDA6DA39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B7983EB6-88D5-81E8-C0DA-D255F9FD64D5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88E2D6B1-3680-47AE-429F-63E650EB083A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1" name="Oval 430">
                <a:extLst>
                  <a:ext uri="{FF2B5EF4-FFF2-40B4-BE49-F238E27FC236}">
                    <a16:creationId xmlns:a16="http://schemas.microsoft.com/office/drawing/2014/main" id="{4B75192C-CDB7-228D-60F6-163B39F29C6B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A2765BF0-8154-9861-18CE-C1A1C16E8B1E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031F8DB1-4D3F-E02E-B2DB-4CC626D0DD0E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C6AEDFF7-06C5-CA6D-C036-C9E17B364A7E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FA783403-3C03-7F3F-04EE-98E6AABBB3D3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8CDF7D61-7334-EFBB-1C80-C7BC5F543D30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6770917B-734A-F23D-657C-E59AC3B3EF1F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50ACAAEE-160C-ABEC-56A8-87A2242169B4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Oval 438">
                <a:extLst>
                  <a:ext uri="{FF2B5EF4-FFF2-40B4-BE49-F238E27FC236}">
                    <a16:creationId xmlns:a16="http://schemas.microsoft.com/office/drawing/2014/main" id="{0BA3B8BE-B5D6-BF0B-0F7E-FC193390F5C5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D279E9B5-2712-6580-9A02-AE2BD4535CE4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9A49775F-5C93-5FCE-4FCC-3175DDAD6DAB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7AF8F4AD-3027-9ADA-83E5-460A2D0F3A07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5D574668-F4B2-62C1-F357-AC89CEE5994E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599A9DBA-DD1E-5034-A26C-61FEBDF8C6FD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5" name="Oval 444">
                <a:extLst>
                  <a:ext uri="{FF2B5EF4-FFF2-40B4-BE49-F238E27FC236}">
                    <a16:creationId xmlns:a16="http://schemas.microsoft.com/office/drawing/2014/main" id="{9BB25240-2D66-D0DC-8F6F-6037B64983D6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5FFED800-B17F-319C-7729-7F5593C4461D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7" name="Oval 446">
                <a:extLst>
                  <a:ext uri="{FF2B5EF4-FFF2-40B4-BE49-F238E27FC236}">
                    <a16:creationId xmlns:a16="http://schemas.microsoft.com/office/drawing/2014/main" id="{81C63116-73A4-E4A4-2CA2-FDC416652E87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87C531D6-D0C7-56A3-60AD-4DCC00511221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36B8F5AA-AD65-AA2F-13AA-F1790F17CDA1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41595AFD-8E50-E5FD-4548-FD8943559F92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ED10C613-4F83-0294-4E2C-7CAB660B0D47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64187B8C-125B-4765-6609-B80C8C399BE5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0A7D5F8A-9B2C-0F13-6884-B7221DEE364D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76BEB210-D36B-B0F9-F3D1-443BF98ACD0F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5BF112C7-4574-062E-0AFB-4ED947F55AF2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56336CFF-423D-4354-B1D0-027D0AE636CB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2F022FDD-6829-8889-3DA3-022B4945F944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8" name="Oval 457">
                <a:extLst>
                  <a:ext uri="{FF2B5EF4-FFF2-40B4-BE49-F238E27FC236}">
                    <a16:creationId xmlns:a16="http://schemas.microsoft.com/office/drawing/2014/main" id="{A99C8758-645F-E466-8E6E-D5F7BC93CF8D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0" name="Parallelogram 459">
              <a:extLst>
                <a:ext uri="{FF2B5EF4-FFF2-40B4-BE49-F238E27FC236}">
                  <a16:creationId xmlns:a16="http://schemas.microsoft.com/office/drawing/2014/main" id="{88B7BB4B-939B-3D8F-A0C2-B4BB72874656}"/>
                </a:ext>
              </a:extLst>
            </p:cNvPr>
            <p:cNvSpPr/>
            <p:nvPr/>
          </p:nvSpPr>
          <p:spPr>
            <a:xfrm rot="642362">
              <a:off x="6593988" y="2844232"/>
              <a:ext cx="4707727" cy="1570299"/>
            </a:xfrm>
            <a:prstGeom prst="parallelogram">
              <a:avLst>
                <a:gd name="adj" fmla="val 78901"/>
              </a:avLst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7806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059-BC94-2890-DA3E-3CDE0FC6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460">
            <a:extLst>
              <a:ext uri="{FF2B5EF4-FFF2-40B4-BE49-F238E27FC236}">
                <a16:creationId xmlns:a16="http://schemas.microsoft.com/office/drawing/2014/main" id="{74F86F92-917B-178C-BF7D-65072A9FC018}"/>
              </a:ext>
            </a:extLst>
          </p:cNvPr>
          <p:cNvSpPr txBox="1"/>
          <p:nvPr/>
        </p:nvSpPr>
        <p:spPr>
          <a:xfrm>
            <a:off x="2860158" y="5603358"/>
            <a:ext cx="131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JMAS_d</a:t>
            </a:r>
            <a:r>
              <a:rPr lang="en-US" dirty="0"/>
              <a:t> 2/3</a:t>
            </a:r>
          </a:p>
        </p:txBody>
      </p: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36C433EB-E55D-7E2C-E391-CFFF16193A03}"/>
              </a:ext>
            </a:extLst>
          </p:cNvPr>
          <p:cNvGrpSpPr/>
          <p:nvPr/>
        </p:nvGrpSpPr>
        <p:grpSpPr>
          <a:xfrm>
            <a:off x="920300" y="885310"/>
            <a:ext cx="5197448" cy="4425696"/>
            <a:chOff x="920300" y="885310"/>
            <a:chExt cx="5197448" cy="44256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D2B74E8-40D6-3421-D015-273409FCE8F4}"/>
                </a:ext>
              </a:extLst>
            </p:cNvPr>
            <p:cNvGrpSpPr/>
            <p:nvPr/>
          </p:nvGrpSpPr>
          <p:grpSpPr>
            <a:xfrm>
              <a:off x="920300" y="885310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3" name="Connector 2">
                <a:extLst>
                  <a:ext uri="{FF2B5EF4-FFF2-40B4-BE49-F238E27FC236}">
                    <a16:creationId xmlns:a16="http://schemas.microsoft.com/office/drawing/2014/main" id="{545DFFDE-1052-1ACE-B28E-396E7449CA08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" name="Connector 3">
                <a:extLst>
                  <a:ext uri="{FF2B5EF4-FFF2-40B4-BE49-F238E27FC236}">
                    <a16:creationId xmlns:a16="http://schemas.microsoft.com/office/drawing/2014/main" id="{5CAA6DAC-5FA4-7394-02F1-6B7EC1C6FB70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" name="Connector 4">
                <a:extLst>
                  <a:ext uri="{FF2B5EF4-FFF2-40B4-BE49-F238E27FC236}">
                    <a16:creationId xmlns:a16="http://schemas.microsoft.com/office/drawing/2014/main" id="{6BF7153F-F2F2-12F9-5A6C-EB58069C720A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" name="Connector 5">
                <a:extLst>
                  <a:ext uri="{FF2B5EF4-FFF2-40B4-BE49-F238E27FC236}">
                    <a16:creationId xmlns:a16="http://schemas.microsoft.com/office/drawing/2014/main" id="{F0B3E518-E74E-D1AA-0827-6EBFEE718475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" name="Connector 6">
                <a:extLst>
                  <a:ext uri="{FF2B5EF4-FFF2-40B4-BE49-F238E27FC236}">
                    <a16:creationId xmlns:a16="http://schemas.microsoft.com/office/drawing/2014/main" id="{3C6320E6-C1CD-29BD-7FDC-9D3BB0507285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7">
                <a:extLst>
                  <a:ext uri="{FF2B5EF4-FFF2-40B4-BE49-F238E27FC236}">
                    <a16:creationId xmlns:a16="http://schemas.microsoft.com/office/drawing/2014/main" id="{9168AAB8-5AE7-CF38-398C-6AEBA0C4F23F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8">
                <a:extLst>
                  <a:ext uri="{FF2B5EF4-FFF2-40B4-BE49-F238E27FC236}">
                    <a16:creationId xmlns:a16="http://schemas.microsoft.com/office/drawing/2014/main" id="{34A6E6AB-F0CE-DC75-FB8A-4988ED73591D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9">
                <a:extLst>
                  <a:ext uri="{FF2B5EF4-FFF2-40B4-BE49-F238E27FC236}">
                    <a16:creationId xmlns:a16="http://schemas.microsoft.com/office/drawing/2014/main" id="{9CEC15B1-818B-E145-0212-DD1528936CB8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10">
                <a:extLst>
                  <a:ext uri="{FF2B5EF4-FFF2-40B4-BE49-F238E27FC236}">
                    <a16:creationId xmlns:a16="http://schemas.microsoft.com/office/drawing/2014/main" id="{421CD8DA-69A2-03AD-2C00-F59C8EE5FA88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11">
                <a:extLst>
                  <a:ext uri="{FF2B5EF4-FFF2-40B4-BE49-F238E27FC236}">
                    <a16:creationId xmlns:a16="http://schemas.microsoft.com/office/drawing/2014/main" id="{D3877173-3C73-1332-D535-E7D3BB75B9EE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12">
                <a:extLst>
                  <a:ext uri="{FF2B5EF4-FFF2-40B4-BE49-F238E27FC236}">
                    <a16:creationId xmlns:a16="http://schemas.microsoft.com/office/drawing/2014/main" id="{5DB23428-1852-FCB5-ACE4-AE3F26D9EDDA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13">
                <a:extLst>
                  <a:ext uri="{FF2B5EF4-FFF2-40B4-BE49-F238E27FC236}">
                    <a16:creationId xmlns:a16="http://schemas.microsoft.com/office/drawing/2014/main" id="{6CDDEFC7-4643-3290-D5F4-2C99470C4E03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4">
                <a:extLst>
                  <a:ext uri="{FF2B5EF4-FFF2-40B4-BE49-F238E27FC236}">
                    <a16:creationId xmlns:a16="http://schemas.microsoft.com/office/drawing/2014/main" id="{66A25962-F877-E043-688C-30187071FCD5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5">
                <a:extLst>
                  <a:ext uri="{FF2B5EF4-FFF2-40B4-BE49-F238E27FC236}">
                    <a16:creationId xmlns:a16="http://schemas.microsoft.com/office/drawing/2014/main" id="{E951549B-679D-EE57-2016-03DC39403FF3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6">
                <a:extLst>
                  <a:ext uri="{FF2B5EF4-FFF2-40B4-BE49-F238E27FC236}">
                    <a16:creationId xmlns:a16="http://schemas.microsoft.com/office/drawing/2014/main" id="{488A3CDC-86EA-4FC5-DA26-7667EFEEF4A6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7">
                <a:extLst>
                  <a:ext uri="{FF2B5EF4-FFF2-40B4-BE49-F238E27FC236}">
                    <a16:creationId xmlns:a16="http://schemas.microsoft.com/office/drawing/2014/main" id="{DAC5F06A-F6E2-0146-E3D3-382D37E6CD85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8">
                <a:extLst>
                  <a:ext uri="{FF2B5EF4-FFF2-40B4-BE49-F238E27FC236}">
                    <a16:creationId xmlns:a16="http://schemas.microsoft.com/office/drawing/2014/main" id="{98D607C9-C2A6-CA13-E260-6EF97DC48B4A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9">
                <a:extLst>
                  <a:ext uri="{FF2B5EF4-FFF2-40B4-BE49-F238E27FC236}">
                    <a16:creationId xmlns:a16="http://schemas.microsoft.com/office/drawing/2014/main" id="{C16D3CEE-4AFA-6919-7F66-497BD494CF62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20">
                <a:extLst>
                  <a:ext uri="{FF2B5EF4-FFF2-40B4-BE49-F238E27FC236}">
                    <a16:creationId xmlns:a16="http://schemas.microsoft.com/office/drawing/2014/main" id="{DBF15A7E-9BBF-9273-2474-192A94DB4165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21">
                <a:extLst>
                  <a:ext uri="{FF2B5EF4-FFF2-40B4-BE49-F238E27FC236}">
                    <a16:creationId xmlns:a16="http://schemas.microsoft.com/office/drawing/2014/main" id="{CE001BE7-C465-7AD9-2598-523025716D8A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22">
                <a:extLst>
                  <a:ext uri="{FF2B5EF4-FFF2-40B4-BE49-F238E27FC236}">
                    <a16:creationId xmlns:a16="http://schemas.microsoft.com/office/drawing/2014/main" id="{C296B518-9B6F-6536-006A-1A39BA2D1C54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23">
                <a:extLst>
                  <a:ext uri="{FF2B5EF4-FFF2-40B4-BE49-F238E27FC236}">
                    <a16:creationId xmlns:a16="http://schemas.microsoft.com/office/drawing/2014/main" id="{4184712D-3CC3-2B86-3DE7-865ABF424672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4">
                <a:extLst>
                  <a:ext uri="{FF2B5EF4-FFF2-40B4-BE49-F238E27FC236}">
                    <a16:creationId xmlns:a16="http://schemas.microsoft.com/office/drawing/2014/main" id="{8653D947-D401-A987-BF6F-564405BB70DF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5">
                <a:extLst>
                  <a:ext uri="{FF2B5EF4-FFF2-40B4-BE49-F238E27FC236}">
                    <a16:creationId xmlns:a16="http://schemas.microsoft.com/office/drawing/2014/main" id="{7628FF61-7940-6938-A2CB-32E7988BB836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6">
                <a:extLst>
                  <a:ext uri="{FF2B5EF4-FFF2-40B4-BE49-F238E27FC236}">
                    <a16:creationId xmlns:a16="http://schemas.microsoft.com/office/drawing/2014/main" id="{F99917C5-BD83-17EE-61B6-F1102F26FA7F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7">
                <a:extLst>
                  <a:ext uri="{FF2B5EF4-FFF2-40B4-BE49-F238E27FC236}">
                    <a16:creationId xmlns:a16="http://schemas.microsoft.com/office/drawing/2014/main" id="{674DF41A-843A-51B9-A883-BB0F10FC7E4B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8">
                <a:extLst>
                  <a:ext uri="{FF2B5EF4-FFF2-40B4-BE49-F238E27FC236}">
                    <a16:creationId xmlns:a16="http://schemas.microsoft.com/office/drawing/2014/main" id="{197E9C79-D15F-40B7-EF35-8F0CACF70BBC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9">
                <a:extLst>
                  <a:ext uri="{FF2B5EF4-FFF2-40B4-BE49-F238E27FC236}">
                    <a16:creationId xmlns:a16="http://schemas.microsoft.com/office/drawing/2014/main" id="{5EE5BA80-9C46-F0BE-CFF4-6B79B3E3D6B3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30">
                <a:extLst>
                  <a:ext uri="{FF2B5EF4-FFF2-40B4-BE49-F238E27FC236}">
                    <a16:creationId xmlns:a16="http://schemas.microsoft.com/office/drawing/2014/main" id="{FE1F5B97-6089-0115-369E-A893DA7C9561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31">
                <a:extLst>
                  <a:ext uri="{FF2B5EF4-FFF2-40B4-BE49-F238E27FC236}">
                    <a16:creationId xmlns:a16="http://schemas.microsoft.com/office/drawing/2014/main" id="{214653ED-8D1D-B645-5CA9-99C8E1582704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32">
                <a:extLst>
                  <a:ext uri="{FF2B5EF4-FFF2-40B4-BE49-F238E27FC236}">
                    <a16:creationId xmlns:a16="http://schemas.microsoft.com/office/drawing/2014/main" id="{712B7D42-4BD0-09F5-D771-E7FE9EF4642A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33">
                <a:extLst>
                  <a:ext uri="{FF2B5EF4-FFF2-40B4-BE49-F238E27FC236}">
                    <a16:creationId xmlns:a16="http://schemas.microsoft.com/office/drawing/2014/main" id="{C2F97556-46F7-3FD8-71AB-F66FA4F61A9B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4">
                <a:extLst>
                  <a:ext uri="{FF2B5EF4-FFF2-40B4-BE49-F238E27FC236}">
                    <a16:creationId xmlns:a16="http://schemas.microsoft.com/office/drawing/2014/main" id="{5B6F9FC8-F2B5-4F01-9E37-611A224D2B3D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5">
                <a:extLst>
                  <a:ext uri="{FF2B5EF4-FFF2-40B4-BE49-F238E27FC236}">
                    <a16:creationId xmlns:a16="http://schemas.microsoft.com/office/drawing/2014/main" id="{D1BCD107-08DE-8340-EE84-0D9144DAD2CB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6">
                <a:extLst>
                  <a:ext uri="{FF2B5EF4-FFF2-40B4-BE49-F238E27FC236}">
                    <a16:creationId xmlns:a16="http://schemas.microsoft.com/office/drawing/2014/main" id="{E37E125B-C30F-E75F-C07B-462762D9B00F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7">
                <a:extLst>
                  <a:ext uri="{FF2B5EF4-FFF2-40B4-BE49-F238E27FC236}">
                    <a16:creationId xmlns:a16="http://schemas.microsoft.com/office/drawing/2014/main" id="{6A8AC3E5-47AD-5BEA-44EC-4289925E8544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8">
                <a:extLst>
                  <a:ext uri="{FF2B5EF4-FFF2-40B4-BE49-F238E27FC236}">
                    <a16:creationId xmlns:a16="http://schemas.microsoft.com/office/drawing/2014/main" id="{A5F415A0-392E-2DE4-5E12-0ECABBB62214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9">
                <a:extLst>
                  <a:ext uri="{FF2B5EF4-FFF2-40B4-BE49-F238E27FC236}">
                    <a16:creationId xmlns:a16="http://schemas.microsoft.com/office/drawing/2014/main" id="{8B473ADE-D60E-2376-05FF-89B7A79F7DDF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40">
                <a:extLst>
                  <a:ext uri="{FF2B5EF4-FFF2-40B4-BE49-F238E27FC236}">
                    <a16:creationId xmlns:a16="http://schemas.microsoft.com/office/drawing/2014/main" id="{34F3E854-A42F-BEF9-EE44-50AB71ED6A59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41">
                <a:extLst>
                  <a:ext uri="{FF2B5EF4-FFF2-40B4-BE49-F238E27FC236}">
                    <a16:creationId xmlns:a16="http://schemas.microsoft.com/office/drawing/2014/main" id="{B849CA47-3B94-140E-147D-A55AF6686BA1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42">
                <a:extLst>
                  <a:ext uri="{FF2B5EF4-FFF2-40B4-BE49-F238E27FC236}">
                    <a16:creationId xmlns:a16="http://schemas.microsoft.com/office/drawing/2014/main" id="{9FB9C0B5-FD11-1B04-DB9A-671B99923776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43">
                <a:extLst>
                  <a:ext uri="{FF2B5EF4-FFF2-40B4-BE49-F238E27FC236}">
                    <a16:creationId xmlns:a16="http://schemas.microsoft.com/office/drawing/2014/main" id="{472D715D-1035-3FC0-E5E8-6AFE90E16A4A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4">
                <a:extLst>
                  <a:ext uri="{FF2B5EF4-FFF2-40B4-BE49-F238E27FC236}">
                    <a16:creationId xmlns:a16="http://schemas.microsoft.com/office/drawing/2014/main" id="{FA220A85-D061-AB23-E923-1904814D5F9C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5">
                <a:extLst>
                  <a:ext uri="{FF2B5EF4-FFF2-40B4-BE49-F238E27FC236}">
                    <a16:creationId xmlns:a16="http://schemas.microsoft.com/office/drawing/2014/main" id="{2BBBA9BB-DEBD-69CF-28AD-CA44A2A98AF3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6">
                <a:extLst>
                  <a:ext uri="{FF2B5EF4-FFF2-40B4-BE49-F238E27FC236}">
                    <a16:creationId xmlns:a16="http://schemas.microsoft.com/office/drawing/2014/main" id="{76EF943C-913E-048A-9999-B5F529E608E5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7">
                <a:extLst>
                  <a:ext uri="{FF2B5EF4-FFF2-40B4-BE49-F238E27FC236}">
                    <a16:creationId xmlns:a16="http://schemas.microsoft.com/office/drawing/2014/main" id="{774AA3D8-38CB-E858-38EB-B58EA028FACC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8">
                <a:extLst>
                  <a:ext uri="{FF2B5EF4-FFF2-40B4-BE49-F238E27FC236}">
                    <a16:creationId xmlns:a16="http://schemas.microsoft.com/office/drawing/2014/main" id="{95B9C9E1-6024-DFC7-FFB5-A09EFE80636C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9">
                <a:extLst>
                  <a:ext uri="{FF2B5EF4-FFF2-40B4-BE49-F238E27FC236}">
                    <a16:creationId xmlns:a16="http://schemas.microsoft.com/office/drawing/2014/main" id="{F873CE63-EB9B-DAD4-AAA2-3FD8DD516598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50">
                <a:extLst>
                  <a:ext uri="{FF2B5EF4-FFF2-40B4-BE49-F238E27FC236}">
                    <a16:creationId xmlns:a16="http://schemas.microsoft.com/office/drawing/2014/main" id="{3347838A-3214-446A-2FCF-1B5BEC7FAC62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51">
                <a:extLst>
                  <a:ext uri="{FF2B5EF4-FFF2-40B4-BE49-F238E27FC236}">
                    <a16:creationId xmlns:a16="http://schemas.microsoft.com/office/drawing/2014/main" id="{ADC2B741-3525-3BFF-A92B-7ED335DD7BD4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52">
                <a:extLst>
                  <a:ext uri="{FF2B5EF4-FFF2-40B4-BE49-F238E27FC236}">
                    <a16:creationId xmlns:a16="http://schemas.microsoft.com/office/drawing/2014/main" id="{109F3816-C47B-3CED-CFE3-BC4278D77025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53">
                <a:extLst>
                  <a:ext uri="{FF2B5EF4-FFF2-40B4-BE49-F238E27FC236}">
                    <a16:creationId xmlns:a16="http://schemas.microsoft.com/office/drawing/2014/main" id="{EFC36965-D8F5-9AB2-0ADC-72767DF02C23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4">
                <a:extLst>
                  <a:ext uri="{FF2B5EF4-FFF2-40B4-BE49-F238E27FC236}">
                    <a16:creationId xmlns:a16="http://schemas.microsoft.com/office/drawing/2014/main" id="{E8A39F9C-7514-BD9A-8C48-94872A5D9793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5">
                <a:extLst>
                  <a:ext uri="{FF2B5EF4-FFF2-40B4-BE49-F238E27FC236}">
                    <a16:creationId xmlns:a16="http://schemas.microsoft.com/office/drawing/2014/main" id="{6AB2FDE5-918C-932C-7C0E-D289317ED84B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6">
                <a:extLst>
                  <a:ext uri="{FF2B5EF4-FFF2-40B4-BE49-F238E27FC236}">
                    <a16:creationId xmlns:a16="http://schemas.microsoft.com/office/drawing/2014/main" id="{72F26238-D671-67E4-DDF8-EE024A849BE4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7">
                <a:extLst>
                  <a:ext uri="{FF2B5EF4-FFF2-40B4-BE49-F238E27FC236}">
                    <a16:creationId xmlns:a16="http://schemas.microsoft.com/office/drawing/2014/main" id="{F51F0D2F-08AE-C6EB-40BD-CCCA896CA086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8">
                <a:extLst>
                  <a:ext uri="{FF2B5EF4-FFF2-40B4-BE49-F238E27FC236}">
                    <a16:creationId xmlns:a16="http://schemas.microsoft.com/office/drawing/2014/main" id="{B34A5C31-3E8F-A139-825C-B17A655906DD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9">
                <a:extLst>
                  <a:ext uri="{FF2B5EF4-FFF2-40B4-BE49-F238E27FC236}">
                    <a16:creationId xmlns:a16="http://schemas.microsoft.com/office/drawing/2014/main" id="{9A25223B-E1DD-16F8-47C8-1BB310D69BEB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60">
                <a:extLst>
                  <a:ext uri="{FF2B5EF4-FFF2-40B4-BE49-F238E27FC236}">
                    <a16:creationId xmlns:a16="http://schemas.microsoft.com/office/drawing/2014/main" id="{80FDEDC9-9440-1FF3-6C14-1D5442851FF2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61">
                <a:extLst>
                  <a:ext uri="{FF2B5EF4-FFF2-40B4-BE49-F238E27FC236}">
                    <a16:creationId xmlns:a16="http://schemas.microsoft.com/office/drawing/2014/main" id="{61B66C62-6CAD-1371-A1ED-B25ACD966058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62">
                <a:extLst>
                  <a:ext uri="{FF2B5EF4-FFF2-40B4-BE49-F238E27FC236}">
                    <a16:creationId xmlns:a16="http://schemas.microsoft.com/office/drawing/2014/main" id="{C58EB5EA-AC13-5CF1-2546-42C162FF3BDA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63">
                <a:extLst>
                  <a:ext uri="{FF2B5EF4-FFF2-40B4-BE49-F238E27FC236}">
                    <a16:creationId xmlns:a16="http://schemas.microsoft.com/office/drawing/2014/main" id="{6750DDD2-4C86-269B-7FBA-9BFAB38A485D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4">
                <a:extLst>
                  <a:ext uri="{FF2B5EF4-FFF2-40B4-BE49-F238E27FC236}">
                    <a16:creationId xmlns:a16="http://schemas.microsoft.com/office/drawing/2014/main" id="{E7365F53-305D-008F-B60E-6AFA2C64F454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5">
                <a:extLst>
                  <a:ext uri="{FF2B5EF4-FFF2-40B4-BE49-F238E27FC236}">
                    <a16:creationId xmlns:a16="http://schemas.microsoft.com/office/drawing/2014/main" id="{08333E42-630B-8896-A313-3321573B740E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6">
                <a:extLst>
                  <a:ext uri="{FF2B5EF4-FFF2-40B4-BE49-F238E27FC236}">
                    <a16:creationId xmlns:a16="http://schemas.microsoft.com/office/drawing/2014/main" id="{012A9B4A-5438-999B-0C9E-E4B5C70624B2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7">
                <a:extLst>
                  <a:ext uri="{FF2B5EF4-FFF2-40B4-BE49-F238E27FC236}">
                    <a16:creationId xmlns:a16="http://schemas.microsoft.com/office/drawing/2014/main" id="{9210EC7D-5D00-467B-62B0-FDA6EC1CCB85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8">
                <a:extLst>
                  <a:ext uri="{FF2B5EF4-FFF2-40B4-BE49-F238E27FC236}">
                    <a16:creationId xmlns:a16="http://schemas.microsoft.com/office/drawing/2014/main" id="{0356C82D-6595-22E3-0934-667283845F00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9">
                <a:extLst>
                  <a:ext uri="{FF2B5EF4-FFF2-40B4-BE49-F238E27FC236}">
                    <a16:creationId xmlns:a16="http://schemas.microsoft.com/office/drawing/2014/main" id="{862ED7F5-7457-68A1-9CC8-D1BA28E120C4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70">
                <a:extLst>
                  <a:ext uri="{FF2B5EF4-FFF2-40B4-BE49-F238E27FC236}">
                    <a16:creationId xmlns:a16="http://schemas.microsoft.com/office/drawing/2014/main" id="{76A3EC3E-39F4-A379-91F1-D39BDDF6F5AE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71">
                <a:extLst>
                  <a:ext uri="{FF2B5EF4-FFF2-40B4-BE49-F238E27FC236}">
                    <a16:creationId xmlns:a16="http://schemas.microsoft.com/office/drawing/2014/main" id="{6A1914B1-FB4C-8960-1E0B-A7E7BB36AE6D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72">
                <a:extLst>
                  <a:ext uri="{FF2B5EF4-FFF2-40B4-BE49-F238E27FC236}">
                    <a16:creationId xmlns:a16="http://schemas.microsoft.com/office/drawing/2014/main" id="{7D69B30E-491C-3B6E-BD47-91357C9E9392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73">
                <a:extLst>
                  <a:ext uri="{FF2B5EF4-FFF2-40B4-BE49-F238E27FC236}">
                    <a16:creationId xmlns:a16="http://schemas.microsoft.com/office/drawing/2014/main" id="{36FB6FF8-38FE-82C4-B4CE-78EEA9A3A276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4">
                <a:extLst>
                  <a:ext uri="{FF2B5EF4-FFF2-40B4-BE49-F238E27FC236}">
                    <a16:creationId xmlns:a16="http://schemas.microsoft.com/office/drawing/2014/main" id="{05E92810-418E-FAD0-BA2A-69163DAC8C1A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5">
                <a:extLst>
                  <a:ext uri="{FF2B5EF4-FFF2-40B4-BE49-F238E27FC236}">
                    <a16:creationId xmlns:a16="http://schemas.microsoft.com/office/drawing/2014/main" id="{D3CE4D97-C6DD-2D17-B723-8F22F1DA6B72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6">
                <a:extLst>
                  <a:ext uri="{FF2B5EF4-FFF2-40B4-BE49-F238E27FC236}">
                    <a16:creationId xmlns:a16="http://schemas.microsoft.com/office/drawing/2014/main" id="{E4B8AEB2-8C1C-6878-4CCA-AF4947BB9FA0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7">
                <a:extLst>
                  <a:ext uri="{FF2B5EF4-FFF2-40B4-BE49-F238E27FC236}">
                    <a16:creationId xmlns:a16="http://schemas.microsoft.com/office/drawing/2014/main" id="{52A1A51B-7045-9ED1-5C15-C91671AE98C3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8">
                <a:extLst>
                  <a:ext uri="{FF2B5EF4-FFF2-40B4-BE49-F238E27FC236}">
                    <a16:creationId xmlns:a16="http://schemas.microsoft.com/office/drawing/2014/main" id="{5329DBC9-D147-38E6-2C6F-CA4570A804D5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9">
                <a:extLst>
                  <a:ext uri="{FF2B5EF4-FFF2-40B4-BE49-F238E27FC236}">
                    <a16:creationId xmlns:a16="http://schemas.microsoft.com/office/drawing/2014/main" id="{2722CD1B-102D-44AC-1573-231C3E7C226F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80">
                <a:extLst>
                  <a:ext uri="{FF2B5EF4-FFF2-40B4-BE49-F238E27FC236}">
                    <a16:creationId xmlns:a16="http://schemas.microsoft.com/office/drawing/2014/main" id="{181C8757-CA9F-D361-E473-A2620658422B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81">
                <a:extLst>
                  <a:ext uri="{FF2B5EF4-FFF2-40B4-BE49-F238E27FC236}">
                    <a16:creationId xmlns:a16="http://schemas.microsoft.com/office/drawing/2014/main" id="{6286865A-9733-1D80-887C-044B560E5AE1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82">
                <a:extLst>
                  <a:ext uri="{FF2B5EF4-FFF2-40B4-BE49-F238E27FC236}">
                    <a16:creationId xmlns:a16="http://schemas.microsoft.com/office/drawing/2014/main" id="{FAF655FC-A112-56C1-7680-1BBAE8828873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83">
                <a:extLst>
                  <a:ext uri="{FF2B5EF4-FFF2-40B4-BE49-F238E27FC236}">
                    <a16:creationId xmlns:a16="http://schemas.microsoft.com/office/drawing/2014/main" id="{814369F4-EBC5-D901-5E46-1CCE844AE591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4">
                <a:extLst>
                  <a:ext uri="{FF2B5EF4-FFF2-40B4-BE49-F238E27FC236}">
                    <a16:creationId xmlns:a16="http://schemas.microsoft.com/office/drawing/2014/main" id="{A3F6BA8B-6CA4-25ED-C4BD-84B0C2555E72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5">
                <a:extLst>
                  <a:ext uri="{FF2B5EF4-FFF2-40B4-BE49-F238E27FC236}">
                    <a16:creationId xmlns:a16="http://schemas.microsoft.com/office/drawing/2014/main" id="{B8C10ACB-6C70-8B87-C1BF-497534B0DCCA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6">
                <a:extLst>
                  <a:ext uri="{FF2B5EF4-FFF2-40B4-BE49-F238E27FC236}">
                    <a16:creationId xmlns:a16="http://schemas.microsoft.com/office/drawing/2014/main" id="{57D11BB2-9D50-C45E-5837-32045DBCF727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7">
                <a:extLst>
                  <a:ext uri="{FF2B5EF4-FFF2-40B4-BE49-F238E27FC236}">
                    <a16:creationId xmlns:a16="http://schemas.microsoft.com/office/drawing/2014/main" id="{8BE7E290-7A80-BB1B-432C-44FF2AFDCB07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8">
                <a:extLst>
                  <a:ext uri="{FF2B5EF4-FFF2-40B4-BE49-F238E27FC236}">
                    <a16:creationId xmlns:a16="http://schemas.microsoft.com/office/drawing/2014/main" id="{3BD2F09C-61AE-EA56-F4D4-3EB66A033F0A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9">
                <a:extLst>
                  <a:ext uri="{FF2B5EF4-FFF2-40B4-BE49-F238E27FC236}">
                    <a16:creationId xmlns:a16="http://schemas.microsoft.com/office/drawing/2014/main" id="{2B8345B3-04E4-330B-A976-D078B2D3743E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90">
                <a:extLst>
                  <a:ext uri="{FF2B5EF4-FFF2-40B4-BE49-F238E27FC236}">
                    <a16:creationId xmlns:a16="http://schemas.microsoft.com/office/drawing/2014/main" id="{E0B3AA4C-F7B8-CC0B-8DA5-2545FF282D3F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91">
                <a:extLst>
                  <a:ext uri="{FF2B5EF4-FFF2-40B4-BE49-F238E27FC236}">
                    <a16:creationId xmlns:a16="http://schemas.microsoft.com/office/drawing/2014/main" id="{27FF83D8-6E62-4D4C-832D-A0F5213082B7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92">
                <a:extLst>
                  <a:ext uri="{FF2B5EF4-FFF2-40B4-BE49-F238E27FC236}">
                    <a16:creationId xmlns:a16="http://schemas.microsoft.com/office/drawing/2014/main" id="{98DB9887-5982-8C1B-1BB4-A9C8BA5F6865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93">
                <a:extLst>
                  <a:ext uri="{FF2B5EF4-FFF2-40B4-BE49-F238E27FC236}">
                    <a16:creationId xmlns:a16="http://schemas.microsoft.com/office/drawing/2014/main" id="{A7571F1F-3753-D60C-7CAD-CA26E69FE134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4">
                <a:extLst>
                  <a:ext uri="{FF2B5EF4-FFF2-40B4-BE49-F238E27FC236}">
                    <a16:creationId xmlns:a16="http://schemas.microsoft.com/office/drawing/2014/main" id="{98D12B25-A49E-B30B-AA13-835A40BAE25F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5">
                <a:extLst>
                  <a:ext uri="{FF2B5EF4-FFF2-40B4-BE49-F238E27FC236}">
                    <a16:creationId xmlns:a16="http://schemas.microsoft.com/office/drawing/2014/main" id="{9D18BAB4-843B-AF45-7B97-7E3E4D4A4C6E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6">
                <a:extLst>
                  <a:ext uri="{FF2B5EF4-FFF2-40B4-BE49-F238E27FC236}">
                    <a16:creationId xmlns:a16="http://schemas.microsoft.com/office/drawing/2014/main" id="{26396CFC-3C72-CBA2-ADEA-634093100A89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7">
                <a:extLst>
                  <a:ext uri="{FF2B5EF4-FFF2-40B4-BE49-F238E27FC236}">
                    <a16:creationId xmlns:a16="http://schemas.microsoft.com/office/drawing/2014/main" id="{7A6300F0-9337-40FC-25A7-FAF190EE6A44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8">
                <a:extLst>
                  <a:ext uri="{FF2B5EF4-FFF2-40B4-BE49-F238E27FC236}">
                    <a16:creationId xmlns:a16="http://schemas.microsoft.com/office/drawing/2014/main" id="{E4C95961-A0F3-BFA1-B015-013463ADE953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9">
                <a:extLst>
                  <a:ext uri="{FF2B5EF4-FFF2-40B4-BE49-F238E27FC236}">
                    <a16:creationId xmlns:a16="http://schemas.microsoft.com/office/drawing/2014/main" id="{EEA58031-CFB0-59EC-1B6B-BB10B936AA39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100">
                <a:extLst>
                  <a:ext uri="{FF2B5EF4-FFF2-40B4-BE49-F238E27FC236}">
                    <a16:creationId xmlns:a16="http://schemas.microsoft.com/office/drawing/2014/main" id="{A4343C7A-F8BD-2B31-8217-6878AA9188E7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101">
                <a:extLst>
                  <a:ext uri="{FF2B5EF4-FFF2-40B4-BE49-F238E27FC236}">
                    <a16:creationId xmlns:a16="http://schemas.microsoft.com/office/drawing/2014/main" id="{D33C313C-966D-9DB6-30DA-5FE1963889D3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102">
                <a:extLst>
                  <a:ext uri="{FF2B5EF4-FFF2-40B4-BE49-F238E27FC236}">
                    <a16:creationId xmlns:a16="http://schemas.microsoft.com/office/drawing/2014/main" id="{1006B067-0ACD-3098-175A-A905021154F2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103">
                <a:extLst>
                  <a:ext uri="{FF2B5EF4-FFF2-40B4-BE49-F238E27FC236}">
                    <a16:creationId xmlns:a16="http://schemas.microsoft.com/office/drawing/2014/main" id="{B0ABF819-29F2-4017-707A-64EE8C1CB0EC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4">
                <a:extLst>
                  <a:ext uri="{FF2B5EF4-FFF2-40B4-BE49-F238E27FC236}">
                    <a16:creationId xmlns:a16="http://schemas.microsoft.com/office/drawing/2014/main" id="{586CC7D1-5D59-F7EB-D5AA-CBC1E1F634DF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5">
                <a:extLst>
                  <a:ext uri="{FF2B5EF4-FFF2-40B4-BE49-F238E27FC236}">
                    <a16:creationId xmlns:a16="http://schemas.microsoft.com/office/drawing/2014/main" id="{7ADBEE13-3E40-0085-E1D2-10CCC9A53B87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6">
                <a:extLst>
                  <a:ext uri="{FF2B5EF4-FFF2-40B4-BE49-F238E27FC236}">
                    <a16:creationId xmlns:a16="http://schemas.microsoft.com/office/drawing/2014/main" id="{4260B4E1-846A-3D6E-0E4A-6D1F55F3903A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8" name="Connector 107">
                <a:extLst>
                  <a:ext uri="{FF2B5EF4-FFF2-40B4-BE49-F238E27FC236}">
                    <a16:creationId xmlns:a16="http://schemas.microsoft.com/office/drawing/2014/main" id="{6C3D4B5C-6FF3-66F2-3F4B-69F11614DF20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9" name="Connector 108">
                <a:extLst>
                  <a:ext uri="{FF2B5EF4-FFF2-40B4-BE49-F238E27FC236}">
                    <a16:creationId xmlns:a16="http://schemas.microsoft.com/office/drawing/2014/main" id="{D6EDFB4E-DD27-4B4A-C9C9-0C27E96641F5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0" name="Connector 109">
                <a:extLst>
                  <a:ext uri="{FF2B5EF4-FFF2-40B4-BE49-F238E27FC236}">
                    <a16:creationId xmlns:a16="http://schemas.microsoft.com/office/drawing/2014/main" id="{DE950DD1-FED9-BFEC-DC64-0B99E983E86B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1" name="Connector 110">
                <a:extLst>
                  <a:ext uri="{FF2B5EF4-FFF2-40B4-BE49-F238E27FC236}">
                    <a16:creationId xmlns:a16="http://schemas.microsoft.com/office/drawing/2014/main" id="{D8155FD0-EA84-A8A6-9EA6-F9C21AC89A2A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2" name="Connector 111">
                <a:extLst>
                  <a:ext uri="{FF2B5EF4-FFF2-40B4-BE49-F238E27FC236}">
                    <a16:creationId xmlns:a16="http://schemas.microsoft.com/office/drawing/2014/main" id="{4B0507C5-E22B-299B-46B0-2C610B7951E6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3" name="Connector 112">
                <a:extLst>
                  <a:ext uri="{FF2B5EF4-FFF2-40B4-BE49-F238E27FC236}">
                    <a16:creationId xmlns:a16="http://schemas.microsoft.com/office/drawing/2014/main" id="{1E66D58C-DB9F-1352-65DE-A8D9E8F6252A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4" name="Connector 113">
                <a:extLst>
                  <a:ext uri="{FF2B5EF4-FFF2-40B4-BE49-F238E27FC236}">
                    <a16:creationId xmlns:a16="http://schemas.microsoft.com/office/drawing/2014/main" id="{56816913-DADA-61FC-A87D-F6E07E60AB84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5" name="Connector 114">
                <a:extLst>
                  <a:ext uri="{FF2B5EF4-FFF2-40B4-BE49-F238E27FC236}">
                    <a16:creationId xmlns:a16="http://schemas.microsoft.com/office/drawing/2014/main" id="{9B8D32CA-F85A-E275-1AD5-19204D9898A0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6" name="Connector 115">
                <a:extLst>
                  <a:ext uri="{FF2B5EF4-FFF2-40B4-BE49-F238E27FC236}">
                    <a16:creationId xmlns:a16="http://schemas.microsoft.com/office/drawing/2014/main" id="{167C3A6C-105F-5CF5-7D2C-EE3B01BE2FEF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7" name="Connector 116">
                <a:extLst>
                  <a:ext uri="{FF2B5EF4-FFF2-40B4-BE49-F238E27FC236}">
                    <a16:creationId xmlns:a16="http://schemas.microsoft.com/office/drawing/2014/main" id="{6A46765A-8B99-3804-DF95-4038D7ECE011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8" name="Connector 117">
                <a:extLst>
                  <a:ext uri="{FF2B5EF4-FFF2-40B4-BE49-F238E27FC236}">
                    <a16:creationId xmlns:a16="http://schemas.microsoft.com/office/drawing/2014/main" id="{B65B8B62-2BDD-DF6F-EE3B-9AEF6710F266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9" name="Connector 118">
                <a:extLst>
                  <a:ext uri="{FF2B5EF4-FFF2-40B4-BE49-F238E27FC236}">
                    <a16:creationId xmlns:a16="http://schemas.microsoft.com/office/drawing/2014/main" id="{1916BB33-0C72-8E0C-6946-3E5425527C44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0" name="Connector 119">
                <a:extLst>
                  <a:ext uri="{FF2B5EF4-FFF2-40B4-BE49-F238E27FC236}">
                    <a16:creationId xmlns:a16="http://schemas.microsoft.com/office/drawing/2014/main" id="{0C02EA2B-E091-B026-9DB4-852555D22ADE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1" name="Connector 120">
                <a:extLst>
                  <a:ext uri="{FF2B5EF4-FFF2-40B4-BE49-F238E27FC236}">
                    <a16:creationId xmlns:a16="http://schemas.microsoft.com/office/drawing/2014/main" id="{AA68F3C8-1374-A437-C447-56E69280E5D8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2" name="Connector 121">
                <a:extLst>
                  <a:ext uri="{FF2B5EF4-FFF2-40B4-BE49-F238E27FC236}">
                    <a16:creationId xmlns:a16="http://schemas.microsoft.com/office/drawing/2014/main" id="{C064495E-6A44-DD23-F239-6C491A76DC22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3" name="Connector 122">
                <a:extLst>
                  <a:ext uri="{FF2B5EF4-FFF2-40B4-BE49-F238E27FC236}">
                    <a16:creationId xmlns:a16="http://schemas.microsoft.com/office/drawing/2014/main" id="{756A2196-1F51-B6EF-BBEE-BE6953C1B0EF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4" name="Connector 123">
                <a:extLst>
                  <a:ext uri="{FF2B5EF4-FFF2-40B4-BE49-F238E27FC236}">
                    <a16:creationId xmlns:a16="http://schemas.microsoft.com/office/drawing/2014/main" id="{EE3C2D66-5D6E-1BCD-D05C-C99B33BEECAA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5" name="Connector 124">
                <a:extLst>
                  <a:ext uri="{FF2B5EF4-FFF2-40B4-BE49-F238E27FC236}">
                    <a16:creationId xmlns:a16="http://schemas.microsoft.com/office/drawing/2014/main" id="{E64C4E7A-AC70-AC80-C4DD-56EC03C42E0F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6" name="Connector 125">
                <a:extLst>
                  <a:ext uri="{FF2B5EF4-FFF2-40B4-BE49-F238E27FC236}">
                    <a16:creationId xmlns:a16="http://schemas.microsoft.com/office/drawing/2014/main" id="{E8E033AC-FF91-DD13-7ACD-F4748274233F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7" name="Connector 126">
                <a:extLst>
                  <a:ext uri="{FF2B5EF4-FFF2-40B4-BE49-F238E27FC236}">
                    <a16:creationId xmlns:a16="http://schemas.microsoft.com/office/drawing/2014/main" id="{FE71AD68-5687-9480-A3D8-3DC06127EFAE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8" name="Connector 127">
                <a:extLst>
                  <a:ext uri="{FF2B5EF4-FFF2-40B4-BE49-F238E27FC236}">
                    <a16:creationId xmlns:a16="http://schemas.microsoft.com/office/drawing/2014/main" id="{171F4CF0-9419-1020-7FBC-C512EA012FF9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9" name="Connector 128">
                <a:extLst>
                  <a:ext uri="{FF2B5EF4-FFF2-40B4-BE49-F238E27FC236}">
                    <a16:creationId xmlns:a16="http://schemas.microsoft.com/office/drawing/2014/main" id="{C6C8BED4-BE89-C07A-D315-C636F61A5EF5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0" name="Connector 129">
                <a:extLst>
                  <a:ext uri="{FF2B5EF4-FFF2-40B4-BE49-F238E27FC236}">
                    <a16:creationId xmlns:a16="http://schemas.microsoft.com/office/drawing/2014/main" id="{2C0B33B3-51CA-985D-DE22-FAB431605F15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1" name="Connector 130">
                <a:extLst>
                  <a:ext uri="{FF2B5EF4-FFF2-40B4-BE49-F238E27FC236}">
                    <a16:creationId xmlns:a16="http://schemas.microsoft.com/office/drawing/2014/main" id="{B310904B-4E95-4FD8-764C-619CE9E0AC71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2" name="Connector 131">
                <a:extLst>
                  <a:ext uri="{FF2B5EF4-FFF2-40B4-BE49-F238E27FC236}">
                    <a16:creationId xmlns:a16="http://schemas.microsoft.com/office/drawing/2014/main" id="{71028FBF-1D6C-D4EC-2EFF-E6E898C134AD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3" name="Connector 132">
                <a:extLst>
                  <a:ext uri="{FF2B5EF4-FFF2-40B4-BE49-F238E27FC236}">
                    <a16:creationId xmlns:a16="http://schemas.microsoft.com/office/drawing/2014/main" id="{0CA91605-5AD7-11DF-CB39-3A386C5C70E6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1054AA30-964D-245B-4E13-6A9FC6DAAA42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4EDE87C0-5B17-B280-31D8-7D47D9F3CDBA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06B3BB7-F754-ACA3-B22D-62554F9C259C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5B5CA70-D197-98C3-4C8A-9E7953573940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CD62345-ED4A-5616-F6B2-C45DABCB26C5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40F70937-280E-8580-9FFE-BB947E63609F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DF39F14B-14F1-1FFE-BC68-71FD1C619258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19CC6DBF-ADE7-A5AD-F556-20A0B66BC76B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78FAC06-909E-1391-5F31-876DD36DF260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B70A9E6-460D-A379-7571-58B274A26815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7CEF6083-EFDF-47B6-EBD2-F37F0EFD623A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C774CD57-7E5B-5BC5-1C75-EEE0B64BBBD3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7234CBE2-0B21-879E-D43F-11749A603574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2759FDD5-A0EF-7657-BC87-55CD2AE52E28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980280AD-6B8A-4B11-B000-622ADB828CC8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C6A49D86-2158-B0EF-BE80-4B1A83AD6333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8E232B83-DD4F-FF64-57E6-0DC274025C9A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0EAE9F3C-1105-1495-3ED7-FBB93AEA0EFE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F5DE583-8B1D-F399-E67C-6BCE0C1F2F6F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CE116C51-CCB0-2A21-2F6B-EE52FB8AEBAD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84F3BC73-8EB0-1BBA-0EC6-080C5BB05467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C0E2CE7-336A-8294-07C9-1B06ED1AD9FE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C656D31-EBD6-2E81-4562-8945C6471779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01ABA57-38BF-F02F-ACDC-1E2225E0D60B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DA5013F-69CB-AAC2-01B3-19998A10858F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75F0C17-5B6B-17E1-FF5A-DAA1D9E0A0A4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8C78DDBF-E385-7218-06A2-D27671EC8E31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FC203F4-685B-81AE-B103-E2CE33329C07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6ED705E-A7C7-DA71-A4D9-336A86812AE3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77EA616C-3628-9FA7-836A-13D6D2B33D5F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A92244DF-A8C2-75B6-4198-730577919B8E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700B89A-81E8-5581-3AC7-75039D985EF7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856DA8E-2D56-5B14-28EA-B2E71CB38076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8FFF07D-2546-FC75-8A46-127255528447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26B44D27-FE13-3F35-AFA2-F29E00E8F6F4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910C9327-8894-A138-5ADE-E94A536FCB62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F6DD39E1-9C5E-5B30-E74B-DFE7803863B3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6F49CC7C-99C1-A3CE-5A6C-A6303ACD24F5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A0882862-F14B-AF81-8827-1583CC5BBDEB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B4E47C49-2198-D74E-348C-CF46168DC147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4AFBE141-2666-E70C-56A3-A70838EACA7B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80C3C1A0-E75A-C169-B281-915D37EF94DA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0EA8129-753F-4571-3497-F39030007AA3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81B13B73-B00C-FA65-0D73-E798A8836018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1BC2DF13-50CD-D49C-E89B-8ED693EB80DF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A5AC6A75-4DAC-0B83-E4BC-50BB628224B4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09B31649-4075-246C-4A82-1D7AD8DE0D21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E45C9C73-1955-9FCA-3940-A3096388C0D5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F148F52D-5833-1635-0DD8-58C282077FF5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520266DE-3A30-2B63-E08E-5A02297E37E2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FA2A8B9A-BFD0-19BA-E805-D2A489F3E7A1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C721E1F1-C450-5B1C-5DC4-FA63D5202E3C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D74E9D67-F0F9-8999-23B1-475ACAD1DB70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E5E283D0-B238-F9EA-C3FE-879706C197FB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8FE2AEDA-5881-6741-8C22-929E6D50919B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3A8BBD1F-27C8-8F93-691B-E7C81D672180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D2488BA-23CE-C4AF-B940-14215E001DC9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64990B07-D709-FA8C-919F-ACE0E8BD9B92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2481065C-9999-0FBE-AC07-FF66E96EBAA2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76C52D37-F72D-9D7D-3D35-DC17FF4FEB1F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F926854F-EEAF-65F1-7ECB-66EF8BB80E66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0BC803E8-1B6B-E2CE-AC7A-FFDB79A3CC68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E2E5A342-ED45-E0F8-5CE3-FE4B080C8C0F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A1DED80F-E818-4B2C-E455-40EEAAF83AB3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CB66A1C5-EDD4-9379-48E2-83059F6ABB00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7F3C9942-B629-CCA6-3EE4-625D0A6DC456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7E0D319-5FE6-C67F-0B7E-DFD8E446E609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D5B59F3-DE6E-72F1-4573-33E8B854B6AB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822A671F-27EC-72E0-8F95-0C8714F3CC52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6C21BC20-B233-6561-459E-F417FDBD28E0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7044D28E-578E-7EED-36E2-9C93D6496BBA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26848820-BBC3-3BA8-2BD7-0A61C96B2918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0DBAD5-8D05-8BD5-5A44-756C98958084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FD45B277-D915-E05C-9F9C-1EE67DE6E347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A344BFDD-936C-7DEC-E445-5B9CD9C4E67D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9B87EEC2-2EE2-E20A-C3A4-34B1F90045E7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576B4067-30D9-614E-CA8B-BF4DA1098197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BF56C9EC-6138-1ECE-CE05-5BC752412996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AD272669-94F3-6C52-4C7B-461E4E799C0D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904917CC-3E6B-1478-60AB-EA9F4294CB3A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E508C312-CC43-3B42-9349-5F7567A4D971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2472AB2B-3841-2737-B3C1-727AEE059681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AB642B4D-3682-C41E-593A-271BD1196BE6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1B1F65F2-DE18-04F5-AFEF-C1AC9A68216C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0D7D7A75-4E30-3A41-8C7A-D947CC5E5528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27E4BEE6-6C6C-A9B1-334B-117BE2F0511B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696EBE1E-7045-AC1E-E6D5-508925FF70A8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45DD44BF-BC78-BE16-2049-5EE10C6EDA6C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1C8D00E8-D351-A995-D4E4-3C0D8D5D003D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CCFEE442-BD74-8CD9-D49F-279DE7B965A5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02ED5F26-F778-2C53-76C0-F5C4DD02A624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8931A2BA-7B3F-F4E7-882A-A99093832F60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05CFA336-7D95-0126-2150-9C82632DAF42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9257727D-A986-0DD3-DE48-60000A34CB90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solidFill>
                <a:srgbClr val="E6B92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80CFB50B-C27E-3048-3FE0-0717FC236341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E211205-8495-7C09-2ACA-A991FD4B0AEF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5735ABCA-A008-6656-4B8B-37185F8E95AD}"/>
                </a:ext>
              </a:extLst>
            </p:cNvPr>
            <p:cNvSpPr/>
            <p:nvPr/>
          </p:nvSpPr>
          <p:spPr>
            <a:xfrm rot="16200000">
              <a:off x="2303416" y="3383282"/>
              <a:ext cx="1306289" cy="2290353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71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321</Words>
  <Application>Microsoft Macintosh PowerPoint</Application>
  <PresentationFormat>Widescreen</PresentationFormat>
  <Paragraphs>58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104</cp:revision>
  <dcterms:created xsi:type="dcterms:W3CDTF">2026-06-24T14:29:57Z</dcterms:created>
  <dcterms:modified xsi:type="dcterms:W3CDTF">2026-06-24T22:46:17Z</dcterms:modified>
</cp:coreProperties>
</file>