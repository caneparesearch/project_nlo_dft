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7" r:id="rId2"/>
    <p:sldId id="259" r:id="rId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89"/>
  </p:normalViewPr>
  <p:slideViewPr>
    <p:cSldViewPr snapToGrid="0">
      <p:cViewPr>
        <p:scale>
          <a:sx n="120" d="100"/>
          <a:sy n="120" d="100"/>
        </p:scale>
        <p:origin x="40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B71D7-6A45-7547-89FC-46B147B799A5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D58C-FF87-1249-AF19-ACED0509C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D58C-FF87-1249-AF19-ACED0509C3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72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56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53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1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3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4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0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0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3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E63B9-3E9C-B84A-B1BD-898993728C3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0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3" Type="http://schemas.openxmlformats.org/officeDocument/2006/relationships/image" Target="../media/image1.emf"/><Relationship Id="rId21" Type="http://schemas.openxmlformats.org/officeDocument/2006/relationships/image" Target="../media/image19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23" Type="http://schemas.openxmlformats.org/officeDocument/2006/relationships/image" Target="../media/image21.emf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Relationship Id="rId22" Type="http://schemas.openxmlformats.org/officeDocument/2006/relationships/image" Target="../media/image20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image" Target="../media/image23.emf"/><Relationship Id="rId7" Type="http://schemas.openxmlformats.org/officeDocument/2006/relationships/image" Target="../media/image27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328CCF51-5B7C-6C1F-C9E5-5865EAF68777}"/>
              </a:ext>
            </a:extLst>
          </p:cNvPr>
          <p:cNvGrpSpPr/>
          <p:nvPr/>
        </p:nvGrpSpPr>
        <p:grpSpPr>
          <a:xfrm>
            <a:off x="235765" y="153543"/>
            <a:ext cx="6388724" cy="8346367"/>
            <a:chOff x="235765" y="153543"/>
            <a:chExt cx="6388724" cy="834636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44EE874-F324-28D2-F390-8B6F082A0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35765" y="617442"/>
              <a:ext cx="1201316" cy="1143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C397D1-FF95-DEDC-41F4-55EB9DCD1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532617" y="617442"/>
              <a:ext cx="1201316" cy="1143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5E07C33-7651-8EF6-A3B4-7E5E599B5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2829469" y="615210"/>
              <a:ext cx="1201316" cy="1143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00B217A-E550-76FC-6647-B2E32F440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4126321" y="615210"/>
              <a:ext cx="1201316" cy="1143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900AB5A-BA62-19D0-6BE3-F67B9630C625}"/>
                </a:ext>
              </a:extLst>
            </p:cNvPr>
            <p:cNvSpPr txBox="1"/>
            <p:nvPr/>
          </p:nvSpPr>
          <p:spPr>
            <a:xfrm>
              <a:off x="438717" y="153545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(a) x=1/7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AJT_a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CA3786-B2B4-16C9-8D80-83D2B2FB563C}"/>
                </a:ext>
              </a:extLst>
            </p:cNvPr>
            <p:cNvSpPr txBox="1"/>
            <p:nvPr/>
          </p:nvSpPr>
          <p:spPr>
            <a:xfrm>
              <a:off x="1735570" y="153544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(b) x=1/</a:t>
              </a:r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AJT_b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8B3BD2-85FB-DE5B-7A69-7D5BA38072A9}"/>
                </a:ext>
              </a:extLst>
            </p:cNvPr>
            <p:cNvSpPr txBox="1"/>
            <p:nvPr/>
          </p:nvSpPr>
          <p:spPr>
            <a:xfrm>
              <a:off x="3035303" y="153543"/>
              <a:ext cx="7873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(c) x=1/</a:t>
              </a:r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AJT_c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FA65269-26DD-23F7-24E4-060FCF242525}"/>
                </a:ext>
              </a:extLst>
            </p:cNvPr>
            <p:cNvSpPr txBox="1"/>
            <p:nvPr/>
          </p:nvSpPr>
          <p:spPr>
            <a:xfrm>
              <a:off x="4327018" y="153543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(d) x=1/</a:t>
              </a:r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AJT_d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83A3A89-D6FA-131E-CFC5-3F8EA87B0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423173" y="615210"/>
              <a:ext cx="1201316" cy="114300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F6C1C68-C39C-42BD-0722-9279006B37D8}"/>
                </a:ext>
              </a:extLst>
            </p:cNvPr>
            <p:cNvSpPr txBox="1"/>
            <p:nvPr/>
          </p:nvSpPr>
          <p:spPr>
            <a:xfrm>
              <a:off x="5623872" y="153543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 x=1/3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AJT_e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A4E027B3-39CA-DDD5-E90F-F2C98D73D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235765" y="2302309"/>
              <a:ext cx="1201316" cy="1143000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EA4450BD-079C-F6F2-2A92-560D5B260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1532617" y="2302309"/>
              <a:ext cx="1201316" cy="1143000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D4EE0FE-6331-1679-D0DC-F0E12EC9C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2829469" y="2300077"/>
              <a:ext cx="1201316" cy="114300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BEB8B55-5D32-BEE9-F694-8DB286195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4126321" y="2300077"/>
              <a:ext cx="1201316" cy="114300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99603EF-4349-D519-69E7-5E0577A90269}"/>
                </a:ext>
              </a:extLst>
            </p:cNvPr>
            <p:cNvSpPr txBox="1"/>
            <p:nvPr/>
          </p:nvSpPr>
          <p:spPr>
            <a:xfrm>
              <a:off x="459557" y="1838412"/>
              <a:ext cx="7537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(f) x=3/8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JLK_b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F510CDC-E779-0D5A-7BEC-F3979D12DE42}"/>
                </a:ext>
              </a:extLst>
            </p:cNvPr>
            <p:cNvSpPr txBox="1"/>
            <p:nvPr/>
          </p:nvSpPr>
          <p:spPr>
            <a:xfrm>
              <a:off x="1735570" y="1838411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(g) x=2/5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AJT_f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4DCAED3-87E7-02F5-2C5A-5FDC4E0A1AA6}"/>
                </a:ext>
              </a:extLst>
            </p:cNvPr>
            <p:cNvSpPr txBox="1"/>
            <p:nvPr/>
          </p:nvSpPr>
          <p:spPr>
            <a:xfrm>
              <a:off x="3031295" y="1838410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(h) x=1/2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AJT_g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7661418-891A-0BE9-61E5-525CBDFB93C6}"/>
                </a:ext>
              </a:extLst>
            </p:cNvPr>
            <p:cNvSpPr txBox="1"/>
            <p:nvPr/>
          </p:nvSpPr>
          <p:spPr>
            <a:xfrm>
              <a:off x="4352667" y="1838410"/>
              <a:ext cx="7441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 x=3/5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AJT_h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1208EA62-65AB-73FB-49AE-49F7A5308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423173" y="2300077"/>
              <a:ext cx="1201316" cy="1142999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1F60752-3B2D-47DF-63FC-316BE4549313}"/>
                </a:ext>
              </a:extLst>
            </p:cNvPr>
            <p:cNvSpPr txBox="1"/>
            <p:nvPr/>
          </p:nvSpPr>
          <p:spPr>
            <a:xfrm>
              <a:off x="5649521" y="1838410"/>
              <a:ext cx="7441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(j) x=5/8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AJT_i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99A463D7-A234-FD60-7DB7-3517334D0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235765" y="3987176"/>
              <a:ext cx="1201316" cy="1143000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314D7B11-D2BC-1B42-DC7A-2566CDA59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1532617" y="3987176"/>
              <a:ext cx="1201316" cy="1143000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1F521F63-776A-E795-891A-CBC3D67DF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2829469" y="3984944"/>
              <a:ext cx="1201316" cy="1143000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7127A175-7240-CE29-BDAB-72373A60C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4126321" y="3984944"/>
              <a:ext cx="1201316" cy="114300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2048813-6C36-A510-7326-8D76C0A332DC}"/>
                </a:ext>
              </a:extLst>
            </p:cNvPr>
            <p:cNvSpPr txBox="1"/>
            <p:nvPr/>
          </p:nvSpPr>
          <p:spPr>
            <a:xfrm>
              <a:off x="442725" y="3523279"/>
              <a:ext cx="7873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(k) x=2/3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AJT_k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BF7BC32-EC64-B6E7-A3B4-8567248DCA33}"/>
                </a:ext>
              </a:extLst>
            </p:cNvPr>
            <p:cNvSpPr txBox="1"/>
            <p:nvPr/>
          </p:nvSpPr>
          <p:spPr>
            <a:xfrm>
              <a:off x="1761219" y="3523278"/>
              <a:ext cx="7441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(l) x=2/3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AJT_l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0003E9E-9799-D870-DF8E-E48C721B7EA5}"/>
                </a:ext>
              </a:extLst>
            </p:cNvPr>
            <p:cNvSpPr txBox="1"/>
            <p:nvPr/>
          </p:nvSpPr>
          <p:spPr>
            <a:xfrm>
              <a:off x="3009654" y="3523277"/>
              <a:ext cx="838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(m) x=2/3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AJT_m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FFFBC7B-98E4-391A-58B3-C477FC9FA920}"/>
                </a:ext>
              </a:extLst>
            </p:cNvPr>
            <p:cNvSpPr txBox="1"/>
            <p:nvPr/>
          </p:nvSpPr>
          <p:spPr>
            <a:xfrm>
              <a:off x="4284539" y="3523277"/>
              <a:ext cx="880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(n) x=7/10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JLK_c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98E4891C-DB7E-891F-E76A-D40E507A0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5423173" y="3984944"/>
              <a:ext cx="1201316" cy="1142999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E4D0C31-0F58-2C02-D3C5-CBFF205C619E}"/>
                </a:ext>
              </a:extLst>
            </p:cNvPr>
            <p:cNvSpPr txBox="1"/>
            <p:nvPr/>
          </p:nvSpPr>
          <p:spPr>
            <a:xfrm>
              <a:off x="5623871" y="3523277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(o) x=3/4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AJT_n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D6F7E7A-EC1A-D23E-0D6F-9454B0BFC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235765" y="5672043"/>
              <a:ext cx="1201316" cy="1143000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D7FA6F28-7B49-8873-E3F1-9AB06634D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/>
            <a:stretch/>
          </p:blipFill>
          <p:spPr>
            <a:xfrm>
              <a:off x="1532617" y="5672043"/>
              <a:ext cx="1201316" cy="1143000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8CCCE99B-7C0C-8230-9D76-F1345B174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/>
            <a:stretch/>
          </p:blipFill>
          <p:spPr>
            <a:xfrm>
              <a:off x="2829469" y="5669811"/>
              <a:ext cx="1201316" cy="1143000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A441CE0F-A568-5830-11DC-CE4D664D9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rcRect/>
            <a:stretch/>
          </p:blipFill>
          <p:spPr>
            <a:xfrm>
              <a:off x="4126321" y="5669811"/>
              <a:ext cx="1201316" cy="1143000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CCF3E1D-682D-A62C-654A-99B5A7CD8182}"/>
                </a:ext>
              </a:extLst>
            </p:cNvPr>
            <p:cNvSpPr txBox="1"/>
            <p:nvPr/>
          </p:nvSpPr>
          <p:spPr>
            <a:xfrm>
              <a:off x="438717" y="5208146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(p) x=3/4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AJT_o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6E5BA87-C3E9-47E0-0D27-9406DC36B424}"/>
                </a:ext>
              </a:extLst>
            </p:cNvPr>
            <p:cNvSpPr txBox="1"/>
            <p:nvPr/>
          </p:nvSpPr>
          <p:spPr>
            <a:xfrm>
              <a:off x="1735570" y="5208145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(q) x=4/5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JLK_θ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533F232-AB1E-9BC0-5008-3CC0688EB8BD}"/>
                </a:ext>
              </a:extLst>
            </p:cNvPr>
            <p:cNvSpPr txBox="1"/>
            <p:nvPr/>
          </p:nvSpPr>
          <p:spPr>
            <a:xfrm>
              <a:off x="3048126" y="5208144"/>
              <a:ext cx="7617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(r) x=5/6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AJT_p</a:t>
              </a:r>
              <a:endParaRPr lang="en-US" sz="12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379BF56-C112-4ECB-5167-7BECAB6F5A50}"/>
                </a:ext>
              </a:extLst>
            </p:cNvPr>
            <p:cNvSpPr txBox="1"/>
            <p:nvPr/>
          </p:nvSpPr>
          <p:spPr>
            <a:xfrm>
              <a:off x="4331026" y="5208144"/>
              <a:ext cx="7873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(s) x=5/6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JLK_θ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A525CC60-C6D1-A8C1-3994-57EE6B947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rcRect/>
            <a:stretch/>
          </p:blipFill>
          <p:spPr>
            <a:xfrm>
              <a:off x="5423173" y="5669811"/>
              <a:ext cx="1201316" cy="1142999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7D7D19D-284B-CBF3-7BE8-230E38887C47}"/>
                </a:ext>
              </a:extLst>
            </p:cNvPr>
            <p:cNvSpPr txBox="1"/>
            <p:nvPr/>
          </p:nvSpPr>
          <p:spPr>
            <a:xfrm>
              <a:off x="5644712" y="5208144"/>
              <a:ext cx="7537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(t) x=7/8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AJT_q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2F96DB89-E793-EA2D-6DB5-54E8946E4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rcRect/>
            <a:stretch/>
          </p:blipFill>
          <p:spPr>
            <a:xfrm>
              <a:off x="235765" y="7356910"/>
              <a:ext cx="1201316" cy="1143000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E2AE718-778F-6691-4CFD-1B53D9106A3C}"/>
                </a:ext>
              </a:extLst>
            </p:cNvPr>
            <p:cNvSpPr txBox="1"/>
            <p:nvPr/>
          </p:nvSpPr>
          <p:spPr>
            <a:xfrm>
              <a:off x="438717" y="6893013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(u) x=8/9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AJT_r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79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4B56683A-7ABE-77A2-21A0-ED080C61D13D}"/>
              </a:ext>
            </a:extLst>
          </p:cNvPr>
          <p:cNvGrpSpPr/>
          <p:nvPr/>
        </p:nvGrpSpPr>
        <p:grpSpPr>
          <a:xfrm>
            <a:off x="258616" y="121435"/>
            <a:ext cx="6310569" cy="3660304"/>
            <a:chOff x="258616" y="121435"/>
            <a:chExt cx="6310569" cy="36603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0D44C69-EA3A-4176-215C-139A0B74A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58616" y="654830"/>
              <a:ext cx="1441580" cy="122814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243664C-D23F-758C-344C-2D59D243E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881611" y="653336"/>
              <a:ext cx="1441580" cy="12311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BEDBEE3-F64D-C530-5DD4-BB9ECFB6D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504608" y="654830"/>
              <a:ext cx="1441580" cy="122814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83A67F-7955-BB15-4148-395DBBEDF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127605" y="653336"/>
              <a:ext cx="1441580" cy="123113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A7007C-1552-2967-0121-A70A7598644A}"/>
                </a:ext>
              </a:extLst>
            </p:cNvPr>
            <p:cNvSpPr txBox="1"/>
            <p:nvPr/>
          </p:nvSpPr>
          <p:spPr>
            <a:xfrm>
              <a:off x="555681" y="121436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(a) x=3/7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B8C30C-C575-521A-29A5-2D6413ABBFA8}"/>
                </a:ext>
              </a:extLst>
            </p:cNvPr>
            <p:cNvSpPr txBox="1"/>
            <p:nvPr/>
          </p:nvSpPr>
          <p:spPr>
            <a:xfrm>
              <a:off x="2204693" y="121436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(b) x=2/5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765736-5DDE-64DD-5653-FD533D46620B}"/>
                </a:ext>
              </a:extLst>
            </p:cNvPr>
            <p:cNvSpPr txBox="1"/>
            <p:nvPr/>
          </p:nvSpPr>
          <p:spPr>
            <a:xfrm>
              <a:off x="3831700" y="121436"/>
              <a:ext cx="7873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(c) x=1/2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C666B93-6330-CBEC-E8E6-EDA985563BD2}"/>
                </a:ext>
              </a:extLst>
            </p:cNvPr>
            <p:cNvSpPr txBox="1"/>
            <p:nvPr/>
          </p:nvSpPr>
          <p:spPr>
            <a:xfrm>
              <a:off x="5413915" y="121435"/>
              <a:ext cx="8689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(d) x=6/11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JLK_ζ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EAB02F6-BC3C-CB34-F111-426784CB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258616" y="2550610"/>
              <a:ext cx="1441579" cy="123112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C466421-2B66-CA8F-A221-13473ACCE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881611" y="2552104"/>
              <a:ext cx="1441579" cy="122814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B73E539-EF19-CA68-920B-C35436475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3504608" y="2553854"/>
              <a:ext cx="1441579" cy="122464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AC26F9D-885F-0125-6240-C6E01C86BB79}"/>
                </a:ext>
              </a:extLst>
            </p:cNvPr>
            <p:cNvSpPr txBox="1"/>
            <p:nvPr/>
          </p:nvSpPr>
          <p:spPr>
            <a:xfrm>
              <a:off x="576947" y="2018710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(e) x=4/7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JLK_η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15213A4-496C-08A3-6607-4CE1C36EDCBF}"/>
                </a:ext>
              </a:extLst>
            </p:cNvPr>
            <p:cNvSpPr txBox="1"/>
            <p:nvPr/>
          </p:nvSpPr>
          <p:spPr>
            <a:xfrm>
              <a:off x="2225534" y="2018710"/>
              <a:ext cx="7537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(f) x=2/3</a:t>
              </a:r>
            </a:p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JLK_Δ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D5F6F9-C87D-198B-FFEC-25BF9F23B8DD}"/>
                </a:ext>
              </a:extLst>
            </p:cNvPr>
            <p:cNvSpPr txBox="1"/>
            <p:nvPr/>
          </p:nvSpPr>
          <p:spPr>
            <a:xfrm>
              <a:off x="3827692" y="2018710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(g) x=2/3</a:t>
              </a:r>
            </a:p>
            <a:p>
              <a:pPr algn="ctr"/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JMAS_d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4368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1022</TotalTime>
  <Words>253</Words>
  <Application>Microsoft Macintosh PowerPoint</Application>
  <PresentationFormat>Letter Paper (8.5x11 in)</PresentationFormat>
  <Paragraphs>57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Choi, Yunyeong</dc:creator>
  <cp:lastModifiedBy>Choi, Yunyeong</cp:lastModifiedBy>
  <cp:revision>11</cp:revision>
  <dcterms:created xsi:type="dcterms:W3CDTF">2026-06-24T23:02:47Z</dcterms:created>
  <dcterms:modified xsi:type="dcterms:W3CDTF">2026-06-25T16:05:17Z</dcterms:modified>
</cp:coreProperties>
</file>