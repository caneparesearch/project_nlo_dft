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85F3"/>
    <a:srgbClr val="F94B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6"/>
    <p:restoredTop sz="94658"/>
  </p:normalViewPr>
  <p:slideViewPr>
    <p:cSldViewPr snapToGrid="0">
      <p:cViewPr varScale="1">
        <p:scale>
          <a:sx n="90" d="100"/>
          <a:sy n="90" d="100"/>
        </p:scale>
        <p:origin x="32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B71D7-6A45-7547-89FC-46B147B799A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D58C-FF87-1249-AF19-ACED0509C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D58C-FF87-1249-AF19-ACED0509C3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72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56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53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1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3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4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0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0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3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E63B9-3E9C-B84A-B1BD-898993728C3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0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6A42200-CBF2-9817-EF4D-BFB763645C79}"/>
              </a:ext>
            </a:extLst>
          </p:cNvPr>
          <p:cNvGrpSpPr/>
          <p:nvPr/>
        </p:nvGrpSpPr>
        <p:grpSpPr>
          <a:xfrm>
            <a:off x="225708" y="455077"/>
            <a:ext cx="6316630" cy="2927866"/>
            <a:chOff x="225708" y="455077"/>
            <a:chExt cx="6316630" cy="292786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0F21ABE-AEC3-3B27-9353-D3DC3BF56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632463" y="639743"/>
              <a:ext cx="2909875" cy="27432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A949EB9-D9C5-840D-DFCC-58CF5BF5A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254643" y="639743"/>
              <a:ext cx="3377820" cy="274319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D71DA7-0FA2-9608-EFD2-F3C3F960DF40}"/>
                </a:ext>
              </a:extLst>
            </p:cNvPr>
            <p:cNvSpPr txBox="1"/>
            <p:nvPr/>
          </p:nvSpPr>
          <p:spPr>
            <a:xfrm>
              <a:off x="225708" y="455077"/>
              <a:ext cx="4667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CE12681-D2C6-E271-C6D4-B38A819A1A2A}"/>
                </a:ext>
              </a:extLst>
            </p:cNvPr>
            <p:cNvSpPr txBox="1"/>
            <p:nvPr/>
          </p:nvSpPr>
          <p:spPr>
            <a:xfrm>
              <a:off x="3480122" y="455077"/>
              <a:ext cx="4667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35A2464-C76D-9CCC-1BCC-0C28264B7B78}"/>
                </a:ext>
              </a:extLst>
            </p:cNvPr>
            <p:cNvSpPr txBox="1"/>
            <p:nvPr/>
          </p:nvSpPr>
          <p:spPr>
            <a:xfrm>
              <a:off x="4057905" y="1809445"/>
              <a:ext cx="6190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94B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O3</a:t>
              </a:r>
            </a:p>
            <a:p>
              <a:pPr algn="ctr"/>
              <a:r>
                <a:rPr lang="en-US" sz="1200" dirty="0">
                  <a:solidFill>
                    <a:srgbClr val="F94B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Stable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65218D0-9458-F8BA-C4F5-34EF2C75B1CD}"/>
                </a:ext>
              </a:extLst>
            </p:cNvPr>
            <p:cNvSpPr txBox="1"/>
            <p:nvPr/>
          </p:nvSpPr>
          <p:spPr>
            <a:xfrm>
              <a:off x="5848120" y="1376715"/>
              <a:ext cx="6190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B85F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P2</a:t>
              </a:r>
            </a:p>
            <a:p>
              <a:pPr algn="ctr"/>
              <a:r>
                <a:rPr lang="en-US" sz="1200" dirty="0">
                  <a:solidFill>
                    <a:srgbClr val="1B85F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Stable</a:t>
              </a:r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87B33CB6-5A09-B1DE-9973-7815F96D0380}"/>
                </a:ext>
              </a:extLst>
            </p:cNvPr>
            <p:cNvSpPr/>
            <p:nvPr/>
          </p:nvSpPr>
          <p:spPr>
            <a:xfrm rot="10800000">
              <a:off x="4338509" y="2253749"/>
              <a:ext cx="45719" cy="229022"/>
            </a:xfrm>
            <a:prstGeom prst="downArrow">
              <a:avLst/>
            </a:prstGeom>
            <a:solidFill>
              <a:srgbClr val="F94B4D"/>
            </a:solidFill>
            <a:ln>
              <a:solidFill>
                <a:srgbClr val="F94B4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D9099D76-D676-48E0-BFE3-BDF641FD855A}"/>
                </a:ext>
              </a:extLst>
            </p:cNvPr>
            <p:cNvSpPr/>
            <p:nvPr/>
          </p:nvSpPr>
          <p:spPr>
            <a:xfrm>
              <a:off x="6128730" y="1158036"/>
              <a:ext cx="45719" cy="229022"/>
            </a:xfrm>
            <a:prstGeom prst="downArrow">
              <a:avLst/>
            </a:prstGeom>
            <a:solidFill>
              <a:srgbClr val="1B85F3"/>
            </a:solidFill>
            <a:ln>
              <a:solidFill>
                <a:srgbClr val="1B85F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794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1030</TotalTime>
  <Words>11</Words>
  <Application>Microsoft Macintosh PowerPoint</Application>
  <PresentationFormat>Letter Paper (8.5x11 in)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Choi, Yunyeong</dc:creator>
  <cp:lastModifiedBy>Choi, Yunyeong</cp:lastModifiedBy>
  <cp:revision>18</cp:revision>
  <dcterms:created xsi:type="dcterms:W3CDTF">2026-06-24T23:02:47Z</dcterms:created>
  <dcterms:modified xsi:type="dcterms:W3CDTF">2026-09-29T18:41:26Z</dcterms:modified>
</cp:coreProperties>
</file>