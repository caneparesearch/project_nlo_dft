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7" r:id="rId2"/>
    <p:sldId id="258" r:id="rId3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0D"/>
    <a:srgbClr val="2AA02C"/>
    <a:srgbClr val="E377C3"/>
    <a:srgbClr val="9467BE"/>
    <a:srgbClr val="8C564B"/>
    <a:srgbClr val="F9DC3D"/>
    <a:srgbClr val="1B85F3"/>
    <a:srgbClr val="F94B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8"/>
  </p:normalViewPr>
  <p:slideViewPr>
    <p:cSldViewPr snapToGrid="0">
      <p:cViewPr>
        <p:scale>
          <a:sx n="120" d="100"/>
          <a:sy n="120" d="100"/>
        </p:scale>
        <p:origin x="1280" y="-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B71D7-6A45-7547-89FC-46B147B799A5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D58C-FF87-1249-AF19-ACED0509C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D58C-FF87-1249-AF19-ACED0509C3F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72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56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53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18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30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4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7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0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6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08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3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E63B9-3E9C-B84A-B1BD-898993728C39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00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EB67914B-B5AE-BCE2-ADB0-2807C3E54C03}"/>
              </a:ext>
            </a:extLst>
          </p:cNvPr>
          <p:cNvGrpSpPr/>
          <p:nvPr/>
        </p:nvGrpSpPr>
        <p:grpSpPr>
          <a:xfrm>
            <a:off x="0" y="625033"/>
            <a:ext cx="6858000" cy="6706651"/>
            <a:chOff x="0" y="625033"/>
            <a:chExt cx="6858000" cy="6706651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D4F102D-D5E0-3A88-9799-652EB0DD2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625033"/>
              <a:ext cx="6858000" cy="670665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9BAD5C8-D86C-B02B-9702-C2DACA977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9716" y="723463"/>
              <a:ext cx="2738284" cy="272227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C172CC2-85F0-2026-96D5-5B6C1246E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3943" t="33704" b="42219"/>
            <a:stretch>
              <a:fillRect/>
            </a:stretch>
          </p:blipFill>
          <p:spPr>
            <a:xfrm>
              <a:off x="2464219" y="723463"/>
              <a:ext cx="1717349" cy="11198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794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B6D8CE3-6387-A94C-C6FB-4940ACA269EA}"/>
              </a:ext>
            </a:extLst>
          </p:cNvPr>
          <p:cNvGrpSpPr/>
          <p:nvPr/>
        </p:nvGrpSpPr>
        <p:grpSpPr>
          <a:xfrm>
            <a:off x="500478" y="683075"/>
            <a:ext cx="6299060" cy="6344996"/>
            <a:chOff x="500478" y="683075"/>
            <a:chExt cx="6299060" cy="634499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FB68BC2-F510-1B0E-26A4-6CFEE1C27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9713" y="1843268"/>
              <a:ext cx="4498574" cy="4498574"/>
            </a:xfrm>
            <a:prstGeom prst="rect">
              <a:avLst/>
            </a:prstGeom>
          </p:spPr>
        </p:pic>
        <p:grpSp>
          <p:nvGrpSpPr>
            <p:cNvPr id="100" name="Axes at 0 degrees (x compressed, y compressed, z elongated)"/>
            <p:cNvGrpSpPr/>
            <p:nvPr/>
          </p:nvGrpSpPr>
          <p:grpSpPr>
            <a:xfrm>
              <a:off x="5787330" y="3772515"/>
              <a:ext cx="514291" cy="640080"/>
              <a:chOff x="5787330" y="3772515"/>
              <a:chExt cx="514291" cy="640080"/>
            </a:xfrm>
          </p:grpSpPr>
          <p:cxnSp>
            <p:nvCxnSpPr>
              <p:cNvPr id="101" name="x axis, compressed (line)"/>
              <p:cNvCxnSpPr/>
              <p:nvPr/>
            </p:nvCxnSpPr>
            <p:spPr>
              <a:xfrm>
                <a:off x="5818387" y="4044498"/>
                <a:ext cx="452178" cy="96114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</a:ln>
            </p:spPr>
          </p:cxnSp>
          <p:cxnSp>
            <p:nvCxnSpPr>
              <p:cNvPr id="102" name="x axis, compressed (head 1)"/>
              <p:cNvCxnSpPr/>
              <p:nvPr/>
            </p:nvCxnSpPr>
            <p:spPr>
              <a:xfrm>
                <a:off x="5787330" y="4037897"/>
                <a:ext cx="68324" cy="14523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03" name="x axis, compressed (head 2)"/>
              <p:cNvCxnSpPr/>
              <p:nvPr/>
            </p:nvCxnSpPr>
            <p:spPr>
              <a:xfrm flipH="1" flipV="1">
                <a:off x="6233297" y="4132690"/>
                <a:ext cx="68324" cy="14523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04" name="y axis, compressed (line)"/>
              <p:cNvCxnSpPr/>
              <p:nvPr/>
            </p:nvCxnSpPr>
            <p:spPr>
              <a:xfrm flipV="1">
                <a:off x="5862335" y="3950251"/>
                <a:ext cx="364281" cy="284608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</a:ln>
            </p:spPr>
          </p:cxnSp>
          <p:cxnSp>
            <p:nvCxnSpPr>
              <p:cNvPr id="105" name="y axis, compressed (head 1)"/>
              <p:cNvCxnSpPr/>
              <p:nvPr/>
            </p:nvCxnSpPr>
            <p:spPr>
              <a:xfrm flipV="1">
                <a:off x="5837316" y="4211402"/>
                <a:ext cx="55042" cy="43004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06" name="y axis, compressed (head 2)"/>
              <p:cNvCxnSpPr/>
              <p:nvPr/>
            </p:nvCxnSpPr>
            <p:spPr>
              <a:xfrm flipH="1">
                <a:off x="6196593" y="3930704"/>
                <a:ext cx="55043" cy="43004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07" name="z axis, elongated"/>
              <p:cNvCxnSpPr/>
              <p:nvPr/>
            </p:nvCxnSpPr>
            <p:spPr>
              <a:xfrm flipV="1">
                <a:off x="6044476" y="3772515"/>
                <a:ext cx="0" cy="6400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stealth" w="lg" len="lg"/>
                <a:tailEnd type="stealth" w="lg" len="lg"/>
              </a:ln>
            </p:spPr>
          </p:cxnSp>
        </p:grpSp>
        <p:grpSp>
          <p:nvGrpSpPr>
            <p:cNvPr id="108" name="Axes at 30 degrees (x compressed, y unchanged, z elongated)"/>
            <p:cNvGrpSpPr/>
            <p:nvPr/>
          </p:nvGrpSpPr>
          <p:grpSpPr>
            <a:xfrm>
              <a:off x="5436923" y="2464777"/>
              <a:ext cx="514290" cy="640080"/>
              <a:chOff x="5436923" y="2464777"/>
              <a:chExt cx="514290" cy="640080"/>
            </a:xfrm>
          </p:grpSpPr>
          <p:cxnSp>
            <p:nvCxnSpPr>
              <p:cNvPr id="109" name="x axis, compressed (line)"/>
              <p:cNvCxnSpPr/>
              <p:nvPr/>
            </p:nvCxnSpPr>
            <p:spPr>
              <a:xfrm>
                <a:off x="5467979" y="2736761"/>
                <a:ext cx="452178" cy="96113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</a:ln>
            </p:spPr>
          </p:cxnSp>
          <p:cxnSp>
            <p:nvCxnSpPr>
              <p:cNvPr id="110" name="x axis, compressed (head 1)"/>
              <p:cNvCxnSpPr/>
              <p:nvPr/>
            </p:nvCxnSpPr>
            <p:spPr>
              <a:xfrm>
                <a:off x="5436923" y="2730159"/>
                <a:ext cx="68324" cy="14523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11" name="x axis, compressed (head 2)"/>
              <p:cNvCxnSpPr/>
              <p:nvPr/>
            </p:nvCxnSpPr>
            <p:spPr>
              <a:xfrm flipH="1" flipV="1">
                <a:off x="5882890" y="2824953"/>
                <a:ext cx="68323" cy="14522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12" name="y axis, unchanged"/>
              <p:cNvCxnSpPr/>
              <p:nvPr/>
            </p:nvCxnSpPr>
            <p:spPr>
              <a:xfrm flipV="1">
                <a:off x="5441873" y="2587781"/>
                <a:ext cx="504390" cy="394073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cxnSp>
          <p:cxnSp>
            <p:nvCxnSpPr>
              <p:cNvPr id="113" name="z axis, elongated"/>
              <p:cNvCxnSpPr/>
              <p:nvPr/>
            </p:nvCxnSpPr>
            <p:spPr>
              <a:xfrm flipV="1">
                <a:off x="5694068" y="2464777"/>
                <a:ext cx="0" cy="6400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stealth" w="lg" len="lg"/>
                <a:tailEnd type="stealth" w="lg" len="lg"/>
              </a:ln>
            </p:spPr>
          </p:cxnSp>
        </p:grpSp>
        <p:grpSp>
          <p:nvGrpSpPr>
            <p:cNvPr id="114" name="Axes at 60 degrees (x compressed, y elongated, z elongated)"/>
            <p:cNvGrpSpPr/>
            <p:nvPr/>
          </p:nvGrpSpPr>
          <p:grpSpPr>
            <a:xfrm>
              <a:off x="4479593" y="1507447"/>
              <a:ext cx="514290" cy="640080"/>
              <a:chOff x="4479593" y="1507447"/>
              <a:chExt cx="514290" cy="640080"/>
            </a:xfrm>
          </p:grpSpPr>
          <p:cxnSp>
            <p:nvCxnSpPr>
              <p:cNvPr id="115" name="x axis, compressed (line)"/>
              <p:cNvCxnSpPr/>
              <p:nvPr/>
            </p:nvCxnSpPr>
            <p:spPr>
              <a:xfrm>
                <a:off x="4510649" y="1779430"/>
                <a:ext cx="452178" cy="96113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</a:ln>
            </p:spPr>
          </p:cxnSp>
          <p:cxnSp>
            <p:nvCxnSpPr>
              <p:cNvPr id="116" name="x axis, compressed (head 1)"/>
              <p:cNvCxnSpPr/>
              <p:nvPr/>
            </p:nvCxnSpPr>
            <p:spPr>
              <a:xfrm>
                <a:off x="4479593" y="1772829"/>
                <a:ext cx="68323" cy="14522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17" name="x axis, compressed (head 2)"/>
              <p:cNvCxnSpPr/>
              <p:nvPr/>
            </p:nvCxnSpPr>
            <p:spPr>
              <a:xfrm flipH="1" flipV="1">
                <a:off x="4925559" y="1867622"/>
                <a:ext cx="68324" cy="14523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18" name="y axis, elongated"/>
              <p:cNvCxnSpPr/>
              <p:nvPr/>
            </p:nvCxnSpPr>
            <p:spPr>
              <a:xfrm flipV="1">
                <a:off x="4484543" y="1630450"/>
                <a:ext cx="504390" cy="394073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stealth" w="lg" len="lg"/>
                <a:tailEnd type="stealth" w="lg" len="lg"/>
              </a:ln>
            </p:spPr>
          </p:cxnSp>
          <p:cxnSp>
            <p:nvCxnSpPr>
              <p:cNvPr id="119" name="z axis, elongated"/>
              <p:cNvCxnSpPr/>
              <p:nvPr/>
            </p:nvCxnSpPr>
            <p:spPr>
              <a:xfrm flipV="1">
                <a:off x="4736738" y="1507447"/>
                <a:ext cx="0" cy="6400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stealth" w="lg" len="lg"/>
                <a:tailEnd type="stealth" w="lg" len="lg"/>
              </a:ln>
            </p:spPr>
          </p:cxnSp>
        </p:grpSp>
        <p:grpSp>
          <p:nvGrpSpPr>
            <p:cNvPr id="120" name="Axes at 90 degrees (x compressed, y elongated, z unchanged)"/>
            <p:cNvGrpSpPr/>
            <p:nvPr/>
          </p:nvGrpSpPr>
          <p:grpSpPr>
            <a:xfrm>
              <a:off x="3171855" y="1157039"/>
              <a:ext cx="514290" cy="640080"/>
              <a:chOff x="3171855" y="1157039"/>
              <a:chExt cx="514290" cy="640080"/>
            </a:xfrm>
          </p:grpSpPr>
          <p:cxnSp>
            <p:nvCxnSpPr>
              <p:cNvPr id="121" name="x axis, compressed (line)"/>
              <p:cNvCxnSpPr/>
              <p:nvPr/>
            </p:nvCxnSpPr>
            <p:spPr>
              <a:xfrm>
                <a:off x="3202911" y="1429022"/>
                <a:ext cx="452178" cy="96114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</a:ln>
            </p:spPr>
          </p:cxnSp>
          <p:cxnSp>
            <p:nvCxnSpPr>
              <p:cNvPr id="122" name="x axis, compressed (head 1)"/>
              <p:cNvCxnSpPr/>
              <p:nvPr/>
            </p:nvCxnSpPr>
            <p:spPr>
              <a:xfrm>
                <a:off x="3171855" y="1422421"/>
                <a:ext cx="68323" cy="14523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23" name="x axis, compressed (head 2)"/>
              <p:cNvCxnSpPr/>
              <p:nvPr/>
            </p:nvCxnSpPr>
            <p:spPr>
              <a:xfrm flipH="1" flipV="1">
                <a:off x="3617822" y="1517214"/>
                <a:ext cx="68323" cy="14523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24" name="y axis, elongated"/>
              <p:cNvCxnSpPr/>
              <p:nvPr/>
            </p:nvCxnSpPr>
            <p:spPr>
              <a:xfrm flipV="1">
                <a:off x="3176805" y="1280043"/>
                <a:ext cx="504390" cy="394072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stealth" w="lg" len="lg"/>
                <a:tailEnd type="stealth" w="lg" len="lg"/>
              </a:ln>
            </p:spPr>
          </p:cxnSp>
          <p:cxnSp>
            <p:nvCxnSpPr>
              <p:cNvPr id="125" name="z axis, unchanged"/>
              <p:cNvCxnSpPr/>
              <p:nvPr/>
            </p:nvCxnSpPr>
            <p:spPr>
              <a:xfrm flipV="1">
                <a:off x="3429000" y="1157039"/>
                <a:ext cx="0" cy="6400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cxnSp>
        </p:grpSp>
        <p:grpSp>
          <p:nvGrpSpPr>
            <p:cNvPr id="126" name="Axes at 120 degrees (x compressed, y elongated, z compressed)"/>
            <p:cNvGrpSpPr/>
            <p:nvPr/>
          </p:nvGrpSpPr>
          <p:grpSpPr>
            <a:xfrm>
              <a:off x="1864117" y="1564597"/>
              <a:ext cx="514290" cy="525780"/>
              <a:chOff x="1864117" y="1564597"/>
              <a:chExt cx="514290" cy="525780"/>
            </a:xfrm>
          </p:grpSpPr>
          <p:cxnSp>
            <p:nvCxnSpPr>
              <p:cNvPr id="127" name="x axis, compressed (line)"/>
              <p:cNvCxnSpPr/>
              <p:nvPr/>
            </p:nvCxnSpPr>
            <p:spPr>
              <a:xfrm>
                <a:off x="1895173" y="1779430"/>
                <a:ext cx="452178" cy="96113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</a:ln>
            </p:spPr>
          </p:cxnSp>
          <p:cxnSp>
            <p:nvCxnSpPr>
              <p:cNvPr id="128" name="x axis, compressed (head 1)"/>
              <p:cNvCxnSpPr/>
              <p:nvPr/>
            </p:nvCxnSpPr>
            <p:spPr>
              <a:xfrm>
                <a:off x="1864117" y="1772829"/>
                <a:ext cx="68324" cy="14522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29" name="x axis, compressed (head 2)"/>
              <p:cNvCxnSpPr/>
              <p:nvPr/>
            </p:nvCxnSpPr>
            <p:spPr>
              <a:xfrm flipH="1" flipV="1">
                <a:off x="2310084" y="1867622"/>
                <a:ext cx="68323" cy="14523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30" name="y axis, elongated"/>
              <p:cNvCxnSpPr/>
              <p:nvPr/>
            </p:nvCxnSpPr>
            <p:spPr>
              <a:xfrm flipV="1">
                <a:off x="1869067" y="1630450"/>
                <a:ext cx="504390" cy="394073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stealth" w="lg" len="lg"/>
                <a:tailEnd type="stealth" w="lg" len="lg"/>
              </a:ln>
            </p:spPr>
          </p:cxnSp>
          <p:cxnSp>
            <p:nvCxnSpPr>
              <p:cNvPr id="131" name="z axis, compressed (line)"/>
              <p:cNvCxnSpPr/>
              <p:nvPr/>
            </p:nvCxnSpPr>
            <p:spPr>
              <a:xfrm flipV="1">
                <a:off x="2121262" y="1596347"/>
                <a:ext cx="0" cy="4622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</a:ln>
            </p:spPr>
          </p:cxnSp>
          <p:cxnSp>
            <p:nvCxnSpPr>
              <p:cNvPr id="132" name="z axis, compressed (head 1)"/>
              <p:cNvCxnSpPr/>
              <p:nvPr/>
            </p:nvCxnSpPr>
            <p:spPr>
              <a:xfrm flipV="1">
                <a:off x="2121262" y="2020527"/>
                <a:ext cx="0" cy="6985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33" name="z axis, compressed (head 2)"/>
              <p:cNvCxnSpPr/>
              <p:nvPr/>
            </p:nvCxnSpPr>
            <p:spPr>
              <a:xfrm>
                <a:off x="2121262" y="1564597"/>
                <a:ext cx="0" cy="6985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</p:grpSp>
        <p:grpSp>
          <p:nvGrpSpPr>
            <p:cNvPr id="134" name="Axes at 150 degrees (x unchanged, y elongated, z compressed)"/>
            <p:cNvGrpSpPr/>
            <p:nvPr/>
          </p:nvGrpSpPr>
          <p:grpSpPr>
            <a:xfrm>
              <a:off x="850885" y="2521927"/>
              <a:ext cx="626093" cy="525780"/>
              <a:chOff x="850885" y="2521927"/>
              <a:chExt cx="626093" cy="525780"/>
            </a:xfrm>
          </p:grpSpPr>
          <p:cxnSp>
            <p:nvCxnSpPr>
              <p:cNvPr id="135" name="x axis, unchanged"/>
              <p:cNvCxnSpPr/>
              <p:nvPr/>
            </p:nvCxnSpPr>
            <p:spPr>
              <a:xfrm>
                <a:off x="850885" y="2718277"/>
                <a:ext cx="626093" cy="1330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cxnSp>
          <p:cxnSp>
            <p:nvCxnSpPr>
              <p:cNvPr id="136" name="y axis, elongated"/>
              <p:cNvCxnSpPr/>
              <p:nvPr/>
            </p:nvCxnSpPr>
            <p:spPr>
              <a:xfrm flipV="1">
                <a:off x="911737" y="2587781"/>
                <a:ext cx="504390" cy="394072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stealth" w="lg" len="lg"/>
                <a:tailEnd type="stealth" w="lg" len="lg"/>
              </a:ln>
            </p:spPr>
          </p:cxnSp>
          <p:cxnSp>
            <p:nvCxnSpPr>
              <p:cNvPr id="137" name="z axis, compressed (line)"/>
              <p:cNvCxnSpPr/>
              <p:nvPr/>
            </p:nvCxnSpPr>
            <p:spPr>
              <a:xfrm flipV="1">
                <a:off x="1163932" y="2553677"/>
                <a:ext cx="0" cy="4622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</a:ln>
            </p:spPr>
          </p:cxnSp>
          <p:cxnSp>
            <p:nvCxnSpPr>
              <p:cNvPr id="138" name="z axis, compressed (head 1)"/>
              <p:cNvCxnSpPr/>
              <p:nvPr/>
            </p:nvCxnSpPr>
            <p:spPr>
              <a:xfrm flipV="1">
                <a:off x="1163932" y="2977857"/>
                <a:ext cx="0" cy="6985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39" name="z axis, compressed (head 2)"/>
              <p:cNvCxnSpPr/>
              <p:nvPr/>
            </p:nvCxnSpPr>
            <p:spPr>
              <a:xfrm>
                <a:off x="1163932" y="2521927"/>
                <a:ext cx="0" cy="6985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</p:grpSp>
        <p:grpSp>
          <p:nvGrpSpPr>
            <p:cNvPr id="140" name="Axes at 180 degrees (x elongated, y elongated, z compressed)"/>
            <p:cNvGrpSpPr/>
            <p:nvPr/>
          </p:nvGrpSpPr>
          <p:grpSpPr>
            <a:xfrm>
              <a:off x="500478" y="3829665"/>
              <a:ext cx="626093" cy="525780"/>
              <a:chOff x="500478" y="3829665"/>
              <a:chExt cx="626093" cy="525780"/>
            </a:xfrm>
          </p:grpSpPr>
          <p:cxnSp>
            <p:nvCxnSpPr>
              <p:cNvPr id="141" name="x axis, elongated"/>
              <p:cNvCxnSpPr/>
              <p:nvPr/>
            </p:nvCxnSpPr>
            <p:spPr>
              <a:xfrm>
                <a:off x="500478" y="4026015"/>
                <a:ext cx="626093" cy="1330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stealth" w="lg" len="lg"/>
                <a:tailEnd type="stealth" w="lg" len="lg"/>
              </a:ln>
            </p:spPr>
          </p:cxnSp>
          <p:cxnSp>
            <p:nvCxnSpPr>
              <p:cNvPr id="142" name="y axis, elongated"/>
              <p:cNvCxnSpPr/>
              <p:nvPr/>
            </p:nvCxnSpPr>
            <p:spPr>
              <a:xfrm flipV="1">
                <a:off x="561329" y="3895519"/>
                <a:ext cx="504390" cy="394072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stealth" w="lg" len="lg"/>
                <a:tailEnd type="stealth" w="lg" len="lg"/>
              </a:ln>
            </p:spPr>
          </p:cxnSp>
          <p:cxnSp>
            <p:nvCxnSpPr>
              <p:cNvPr id="143" name="z axis, compressed (line)"/>
              <p:cNvCxnSpPr/>
              <p:nvPr/>
            </p:nvCxnSpPr>
            <p:spPr>
              <a:xfrm flipV="1">
                <a:off x="813524" y="3861415"/>
                <a:ext cx="0" cy="4622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</a:ln>
            </p:spPr>
          </p:cxnSp>
          <p:cxnSp>
            <p:nvCxnSpPr>
              <p:cNvPr id="144" name="z axis, compressed (head 1)"/>
              <p:cNvCxnSpPr/>
              <p:nvPr/>
            </p:nvCxnSpPr>
            <p:spPr>
              <a:xfrm flipV="1">
                <a:off x="813524" y="4285595"/>
                <a:ext cx="0" cy="6985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45" name="z axis, compressed (head 2)"/>
              <p:cNvCxnSpPr/>
              <p:nvPr/>
            </p:nvCxnSpPr>
            <p:spPr>
              <a:xfrm>
                <a:off x="813524" y="3829665"/>
                <a:ext cx="0" cy="6985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</p:grpSp>
        <p:grpSp>
          <p:nvGrpSpPr>
            <p:cNvPr id="146" name="Axes at 210 degrees (x elongated, y unchanged, z compressed)"/>
            <p:cNvGrpSpPr/>
            <p:nvPr/>
          </p:nvGrpSpPr>
          <p:grpSpPr>
            <a:xfrm>
              <a:off x="850886" y="5137403"/>
              <a:ext cx="626092" cy="525780"/>
              <a:chOff x="850886" y="5137403"/>
              <a:chExt cx="626092" cy="525780"/>
            </a:xfrm>
          </p:grpSpPr>
          <p:cxnSp>
            <p:nvCxnSpPr>
              <p:cNvPr id="147" name="x axis, elongated"/>
              <p:cNvCxnSpPr/>
              <p:nvPr/>
            </p:nvCxnSpPr>
            <p:spPr>
              <a:xfrm>
                <a:off x="850886" y="5333753"/>
                <a:ext cx="626092" cy="1330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stealth" w="lg" len="lg"/>
                <a:tailEnd type="stealth" w="lg" len="lg"/>
              </a:ln>
            </p:spPr>
          </p:cxnSp>
          <p:cxnSp>
            <p:nvCxnSpPr>
              <p:cNvPr id="148" name="y axis, unchanged"/>
              <p:cNvCxnSpPr/>
              <p:nvPr/>
            </p:nvCxnSpPr>
            <p:spPr>
              <a:xfrm flipV="1">
                <a:off x="911737" y="5203256"/>
                <a:ext cx="504390" cy="394073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cxnSp>
          <p:cxnSp>
            <p:nvCxnSpPr>
              <p:cNvPr id="149" name="z axis, compressed (line)"/>
              <p:cNvCxnSpPr/>
              <p:nvPr/>
            </p:nvCxnSpPr>
            <p:spPr>
              <a:xfrm flipV="1">
                <a:off x="1163932" y="5169153"/>
                <a:ext cx="0" cy="4622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</a:ln>
            </p:spPr>
          </p:cxnSp>
          <p:cxnSp>
            <p:nvCxnSpPr>
              <p:cNvPr id="150" name="z axis, compressed (head 1)"/>
              <p:cNvCxnSpPr/>
              <p:nvPr/>
            </p:nvCxnSpPr>
            <p:spPr>
              <a:xfrm flipV="1">
                <a:off x="1163932" y="5593333"/>
                <a:ext cx="0" cy="6985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51" name="z axis, compressed (head 2)"/>
              <p:cNvCxnSpPr/>
              <p:nvPr/>
            </p:nvCxnSpPr>
            <p:spPr>
              <a:xfrm>
                <a:off x="1163932" y="5137403"/>
                <a:ext cx="0" cy="6985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</p:grpSp>
        <p:grpSp>
          <p:nvGrpSpPr>
            <p:cNvPr id="152" name="Axes at 240 degrees (x elongated, y compressed, z compressed)"/>
            <p:cNvGrpSpPr/>
            <p:nvPr/>
          </p:nvGrpSpPr>
          <p:grpSpPr>
            <a:xfrm>
              <a:off x="1808216" y="6094733"/>
              <a:ext cx="626092" cy="525780"/>
              <a:chOff x="1808216" y="6094733"/>
              <a:chExt cx="626092" cy="525780"/>
            </a:xfrm>
          </p:grpSpPr>
          <p:cxnSp>
            <p:nvCxnSpPr>
              <p:cNvPr id="153" name="x axis, elongated"/>
              <p:cNvCxnSpPr/>
              <p:nvPr/>
            </p:nvCxnSpPr>
            <p:spPr>
              <a:xfrm>
                <a:off x="1808216" y="6291083"/>
                <a:ext cx="626092" cy="1330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stealth" w="lg" len="lg"/>
                <a:tailEnd type="stealth" w="lg" len="lg"/>
              </a:ln>
            </p:spPr>
          </p:cxnSp>
          <p:cxnSp>
            <p:nvCxnSpPr>
              <p:cNvPr id="154" name="y axis, compressed (line)"/>
              <p:cNvCxnSpPr/>
              <p:nvPr/>
            </p:nvCxnSpPr>
            <p:spPr>
              <a:xfrm flipV="1">
                <a:off x="1939121" y="6215319"/>
                <a:ext cx="364282" cy="284608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</a:ln>
            </p:spPr>
          </p:cxnSp>
          <p:cxnSp>
            <p:nvCxnSpPr>
              <p:cNvPr id="155" name="y axis, compressed (head 1)"/>
              <p:cNvCxnSpPr/>
              <p:nvPr/>
            </p:nvCxnSpPr>
            <p:spPr>
              <a:xfrm flipV="1">
                <a:off x="1914102" y="6476470"/>
                <a:ext cx="55042" cy="43004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56" name="y axis, compressed (head 2)"/>
              <p:cNvCxnSpPr/>
              <p:nvPr/>
            </p:nvCxnSpPr>
            <p:spPr>
              <a:xfrm flipH="1">
                <a:off x="2273380" y="6195772"/>
                <a:ext cx="55042" cy="43004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57" name="z axis, compressed (line)"/>
              <p:cNvCxnSpPr/>
              <p:nvPr/>
            </p:nvCxnSpPr>
            <p:spPr>
              <a:xfrm flipV="1">
                <a:off x="2121262" y="6126483"/>
                <a:ext cx="0" cy="4622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</a:ln>
            </p:spPr>
          </p:cxnSp>
          <p:cxnSp>
            <p:nvCxnSpPr>
              <p:cNvPr id="158" name="z axis, compressed (head 1)"/>
              <p:cNvCxnSpPr/>
              <p:nvPr/>
            </p:nvCxnSpPr>
            <p:spPr>
              <a:xfrm flipV="1">
                <a:off x="2121262" y="6550663"/>
                <a:ext cx="0" cy="6985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59" name="z axis, compressed (head 2)"/>
              <p:cNvCxnSpPr/>
              <p:nvPr/>
            </p:nvCxnSpPr>
            <p:spPr>
              <a:xfrm>
                <a:off x="2121262" y="6094733"/>
                <a:ext cx="0" cy="6985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</p:grpSp>
        <p:grpSp>
          <p:nvGrpSpPr>
            <p:cNvPr id="160" name="Axes at 270 degrees (x elongated, y compressed, z unchanged)"/>
            <p:cNvGrpSpPr/>
            <p:nvPr/>
          </p:nvGrpSpPr>
          <p:grpSpPr>
            <a:xfrm>
              <a:off x="3115954" y="6387991"/>
              <a:ext cx="626092" cy="640080"/>
              <a:chOff x="3115954" y="6387991"/>
              <a:chExt cx="626092" cy="640080"/>
            </a:xfrm>
          </p:grpSpPr>
          <p:cxnSp>
            <p:nvCxnSpPr>
              <p:cNvPr id="161" name="x axis, elongated"/>
              <p:cNvCxnSpPr/>
              <p:nvPr/>
            </p:nvCxnSpPr>
            <p:spPr>
              <a:xfrm>
                <a:off x="3115954" y="6641491"/>
                <a:ext cx="626092" cy="1330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stealth" w="lg" len="lg"/>
                <a:tailEnd type="stealth" w="lg" len="lg"/>
              </a:ln>
            </p:spPr>
          </p:cxnSp>
          <p:cxnSp>
            <p:nvCxnSpPr>
              <p:cNvPr id="162" name="y axis, compressed (line)"/>
              <p:cNvCxnSpPr/>
              <p:nvPr/>
            </p:nvCxnSpPr>
            <p:spPr>
              <a:xfrm flipV="1">
                <a:off x="3246859" y="6565727"/>
                <a:ext cx="364282" cy="284608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</a:ln>
            </p:spPr>
          </p:cxnSp>
          <p:cxnSp>
            <p:nvCxnSpPr>
              <p:cNvPr id="163" name="y axis, compressed (head 1)"/>
              <p:cNvCxnSpPr/>
              <p:nvPr/>
            </p:nvCxnSpPr>
            <p:spPr>
              <a:xfrm flipV="1">
                <a:off x="3221840" y="6826878"/>
                <a:ext cx="55042" cy="43004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64" name="y axis, compressed (head 2)"/>
              <p:cNvCxnSpPr/>
              <p:nvPr/>
            </p:nvCxnSpPr>
            <p:spPr>
              <a:xfrm flipH="1">
                <a:off x="3581118" y="6546180"/>
                <a:ext cx="55042" cy="43004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65" name="z axis, unchanged"/>
              <p:cNvCxnSpPr/>
              <p:nvPr/>
            </p:nvCxnSpPr>
            <p:spPr>
              <a:xfrm flipV="1">
                <a:off x="3429000" y="6387991"/>
                <a:ext cx="0" cy="6400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cxnSp>
        </p:grpSp>
        <p:grpSp>
          <p:nvGrpSpPr>
            <p:cNvPr id="166" name="Axes at 300 degrees (x elongated, y compressed, z elongated)"/>
            <p:cNvGrpSpPr/>
            <p:nvPr/>
          </p:nvGrpSpPr>
          <p:grpSpPr>
            <a:xfrm>
              <a:off x="4423691" y="6037584"/>
              <a:ext cx="626093" cy="640080"/>
              <a:chOff x="4423691" y="6037584"/>
              <a:chExt cx="626093" cy="640080"/>
            </a:xfrm>
          </p:grpSpPr>
          <p:cxnSp>
            <p:nvCxnSpPr>
              <p:cNvPr id="167" name="x axis, elongated"/>
              <p:cNvCxnSpPr/>
              <p:nvPr/>
            </p:nvCxnSpPr>
            <p:spPr>
              <a:xfrm>
                <a:off x="4423691" y="6291083"/>
                <a:ext cx="626093" cy="133081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stealth" w="lg" len="lg"/>
                <a:tailEnd type="stealth" w="lg" len="lg"/>
              </a:ln>
            </p:spPr>
          </p:cxnSp>
          <p:cxnSp>
            <p:nvCxnSpPr>
              <p:cNvPr id="168" name="y axis, compressed (line)"/>
              <p:cNvCxnSpPr/>
              <p:nvPr/>
            </p:nvCxnSpPr>
            <p:spPr>
              <a:xfrm flipV="1">
                <a:off x="4554597" y="6215320"/>
                <a:ext cx="364282" cy="284607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</a:ln>
            </p:spPr>
          </p:cxnSp>
          <p:cxnSp>
            <p:nvCxnSpPr>
              <p:cNvPr id="169" name="y axis, compressed (head 1)"/>
              <p:cNvCxnSpPr/>
              <p:nvPr/>
            </p:nvCxnSpPr>
            <p:spPr>
              <a:xfrm flipV="1">
                <a:off x="4529578" y="6476471"/>
                <a:ext cx="55042" cy="43004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70" name="y axis, compressed (head 2)"/>
              <p:cNvCxnSpPr/>
              <p:nvPr/>
            </p:nvCxnSpPr>
            <p:spPr>
              <a:xfrm flipH="1">
                <a:off x="4888855" y="6195772"/>
                <a:ext cx="55043" cy="43004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71" name="z axis, elongated"/>
              <p:cNvCxnSpPr/>
              <p:nvPr/>
            </p:nvCxnSpPr>
            <p:spPr>
              <a:xfrm flipV="1">
                <a:off x="4736738" y="6037584"/>
                <a:ext cx="0" cy="6400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stealth" w="lg" len="lg"/>
                <a:tailEnd type="stealth" w="lg" len="lg"/>
              </a:ln>
            </p:spPr>
          </p:cxnSp>
        </p:grpSp>
        <p:grpSp>
          <p:nvGrpSpPr>
            <p:cNvPr id="172" name="Axes at 330 degrees (x unchanged, y compressed, z elongated)"/>
            <p:cNvGrpSpPr/>
            <p:nvPr/>
          </p:nvGrpSpPr>
          <p:grpSpPr>
            <a:xfrm>
              <a:off x="5381022" y="5080253"/>
              <a:ext cx="626093" cy="640080"/>
              <a:chOff x="5381022" y="5080253"/>
              <a:chExt cx="626093" cy="640080"/>
            </a:xfrm>
          </p:grpSpPr>
          <p:cxnSp>
            <p:nvCxnSpPr>
              <p:cNvPr id="173" name="x axis, unchanged"/>
              <p:cNvCxnSpPr/>
              <p:nvPr/>
            </p:nvCxnSpPr>
            <p:spPr>
              <a:xfrm>
                <a:off x="5381022" y="5333753"/>
                <a:ext cx="626093" cy="1330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cxnSp>
          <p:cxnSp>
            <p:nvCxnSpPr>
              <p:cNvPr id="174" name="y axis, compressed (line)"/>
              <p:cNvCxnSpPr/>
              <p:nvPr/>
            </p:nvCxnSpPr>
            <p:spPr>
              <a:xfrm flipV="1">
                <a:off x="5511927" y="5257989"/>
                <a:ext cx="364282" cy="284608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</a:ln>
            </p:spPr>
          </p:cxnSp>
          <p:cxnSp>
            <p:nvCxnSpPr>
              <p:cNvPr id="175" name="y axis, compressed (head 1)"/>
              <p:cNvCxnSpPr/>
              <p:nvPr/>
            </p:nvCxnSpPr>
            <p:spPr>
              <a:xfrm flipV="1">
                <a:off x="5486908" y="5519140"/>
                <a:ext cx="55043" cy="43004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76" name="y axis, compressed (head 2)"/>
              <p:cNvCxnSpPr/>
              <p:nvPr/>
            </p:nvCxnSpPr>
            <p:spPr>
              <a:xfrm flipH="1">
                <a:off x="5846186" y="5238442"/>
                <a:ext cx="55042" cy="43004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tailEnd type="stealth" w="lg" len="lg"/>
              </a:ln>
            </p:spPr>
          </p:cxnSp>
          <p:cxnSp>
            <p:nvCxnSpPr>
              <p:cNvPr id="177" name="z axis, elongated"/>
              <p:cNvCxnSpPr/>
              <p:nvPr/>
            </p:nvCxnSpPr>
            <p:spPr>
              <a:xfrm flipV="1">
                <a:off x="5694068" y="5080253"/>
                <a:ext cx="0" cy="640080"/>
              </a:xfrm>
              <a:prstGeom prst="line">
                <a:avLst/>
              </a:prstGeom>
              <a:ln w="25400" cap="flat">
                <a:solidFill>
                  <a:srgbClr val="000000"/>
                </a:solidFill>
                <a:prstDash val="solid"/>
                <a:round/>
                <a:headEnd type="stealth" w="lg" len="lg"/>
                <a:tailEnd type="stealth" w="lg" len="lg"/>
              </a:ln>
            </p:spPr>
          </p:cxnSp>
        </p:grpSp>
        <p:sp>
          <p:nvSpPr>
            <p:cNvPr id="178" name="Label Q3"/>
            <p:cNvSpPr txBox="1"/>
            <p:nvPr/>
          </p:nvSpPr>
          <p:spPr>
            <a:xfrm>
              <a:off x="6357522" y="3902055"/>
              <a:ext cx="442016" cy="381000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l"/>
              <a:r>
                <a:rPr lang="en-US" sz="2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r>
                <a:rPr lang="en-US" sz="2400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79" name="Label Q2"/>
            <p:cNvSpPr txBox="1"/>
            <p:nvPr/>
          </p:nvSpPr>
          <p:spPr>
            <a:xfrm>
              <a:off x="3207992" y="683075"/>
              <a:ext cx="442016" cy="381000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ctr"/>
              <a:r>
                <a:rPr lang="en-US" sz="2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</a:t>
              </a:r>
              <a:r>
                <a:rPr lang="en-US" sz="2400" baseline="-25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</p:grpSp>
      <p:grpSp>
        <p:nvGrpSpPr>
          <p:cNvPr id="180" name="Key of the line ends"/>
          <p:cNvGrpSpPr/>
          <p:nvPr/>
        </p:nvGrpSpPr>
        <p:grpSpPr>
          <a:xfrm>
            <a:off x="2362073" y="7509401"/>
            <a:ext cx="2179574" cy="1049020"/>
            <a:chOff x="2362073" y="7509401"/>
            <a:chExt cx="2179574" cy="1049020"/>
          </a:xfrm>
        </p:grpSpPr>
        <p:cxnSp>
          <p:nvCxnSpPr>
            <p:cNvPr id="181" name="Key Elongated: axis, elongated"/>
            <p:cNvCxnSpPr/>
            <p:nvPr/>
          </p:nvCxnSpPr>
          <p:spPr>
            <a:xfrm>
              <a:off x="2362073" y="7668151"/>
              <a:ext cx="566928" cy="0"/>
            </a:xfrm>
            <a:prstGeom prst="line">
              <a:avLst/>
            </a:prstGeom>
            <a:ln w="25400" cap="flat">
              <a:solidFill>
                <a:srgbClr val="000000"/>
              </a:solidFill>
              <a:prstDash val="solid"/>
              <a:round/>
              <a:headEnd type="stealth" w="lg" len="lg"/>
              <a:tailEnd type="stealth" w="lg" len="lg"/>
            </a:ln>
          </p:spPr>
        </p:cxnSp>
        <p:cxnSp>
          <p:nvCxnSpPr>
            <p:cNvPr id="182" name="Key Unchanged: axis, unchanged"/>
            <p:cNvCxnSpPr/>
            <p:nvPr/>
          </p:nvCxnSpPr>
          <p:spPr>
            <a:xfrm>
              <a:off x="2362073" y="8033911"/>
              <a:ext cx="566928" cy="0"/>
            </a:xfrm>
            <a:prstGeom prst="line">
              <a:avLst/>
            </a:prstGeom>
            <a:ln w="25400" cap="flat">
              <a:solidFill>
                <a:srgbClr val="000000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cxnSp>
          <p:nvCxnSpPr>
            <p:cNvPr id="183" name="Key Compressed: axis, compressed (line)"/>
            <p:cNvCxnSpPr/>
            <p:nvPr/>
          </p:nvCxnSpPr>
          <p:spPr>
            <a:xfrm>
              <a:off x="2450973" y="8399671"/>
              <a:ext cx="389128" cy="0"/>
            </a:xfrm>
            <a:prstGeom prst="line">
              <a:avLst/>
            </a:prstGeom>
            <a:ln w="25400" cap="flat">
              <a:solidFill>
                <a:srgbClr val="000000"/>
              </a:solidFill>
              <a:prstDash val="solid"/>
              <a:round/>
            </a:ln>
          </p:spPr>
        </p:cxnSp>
        <p:cxnSp>
          <p:nvCxnSpPr>
            <p:cNvPr id="184" name="Key Compressed: axis, compressed (head 1)"/>
            <p:cNvCxnSpPr/>
            <p:nvPr/>
          </p:nvCxnSpPr>
          <p:spPr>
            <a:xfrm>
              <a:off x="2419223" y="8399671"/>
              <a:ext cx="69850" cy="0"/>
            </a:xfrm>
            <a:prstGeom prst="line">
              <a:avLst/>
            </a:prstGeom>
            <a:ln w="25400" cap="flat">
              <a:solidFill>
                <a:srgbClr val="000000"/>
              </a:solidFill>
              <a:prstDash val="solid"/>
              <a:round/>
              <a:tailEnd type="stealth" w="lg" len="lg"/>
            </a:ln>
          </p:spPr>
        </p:cxnSp>
        <p:cxnSp>
          <p:nvCxnSpPr>
            <p:cNvPr id="185" name="Key Compressed: axis, compressed (head 2)"/>
            <p:cNvCxnSpPr/>
            <p:nvPr/>
          </p:nvCxnSpPr>
          <p:spPr>
            <a:xfrm flipH="1">
              <a:off x="2802001" y="8399671"/>
              <a:ext cx="69850" cy="0"/>
            </a:xfrm>
            <a:prstGeom prst="line">
              <a:avLst/>
            </a:prstGeom>
            <a:ln w="25400" cap="flat">
              <a:solidFill>
                <a:srgbClr val="000000"/>
              </a:solidFill>
              <a:prstDash val="solid"/>
              <a:round/>
              <a:tailEnd type="stealth" w="lg" len="lg"/>
            </a:ln>
          </p:spPr>
        </p:cxnSp>
        <p:sp>
          <p:nvSpPr>
            <p:cNvPr id="186" name="Key Elongated"/>
            <p:cNvSpPr txBox="1"/>
            <p:nvPr/>
          </p:nvSpPr>
          <p:spPr>
            <a:xfrm>
              <a:off x="3011297" y="7509401"/>
              <a:ext cx="1233170" cy="317500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l"/>
              <a:r>
                <a:rPr lang="en-US" sz="2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Elongated</a:t>
              </a:r>
            </a:p>
          </p:txBody>
        </p:sp>
        <p:sp>
          <p:nvSpPr>
            <p:cNvPr id="187" name="Key Unchanged"/>
            <p:cNvSpPr txBox="1"/>
            <p:nvPr/>
          </p:nvSpPr>
          <p:spPr>
            <a:xfrm>
              <a:off x="3011297" y="7875161"/>
              <a:ext cx="1388110" cy="317500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l"/>
              <a:r>
                <a:rPr lang="en-US" sz="2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Unchanged</a:t>
              </a:r>
            </a:p>
          </p:txBody>
        </p:sp>
        <p:sp>
          <p:nvSpPr>
            <p:cNvPr id="188" name="Key Compressed"/>
            <p:cNvSpPr txBox="1"/>
            <p:nvPr/>
          </p:nvSpPr>
          <p:spPr>
            <a:xfrm>
              <a:off x="3011297" y="8240921"/>
              <a:ext cx="1530350" cy="317500"/>
            </a:xfrm>
            <a:prstGeom prst="rect">
              <a:avLst/>
            </a:prstGeom>
            <a:noFill/>
          </p:spPr>
          <p:txBody>
            <a:bodyPr wrap="none" lIns="45720" tIns="0" rIns="45720" bIns="0" rtlCol="0" anchor="ctr">
              <a:spAutoFit/>
            </a:bodyPr>
            <a:lstStyle/>
            <a:p>
              <a:pPr algn="l"/>
              <a:r>
                <a:rPr lang="en-US" sz="20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Compressed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6826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1204</TotalTime>
  <Words>6</Words>
  <Application>Microsoft Macintosh PowerPoint</Application>
  <PresentationFormat>Letter Paper (8.5x11 in)</PresentationFormat>
  <Paragraphs>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Choi, Yunyeong</dc:creator>
  <cp:lastModifiedBy>Choi, Yunyeong</cp:lastModifiedBy>
  <cp:revision>72</cp:revision>
  <dcterms:created xsi:type="dcterms:W3CDTF">2026-06-24T23:02:47Z</dcterms:created>
  <dcterms:modified xsi:type="dcterms:W3CDTF">2026-09-29T02:41:40Z</dcterms:modified>
</cp:coreProperties>
</file>