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60" r:id="rId2"/>
    <p:sldId id="261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58"/>
  </p:normalViewPr>
  <p:slideViewPr>
    <p:cSldViewPr snapToGrid="0">
      <p:cViewPr>
        <p:scale>
          <a:sx n="110" d="100"/>
          <a:sy n="110" d="100"/>
        </p:scale>
        <p:origin x="2656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B71D7-6A45-7547-89FC-46B147B799A5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D58C-FF87-1249-AF19-ACED0509C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D58C-FF87-1249-AF19-ACED0509C3F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56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5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0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E63B9-3E9C-B84A-B1BD-898993728C39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0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12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11" Type="http://schemas.openxmlformats.org/officeDocument/2006/relationships/image" Target="../media/image14.emf"/><Relationship Id="rId5" Type="http://schemas.openxmlformats.org/officeDocument/2006/relationships/image" Target="../media/image8.emf"/><Relationship Id="rId10" Type="http://schemas.openxmlformats.org/officeDocument/2006/relationships/image" Target="../media/image13.emf"/><Relationship Id="rId4" Type="http://schemas.openxmlformats.org/officeDocument/2006/relationships/image" Target="../media/image7.emf"/><Relationship Id="rId9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C8FC7B8-D5A7-E924-55A2-3D0D80C473EE}"/>
              </a:ext>
            </a:extLst>
          </p:cNvPr>
          <p:cNvGrpSpPr/>
          <p:nvPr/>
        </p:nvGrpSpPr>
        <p:grpSpPr>
          <a:xfrm>
            <a:off x="0" y="201037"/>
            <a:ext cx="6753245" cy="6001294"/>
            <a:chOff x="0" y="201037"/>
            <a:chExt cx="6753245" cy="600129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21B62A8-91B3-1002-CEAB-13F59DE7D7A7}"/>
                </a:ext>
              </a:extLst>
            </p:cNvPr>
            <p:cNvSpPr txBox="1"/>
            <p:nvPr/>
          </p:nvSpPr>
          <p:spPr>
            <a:xfrm>
              <a:off x="0" y="201037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1E20DC3-87B6-45B8-A567-F6F2C87A4B4B}"/>
                </a:ext>
              </a:extLst>
            </p:cNvPr>
            <p:cNvSpPr txBox="1"/>
            <p:nvPr/>
          </p:nvSpPr>
          <p:spPr>
            <a:xfrm>
              <a:off x="2148271" y="201037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34348D-170F-4839-DCC4-503233997E3C}"/>
                </a:ext>
              </a:extLst>
            </p:cNvPr>
            <p:cNvSpPr txBox="1"/>
            <p:nvPr/>
          </p:nvSpPr>
          <p:spPr>
            <a:xfrm>
              <a:off x="4302153" y="201037"/>
              <a:ext cx="40908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68CF3BA-827B-054A-34FE-372EEC9F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24202"/>
              <a:ext cx="2286000" cy="323645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8CEDC5E-6002-3A0F-EFBF-21F9E240B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0" y="524202"/>
              <a:ext cx="2286000" cy="2175387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23E358A-ACAE-B276-ACE9-2FB952C8A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67245" y="524202"/>
              <a:ext cx="2286000" cy="164280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F04C82-12A4-1549-D9E0-AF3F76F22015}"/>
                </a:ext>
              </a:extLst>
            </p:cNvPr>
            <p:cNvSpPr txBox="1"/>
            <p:nvPr/>
          </p:nvSpPr>
          <p:spPr>
            <a:xfrm>
              <a:off x="14265" y="3703779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F46F3E-5807-FEEA-75F0-85FE259CC714}"/>
                </a:ext>
              </a:extLst>
            </p:cNvPr>
            <p:cNvSpPr txBox="1"/>
            <p:nvPr/>
          </p:nvSpPr>
          <p:spPr>
            <a:xfrm>
              <a:off x="2162536" y="3703779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9F4767D-DE59-C47C-CC9E-C1CDD350A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4026944"/>
              <a:ext cx="2286000" cy="2175387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EF2E1DF-26F7-47A2-4BEB-F12022491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86000" y="4026944"/>
              <a:ext cx="2286000" cy="16428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0726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D72E-8A2A-49C0-20EB-FBF7B128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87BFEEA-E7AB-8448-68A9-834FE546B23E}"/>
              </a:ext>
            </a:extLst>
          </p:cNvPr>
          <p:cNvGrpSpPr/>
          <p:nvPr/>
        </p:nvGrpSpPr>
        <p:grpSpPr>
          <a:xfrm>
            <a:off x="0" y="18157"/>
            <a:ext cx="6764819" cy="9590774"/>
            <a:chOff x="0" y="18157"/>
            <a:chExt cx="6764819" cy="95907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FF043F3-CA92-CBC9-545F-783E9DA2316C}"/>
                </a:ext>
              </a:extLst>
            </p:cNvPr>
            <p:cNvSpPr txBox="1"/>
            <p:nvPr/>
          </p:nvSpPr>
          <p:spPr>
            <a:xfrm>
              <a:off x="0" y="18157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(a)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E4B5E41-D975-86FE-CF1B-F9845C64F13C}"/>
                </a:ext>
              </a:extLst>
            </p:cNvPr>
            <p:cNvSpPr txBox="1"/>
            <p:nvPr/>
          </p:nvSpPr>
          <p:spPr>
            <a:xfrm>
              <a:off x="2148271" y="18157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(b)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B53949-5A64-B2A8-CF04-F877F448E423}"/>
                </a:ext>
              </a:extLst>
            </p:cNvPr>
            <p:cNvSpPr txBox="1"/>
            <p:nvPr/>
          </p:nvSpPr>
          <p:spPr>
            <a:xfrm>
              <a:off x="4302153" y="18157"/>
              <a:ext cx="40908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(c)</a:t>
              </a: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FDB7944-F820-A78E-EBE4-8A50B23F88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0" y="341322"/>
              <a:ext cx="2286000" cy="190909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AF6E039-7810-124E-C876-7F16F71E8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2286000" y="341322"/>
              <a:ext cx="2286000" cy="190909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1FF9B05-D7D0-67B8-B018-16B0F93FA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4467245" y="341322"/>
              <a:ext cx="2285999" cy="164280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232BA8A-CD64-FE14-939A-AF3D7114E111}"/>
                </a:ext>
              </a:extLst>
            </p:cNvPr>
            <p:cNvSpPr txBox="1"/>
            <p:nvPr/>
          </p:nvSpPr>
          <p:spPr>
            <a:xfrm>
              <a:off x="14265" y="2029911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(d)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C1084BF-9081-A6B1-A507-3F59F06FB47B}"/>
                </a:ext>
              </a:extLst>
            </p:cNvPr>
            <p:cNvSpPr txBox="1"/>
            <p:nvPr/>
          </p:nvSpPr>
          <p:spPr>
            <a:xfrm>
              <a:off x="2162536" y="2029911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(e)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4224A65-3E7D-1ED6-121A-EC02BAA056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0" y="2353076"/>
              <a:ext cx="2286000" cy="1909096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2876F287-40B0-83C9-D28A-81ED4647F6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2286000" y="2353075"/>
              <a:ext cx="2286000" cy="19090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2C1DA2A-4A95-791C-E743-849F96047C0C}"/>
                </a:ext>
              </a:extLst>
            </p:cNvPr>
            <p:cNvSpPr txBox="1"/>
            <p:nvPr/>
          </p:nvSpPr>
          <p:spPr>
            <a:xfrm>
              <a:off x="4290819" y="2029909"/>
              <a:ext cx="36580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(f)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834E612-02D1-0CE0-B4F0-DAB731D7E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/>
            <a:stretch/>
          </p:blipFill>
          <p:spPr>
            <a:xfrm>
              <a:off x="4467244" y="2353075"/>
              <a:ext cx="2286000" cy="190909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66BD7E-5010-DE32-520F-74AE9B55437A}"/>
                </a:ext>
              </a:extLst>
            </p:cNvPr>
            <p:cNvSpPr txBox="1"/>
            <p:nvPr/>
          </p:nvSpPr>
          <p:spPr>
            <a:xfrm>
              <a:off x="19362" y="4041663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(g)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94C509-0E1B-98E9-D98B-BF107596DE99}"/>
                </a:ext>
              </a:extLst>
            </p:cNvPr>
            <p:cNvSpPr txBox="1"/>
            <p:nvPr/>
          </p:nvSpPr>
          <p:spPr>
            <a:xfrm>
              <a:off x="2167633" y="4041663"/>
              <a:ext cx="42030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(h)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5CFD454-D7A9-015B-8E3B-2A344F750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097" y="4364826"/>
              <a:ext cx="2286000" cy="243758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F3A3A86-40BF-A18F-7C75-AE9F346A8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/>
            <a:stretch/>
          </p:blipFill>
          <p:spPr>
            <a:xfrm>
              <a:off x="2291097" y="4364825"/>
              <a:ext cx="2286000" cy="243758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91E0E8-F924-36C2-3E6A-8B634744FFFB}"/>
                </a:ext>
              </a:extLst>
            </p:cNvPr>
            <p:cNvSpPr txBox="1"/>
            <p:nvPr/>
          </p:nvSpPr>
          <p:spPr>
            <a:xfrm>
              <a:off x="4300725" y="4041661"/>
              <a:ext cx="35618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sz="1500" dirty="0" err="1">
                  <a:latin typeface="Arial" panose="020B0604020202020204" pitchFamily="34" charset="0"/>
                  <a:cs typeface="Arial" panose="020B0604020202020204" pitchFamily="34" charset="0"/>
                </a:rPr>
                <a:t>i</a:t>
              </a:r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F89CF08-149F-2018-B03F-6F0E56A7D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/>
            <a:stretch/>
          </p:blipFill>
          <p:spPr>
            <a:xfrm>
              <a:off x="4478819" y="4364825"/>
              <a:ext cx="2286000" cy="2703872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AEAC46-B618-09AC-A7FE-9DF27BBECC9D}"/>
                </a:ext>
              </a:extLst>
            </p:cNvPr>
            <p:cNvSpPr txBox="1"/>
            <p:nvPr/>
          </p:nvSpPr>
          <p:spPr>
            <a:xfrm>
              <a:off x="60590" y="6581896"/>
              <a:ext cx="35618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Arial" panose="020B0604020202020204" pitchFamily="34" charset="0"/>
                  <a:cs typeface="Arial" panose="020B0604020202020204" pitchFamily="34" charset="0"/>
                </a:rPr>
                <a:t>(j)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831346F6-1340-9FA4-6790-48FB23328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14265" y="6905059"/>
              <a:ext cx="2286000" cy="2703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9951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1089</TotalTime>
  <Words>46</Words>
  <Application>Microsoft Macintosh PowerPoint</Application>
  <PresentationFormat>Letter Paper (8.5x11 in)</PresentationFormat>
  <Paragraphs>16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Yunyeong</dc:creator>
  <cp:lastModifiedBy>Choi, Yunyeong</cp:lastModifiedBy>
  <cp:revision>21</cp:revision>
  <dcterms:created xsi:type="dcterms:W3CDTF">2026-06-24T23:02:47Z</dcterms:created>
  <dcterms:modified xsi:type="dcterms:W3CDTF">2026-07-15T15:26:08Z</dcterms:modified>
</cp:coreProperties>
</file>