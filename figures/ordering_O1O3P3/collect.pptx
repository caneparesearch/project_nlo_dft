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C3D"/>
    <a:srgbClr val="1B85F3"/>
    <a:srgbClr val="F94B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376"/>
    <p:restoredTop sz="94658"/>
  </p:normalViewPr>
  <p:slideViewPr>
    <p:cSldViewPr snapToGrid="0">
      <p:cViewPr>
        <p:scale>
          <a:sx n="160" d="100"/>
          <a:sy n="160" d="100"/>
        </p:scale>
        <p:origin x="1744" y="-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4B71D7-6A45-7547-89FC-46B147B799A5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5FD58C-FF87-1249-AF19-ACED0509C3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5FD58C-FF87-1249-AF19-ACED0509C3F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72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56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4531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618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30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77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248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67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706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3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508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0931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E63B9-3E9C-B84A-B1BD-898993728C39}" type="datetimeFigureOut">
              <a:rPr lang="en-US" smtClean="0"/>
              <a:t>9/18/26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21C687-2881-1A46-BD97-92FEAE390D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00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png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D816AD3C-B6C9-7CAF-4264-B5781E695233}"/>
              </a:ext>
            </a:extLst>
          </p:cNvPr>
          <p:cNvGrpSpPr/>
          <p:nvPr/>
        </p:nvGrpSpPr>
        <p:grpSpPr>
          <a:xfrm>
            <a:off x="4292" y="741959"/>
            <a:ext cx="6893847" cy="4096833"/>
            <a:chOff x="4292" y="741959"/>
            <a:chExt cx="6893847" cy="4096833"/>
          </a:xfrm>
        </p:grpSpPr>
        <p:grpSp>
          <p:nvGrpSpPr>
            <p:cNvPr id="240" name="Group 239">
              <a:extLst>
                <a:ext uri="{FF2B5EF4-FFF2-40B4-BE49-F238E27FC236}">
                  <a16:creationId xmlns:a16="http://schemas.microsoft.com/office/drawing/2014/main" id="{BFD277CC-2EC5-A2C2-23EB-A14FAFE486C6}"/>
                </a:ext>
              </a:extLst>
            </p:cNvPr>
            <p:cNvGrpSpPr/>
            <p:nvPr/>
          </p:nvGrpSpPr>
          <p:grpSpPr>
            <a:xfrm>
              <a:off x="4292" y="747619"/>
              <a:ext cx="6893847" cy="4091173"/>
              <a:chOff x="4292" y="747619"/>
              <a:chExt cx="6893847" cy="4091173"/>
            </a:xfrm>
          </p:grpSpPr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321BFF5D-B7E9-4094-1DFC-817224F0B121}"/>
                  </a:ext>
                </a:extLst>
              </p:cNvPr>
              <p:cNvGrpSpPr/>
              <p:nvPr/>
            </p:nvGrpSpPr>
            <p:grpSpPr>
              <a:xfrm>
                <a:off x="4292" y="747619"/>
                <a:ext cx="6893847" cy="2507645"/>
                <a:chOff x="4292" y="747619"/>
                <a:chExt cx="6893847" cy="2507645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B069ED72-BD41-B7DF-061B-DE528661A53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1902"/>
                <a:stretch>
                  <a:fillRect/>
                </a:stretch>
              </p:blipFill>
              <p:spPr>
                <a:xfrm>
                  <a:off x="107146" y="978408"/>
                  <a:ext cx="2051903" cy="2276856"/>
                </a:xfrm>
                <a:prstGeom prst="rect">
                  <a:avLst/>
                </a:prstGeom>
              </p:spPr>
            </p:pic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5DF8BFFD-376D-E387-A8D3-1BA1FA3725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017157" y="1080654"/>
                  <a:ext cx="2218860" cy="2169068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7A4F7F7A-6FD6-6FA7-CDF1-A6561CFB6B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rcRect/>
                <a:stretch/>
              </p:blipFill>
              <p:spPr>
                <a:xfrm>
                  <a:off x="4341799" y="1086441"/>
                  <a:ext cx="2207522" cy="2157984"/>
                </a:xfrm>
                <a:prstGeom prst="rect">
                  <a:avLst/>
                </a:prstGeom>
              </p:spPr>
            </p:pic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79D71DA7-0FA2-9608-EFD2-F3C3F960DF40}"/>
                    </a:ext>
                  </a:extLst>
                </p:cNvPr>
                <p:cNvSpPr txBox="1"/>
                <p:nvPr/>
              </p:nvSpPr>
              <p:spPr>
                <a:xfrm>
                  <a:off x="4292" y="747832"/>
                  <a:ext cx="4667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(a)</a:t>
                  </a:r>
                </a:p>
              </p:txBody>
            </p:sp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CE12681-D2C6-E271-C6D4-B38A819A1A2A}"/>
                    </a:ext>
                  </a:extLst>
                </p:cNvPr>
                <p:cNvSpPr txBox="1"/>
                <p:nvPr/>
              </p:nvSpPr>
              <p:spPr>
                <a:xfrm>
                  <a:off x="2300625" y="747832"/>
                  <a:ext cx="4667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en-US" altLang="ko-KR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19732BE2-E7DA-E12F-48BC-11B8595E3405}"/>
                    </a:ext>
                  </a:extLst>
                </p:cNvPr>
                <p:cNvSpPr txBox="1"/>
                <p:nvPr/>
              </p:nvSpPr>
              <p:spPr>
                <a:xfrm>
                  <a:off x="4587888" y="747619"/>
                  <a:ext cx="4539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(c)</a:t>
                  </a:r>
                </a:p>
              </p:txBody>
            </p:sp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27EE4C29-AFD5-17BE-D5D7-AA5934A5E39B}"/>
                    </a:ext>
                  </a:extLst>
                </p:cNvPr>
                <p:cNvSpPr txBox="1"/>
                <p:nvPr/>
              </p:nvSpPr>
              <p:spPr>
                <a:xfrm>
                  <a:off x="50806" y="1080654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F2C56642-1C17-270F-93F8-CF270C73ADBC}"/>
                    </a:ext>
                  </a:extLst>
                </p:cNvPr>
                <p:cNvSpPr txBox="1"/>
                <p:nvPr/>
              </p:nvSpPr>
              <p:spPr>
                <a:xfrm>
                  <a:off x="50806" y="1343501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D0AC01-C878-5CBE-336F-79F8B703273D}"/>
                    </a:ext>
                  </a:extLst>
                </p:cNvPr>
                <p:cNvSpPr txBox="1"/>
                <p:nvPr/>
              </p:nvSpPr>
              <p:spPr>
                <a:xfrm>
                  <a:off x="49204" y="1789001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02C766E-D168-B282-F05A-051DF6990E25}"/>
                    </a:ext>
                  </a:extLst>
                </p:cNvPr>
                <p:cNvSpPr txBox="1"/>
                <p:nvPr/>
              </p:nvSpPr>
              <p:spPr>
                <a:xfrm>
                  <a:off x="49204" y="205184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A19E56C-AF4A-019A-B9F6-D40DA9DD8012}"/>
                    </a:ext>
                  </a:extLst>
                </p:cNvPr>
                <p:cNvSpPr txBox="1"/>
                <p:nvPr/>
              </p:nvSpPr>
              <p:spPr>
                <a:xfrm>
                  <a:off x="50005" y="2494433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DDC14A5-F351-ADEB-EE0B-02B4F27F8365}"/>
                    </a:ext>
                  </a:extLst>
                </p:cNvPr>
                <p:cNvSpPr txBox="1"/>
                <p:nvPr/>
              </p:nvSpPr>
              <p:spPr>
                <a:xfrm>
                  <a:off x="50005" y="2757280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2EB89FD-701D-C7E0-EBC5-A1E59BBE53CF}"/>
                    </a:ext>
                  </a:extLst>
                </p:cNvPr>
                <p:cNvSpPr txBox="1"/>
                <p:nvPr/>
              </p:nvSpPr>
              <p:spPr>
                <a:xfrm>
                  <a:off x="2600718" y="1084906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DC0FBC74-AC79-A398-A199-0CDD93F84A20}"/>
                    </a:ext>
                  </a:extLst>
                </p:cNvPr>
                <p:cNvSpPr txBox="1"/>
                <p:nvPr/>
              </p:nvSpPr>
              <p:spPr>
                <a:xfrm>
                  <a:off x="2501486" y="1347753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89699B9-8311-16EC-9352-4AC44C9C238F}"/>
                    </a:ext>
                  </a:extLst>
                </p:cNvPr>
                <p:cNvSpPr txBox="1"/>
                <p:nvPr/>
              </p:nvSpPr>
              <p:spPr>
                <a:xfrm>
                  <a:off x="2365375" y="1789001"/>
                  <a:ext cx="27764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A22F84C-6584-0CC0-1965-CE465350257C}"/>
                    </a:ext>
                  </a:extLst>
                </p:cNvPr>
                <p:cNvSpPr txBox="1"/>
                <p:nvPr/>
              </p:nvSpPr>
              <p:spPr>
                <a:xfrm>
                  <a:off x="2273231" y="2051848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620D552C-D319-512B-E091-7EEF4FAA5560}"/>
                    </a:ext>
                  </a:extLst>
                </p:cNvPr>
                <p:cNvSpPr txBox="1"/>
                <p:nvPr/>
              </p:nvSpPr>
              <p:spPr>
                <a:xfrm>
                  <a:off x="2141049" y="2494433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83E1DBA-FFCD-2371-D44B-B5513F5986F3}"/>
                    </a:ext>
                  </a:extLst>
                </p:cNvPr>
                <p:cNvSpPr txBox="1"/>
                <p:nvPr/>
              </p:nvSpPr>
              <p:spPr>
                <a:xfrm>
                  <a:off x="2034729" y="2757280"/>
                  <a:ext cx="277640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A35CCD1A-B99C-98C6-7C8E-E7C8B1E42AB7}"/>
                    </a:ext>
                  </a:extLst>
                </p:cNvPr>
                <p:cNvSpPr txBox="1"/>
                <p:nvPr/>
              </p:nvSpPr>
              <p:spPr>
                <a:xfrm>
                  <a:off x="4728057" y="1080654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B9B3A57-72BC-9789-5FC6-7F33EC3AA568}"/>
                    </a:ext>
                  </a:extLst>
                </p:cNvPr>
                <p:cNvSpPr txBox="1"/>
                <p:nvPr/>
              </p:nvSpPr>
              <p:spPr>
                <a:xfrm>
                  <a:off x="4628825" y="1343501"/>
                  <a:ext cx="269626" cy="2462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A74E010E-CE4E-F51D-6B41-AB55115A940E}"/>
                    </a:ext>
                  </a:extLst>
                </p:cNvPr>
                <p:cNvSpPr txBox="1"/>
                <p:nvPr/>
              </p:nvSpPr>
              <p:spPr>
                <a:xfrm>
                  <a:off x="4618935" y="1789001"/>
                  <a:ext cx="26000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F459BEC5-3307-691D-C3A5-ADF5A35DD398}"/>
                    </a:ext>
                  </a:extLst>
                </p:cNvPr>
                <p:cNvSpPr txBox="1"/>
                <p:nvPr/>
              </p:nvSpPr>
              <p:spPr>
                <a:xfrm>
                  <a:off x="4526791" y="2051848"/>
                  <a:ext cx="26161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17F9E009-8663-7BBD-1D9B-364DBE6A36B7}"/>
                    </a:ext>
                  </a:extLst>
                </p:cNvPr>
                <p:cNvSpPr txBox="1"/>
                <p:nvPr/>
              </p:nvSpPr>
              <p:spPr>
                <a:xfrm>
                  <a:off x="4516482" y="2488891"/>
                  <a:ext cx="260008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4C2D2AC1-A05B-B050-45A1-A894B8ADD6E8}"/>
                    </a:ext>
                  </a:extLst>
                </p:cNvPr>
                <p:cNvSpPr txBox="1"/>
                <p:nvPr/>
              </p:nvSpPr>
              <p:spPr>
                <a:xfrm>
                  <a:off x="4417250" y="2751738"/>
                  <a:ext cx="261610" cy="2462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A</a:t>
                  </a:r>
                </a:p>
              </p:txBody>
            </p: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EF36F50F-0062-A320-C692-0F2FFD78B5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338882" y="1522894"/>
                  <a:ext cx="85791" cy="322839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>
                  <a:extLst>
                    <a:ext uri="{FF2B5EF4-FFF2-40B4-BE49-F238E27FC236}">
                      <a16:creationId xmlns:a16="http://schemas.microsoft.com/office/drawing/2014/main" id="{A516BA72-2CDF-EB44-1662-7F3FC25EC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678464" y="1522894"/>
                  <a:ext cx="85791" cy="322839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Straight Connector 34">
                  <a:extLst>
                    <a:ext uri="{FF2B5EF4-FFF2-40B4-BE49-F238E27FC236}">
                      <a16:creationId xmlns:a16="http://schemas.microsoft.com/office/drawing/2014/main" id="{66EF28D9-F385-6CDA-1850-E50DAF8A61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584514" y="1527973"/>
                  <a:ext cx="0" cy="322840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>
                  <a:extLst>
                    <a:ext uri="{FF2B5EF4-FFF2-40B4-BE49-F238E27FC236}">
                      <a16:creationId xmlns:a16="http://schemas.microsoft.com/office/drawing/2014/main" id="{203C7D23-616E-970E-9C6B-27CF5FB81C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919332" y="1527973"/>
                  <a:ext cx="0" cy="322840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Connector 37">
                  <a:extLst>
                    <a:ext uri="{FF2B5EF4-FFF2-40B4-BE49-F238E27FC236}">
                      <a16:creationId xmlns:a16="http://schemas.microsoft.com/office/drawing/2014/main" id="{CDAF0F0D-4610-260C-4FF1-01431DD02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89801" y="1522894"/>
                  <a:ext cx="87703" cy="322839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D6F53928-1E47-356E-0590-356063E9A1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313487" y="1522893"/>
                  <a:ext cx="87703" cy="322839"/>
                </a:xfrm>
                <a:prstGeom prst="line">
                  <a:avLst/>
                </a:prstGeom>
                <a:ln w="6350">
                  <a:prstDash val="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56B944F-830D-90EF-1706-B6E0B9C1F723}"/>
                    </a:ext>
                  </a:extLst>
                </p:cNvPr>
                <p:cNvSpPr txBox="1"/>
                <p:nvPr/>
              </p:nvSpPr>
              <p:spPr>
                <a:xfrm>
                  <a:off x="3734176" y="1460879"/>
                  <a:ext cx="9364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Octahedral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Na Site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(no shared face)</a:t>
                  </a:r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5483FBDF-088B-3B5B-EE48-00265B8B391F}"/>
                    </a:ext>
                  </a:extLst>
                </p:cNvPr>
                <p:cNvSpPr txBox="1"/>
                <p:nvPr/>
              </p:nvSpPr>
              <p:spPr>
                <a:xfrm>
                  <a:off x="5903956" y="1471030"/>
                  <a:ext cx="99418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Prismatic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Na Site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(one shared face)</a:t>
                  </a: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8DCAC38-0E1D-0EC9-1B0D-2E2162C15A19}"/>
                    </a:ext>
                  </a:extLst>
                </p:cNvPr>
                <p:cNvSpPr txBox="1"/>
                <p:nvPr/>
              </p:nvSpPr>
              <p:spPr>
                <a:xfrm>
                  <a:off x="1372900" y="1471030"/>
                  <a:ext cx="98135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Octahedral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Na Site</a:t>
                  </a:r>
                </a:p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(two shared face)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1430A053-279E-9B44-05C3-78DDF226E755}"/>
                    </a:ext>
                  </a:extLst>
                </p:cNvPr>
                <p:cNvSpPr txBox="1"/>
                <p:nvPr/>
              </p:nvSpPr>
              <p:spPr>
                <a:xfrm>
                  <a:off x="1384117" y="1242738"/>
                  <a:ext cx="70243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TMO</a:t>
                  </a:r>
                  <a:r>
                    <a:rPr lang="en-US" sz="8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layer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5681F0D5-4560-311E-1D76-D7FF6995A277}"/>
                    </a:ext>
                  </a:extLst>
                </p:cNvPr>
                <p:cNvSpPr txBox="1"/>
                <p:nvPr/>
              </p:nvSpPr>
              <p:spPr>
                <a:xfrm>
                  <a:off x="3870645" y="1253919"/>
                  <a:ext cx="70243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TMO</a:t>
                  </a:r>
                  <a:r>
                    <a:rPr lang="en-US" sz="8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layer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7A077758-5943-0A81-D88E-54384E1FBC22}"/>
                    </a:ext>
                  </a:extLst>
                </p:cNvPr>
                <p:cNvSpPr txBox="1"/>
                <p:nvPr/>
              </p:nvSpPr>
              <p:spPr>
                <a:xfrm>
                  <a:off x="6019937" y="1248905"/>
                  <a:ext cx="702435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TMO</a:t>
                  </a:r>
                  <a:r>
                    <a:rPr lang="en-US" sz="800" baseline="-250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</a:t>
                  </a:r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layer</a:t>
                  </a:r>
                </a:p>
              </p:txBody>
            </p:sp>
            <p:cxnSp>
              <p:nvCxnSpPr>
                <p:cNvPr id="55" name="Straight Arrow Connector 54">
                  <a:extLst>
                    <a:ext uri="{FF2B5EF4-FFF2-40B4-BE49-F238E27FC236}">
                      <a16:creationId xmlns:a16="http://schemas.microsoft.com/office/drawing/2014/main" id="{384246BD-0005-E70C-48BF-EF5BB4B7FA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3183" y="2168234"/>
                  <a:ext cx="0" cy="437043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" name="Straight Arrow Connector 57">
                  <a:extLst>
                    <a:ext uri="{FF2B5EF4-FFF2-40B4-BE49-F238E27FC236}">
                      <a16:creationId xmlns:a16="http://schemas.microsoft.com/office/drawing/2014/main" id="{DED3E77B-5FB1-5352-2150-A63F33D178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683183" y="2605277"/>
                  <a:ext cx="0" cy="312734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0" name="TextBox 59">
                  <a:extLst>
                    <a:ext uri="{FF2B5EF4-FFF2-40B4-BE49-F238E27FC236}">
                      <a16:creationId xmlns:a16="http://schemas.microsoft.com/office/drawing/2014/main" id="{C24A4DB7-2B10-9942-B3F0-C463A5A4FA23}"/>
                    </a:ext>
                  </a:extLst>
                </p:cNvPr>
                <p:cNvSpPr txBox="1"/>
                <p:nvPr/>
              </p:nvSpPr>
              <p:spPr>
                <a:xfrm>
                  <a:off x="3638374" y="2266472"/>
                  <a:ext cx="66877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d(O-Na-O)</a:t>
                  </a:r>
                </a:p>
              </p:txBody>
            </p:sp>
            <p:sp>
              <p:nvSpPr>
                <p:cNvPr id="61" name="TextBox 60">
                  <a:extLst>
                    <a:ext uri="{FF2B5EF4-FFF2-40B4-BE49-F238E27FC236}">
                      <a16:creationId xmlns:a16="http://schemas.microsoft.com/office/drawing/2014/main" id="{17C712B0-F9C6-C063-2DE3-BB9417C6E58D}"/>
                    </a:ext>
                  </a:extLst>
                </p:cNvPr>
                <p:cNvSpPr txBox="1"/>
                <p:nvPr/>
              </p:nvSpPr>
              <p:spPr>
                <a:xfrm>
                  <a:off x="3638565" y="2640838"/>
                  <a:ext cx="68480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d(O-TM-O)</a:t>
                  </a:r>
                </a:p>
              </p:txBody>
            </p:sp>
            <p:cxnSp>
              <p:nvCxnSpPr>
                <p:cNvPr id="62" name="Straight Arrow Connector 61">
                  <a:extLst>
                    <a:ext uri="{FF2B5EF4-FFF2-40B4-BE49-F238E27FC236}">
                      <a16:creationId xmlns:a16="http://schemas.microsoft.com/office/drawing/2014/main" id="{E790F30B-25C5-E297-82E9-7A8762ACDE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778" y="2161510"/>
                  <a:ext cx="0" cy="437043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Arrow Connector 62">
                  <a:extLst>
                    <a:ext uri="{FF2B5EF4-FFF2-40B4-BE49-F238E27FC236}">
                      <a16:creationId xmlns:a16="http://schemas.microsoft.com/office/drawing/2014/main" id="{E5E7FBA6-DD9D-A8D7-D1F0-BC14514125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5943778" y="2598553"/>
                  <a:ext cx="0" cy="312734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D25D67C-0CEA-1751-D769-F5843A12F435}"/>
                    </a:ext>
                  </a:extLst>
                </p:cNvPr>
                <p:cNvSpPr txBox="1"/>
                <p:nvPr/>
              </p:nvSpPr>
              <p:spPr>
                <a:xfrm>
                  <a:off x="5898969" y="2259748"/>
                  <a:ext cx="66877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d(O-Na-O)</a:t>
                  </a:r>
                </a:p>
              </p:txBody>
            </p: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3B8F3C18-759F-BC24-04FB-6F08FBA8515A}"/>
                    </a:ext>
                  </a:extLst>
                </p:cNvPr>
                <p:cNvSpPr txBox="1"/>
                <p:nvPr/>
              </p:nvSpPr>
              <p:spPr>
                <a:xfrm>
                  <a:off x="5899160" y="2634114"/>
                  <a:ext cx="68480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d(O-TM-O)</a:t>
                  </a:r>
                </a:p>
              </p:txBody>
            </p: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4F5FD1D5-6884-2FCF-4753-2F0F8FFD6C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5516" y="2168234"/>
                  <a:ext cx="0" cy="437043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Arrow Connector 66">
                  <a:extLst>
                    <a:ext uri="{FF2B5EF4-FFF2-40B4-BE49-F238E27FC236}">
                      <a16:creationId xmlns:a16="http://schemas.microsoft.com/office/drawing/2014/main" id="{930B99AD-A5DE-EC3C-C63B-B207A6CF01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25516" y="2605277"/>
                  <a:ext cx="0" cy="312734"/>
                </a:xfrm>
                <a:prstGeom prst="straightConnector1">
                  <a:avLst/>
                </a:prstGeom>
                <a:ln w="6350" cap="flat">
                  <a:solidFill>
                    <a:schemeClr val="tx1"/>
                  </a:solidFill>
                  <a:headEnd type="stealth" w="med" len="med"/>
                  <a:tailEnd type="stealth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8" name="TextBox 67">
                  <a:extLst>
                    <a:ext uri="{FF2B5EF4-FFF2-40B4-BE49-F238E27FC236}">
                      <a16:creationId xmlns:a16="http://schemas.microsoft.com/office/drawing/2014/main" id="{032D2473-C16D-DDED-1807-6395E6D2918B}"/>
                    </a:ext>
                  </a:extLst>
                </p:cNvPr>
                <p:cNvSpPr txBox="1"/>
                <p:nvPr/>
              </p:nvSpPr>
              <p:spPr>
                <a:xfrm>
                  <a:off x="1480707" y="2266472"/>
                  <a:ext cx="66877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d(O-Na-O)</a:t>
                  </a:r>
                </a:p>
              </p:txBody>
            </p:sp>
            <p:sp>
              <p:nvSpPr>
                <p:cNvPr id="69" name="TextBox 68">
                  <a:extLst>
                    <a:ext uri="{FF2B5EF4-FFF2-40B4-BE49-F238E27FC236}">
                      <a16:creationId xmlns:a16="http://schemas.microsoft.com/office/drawing/2014/main" id="{5A16E3DD-118D-33BA-06B8-F191B39E81DA}"/>
                    </a:ext>
                  </a:extLst>
                </p:cNvPr>
                <p:cNvSpPr txBox="1"/>
                <p:nvPr/>
              </p:nvSpPr>
              <p:spPr>
                <a:xfrm>
                  <a:off x="1480898" y="2640838"/>
                  <a:ext cx="684803" cy="21544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80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d(O-TM-O)</a:t>
                  </a:r>
                </a:p>
              </p:txBody>
            </p:sp>
          </p:grpSp>
          <p:pic>
            <p:nvPicPr>
              <p:cNvPr id="220" name="Picture 219">
                <a:extLst>
                  <a:ext uri="{FF2B5EF4-FFF2-40B4-BE49-F238E27FC236}">
                    <a16:creationId xmlns:a16="http://schemas.microsoft.com/office/drawing/2014/main" id="{F74DD577-D34D-A6C5-E6E9-D3E194A632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4615" y="3558632"/>
                <a:ext cx="1345697" cy="1280160"/>
              </a:xfrm>
              <a:prstGeom prst="rect">
                <a:avLst/>
              </a:prstGeom>
            </p:spPr>
          </p:pic>
          <p:pic>
            <p:nvPicPr>
              <p:cNvPr id="222" name="Picture 221">
                <a:extLst>
                  <a:ext uri="{FF2B5EF4-FFF2-40B4-BE49-F238E27FC236}">
                    <a16:creationId xmlns:a16="http://schemas.microsoft.com/office/drawing/2014/main" id="{99443037-47A5-3BCC-F9DB-B065A81BAE4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92157" y="3558632"/>
                <a:ext cx="1345697" cy="1280160"/>
              </a:xfrm>
              <a:prstGeom prst="rect">
                <a:avLst/>
              </a:prstGeom>
            </p:spPr>
          </p:pic>
          <p:pic>
            <p:nvPicPr>
              <p:cNvPr id="224" name="Picture 223">
                <a:extLst>
                  <a:ext uri="{FF2B5EF4-FFF2-40B4-BE49-F238E27FC236}">
                    <a16:creationId xmlns:a16="http://schemas.microsoft.com/office/drawing/2014/main" id="{AE34FDEA-B0E1-E534-50A5-142C75FBF39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605806" y="3558632"/>
                <a:ext cx="1506931" cy="1280160"/>
              </a:xfrm>
              <a:prstGeom prst="rect">
                <a:avLst/>
              </a:prstGeom>
            </p:spPr>
          </p:pic>
          <p:cxnSp>
            <p:nvCxnSpPr>
              <p:cNvPr id="226" name="Straight Arrow Connector 225">
                <a:extLst>
                  <a:ext uri="{FF2B5EF4-FFF2-40B4-BE49-F238E27FC236}">
                    <a16:creationId xmlns:a16="http://schemas.microsoft.com/office/drawing/2014/main" id="{0E623863-C331-106E-AFCC-F9B2040D96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3654" y="3236930"/>
                <a:ext cx="0" cy="167642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ash"/>
                <a:tailEnd type="stealt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6178323D-AA83-CB77-D70D-5BF4E748EC3E}"/>
                  </a:ext>
                </a:extLst>
              </p:cNvPr>
              <p:cNvSpPr txBox="1"/>
              <p:nvPr/>
            </p:nvSpPr>
            <p:spPr>
              <a:xfrm>
                <a:off x="253110" y="3363615"/>
                <a:ext cx="11512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Triangular Na network</a:t>
                </a:r>
              </a:p>
            </p:txBody>
          </p:sp>
          <p:cxnSp>
            <p:nvCxnSpPr>
              <p:cNvPr id="236" name="Straight Arrow Connector 235">
                <a:extLst>
                  <a:ext uri="{FF2B5EF4-FFF2-40B4-BE49-F238E27FC236}">
                    <a16:creationId xmlns:a16="http://schemas.microsoft.com/office/drawing/2014/main" id="{DE73442B-F637-31F1-9D54-63A09ABD8B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66557" y="3239430"/>
                <a:ext cx="0" cy="167642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ash"/>
                <a:tailEnd type="stealt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7" name="TextBox 236">
                <a:extLst>
                  <a:ext uri="{FF2B5EF4-FFF2-40B4-BE49-F238E27FC236}">
                    <a16:creationId xmlns:a16="http://schemas.microsoft.com/office/drawing/2014/main" id="{67A51E46-4D3F-61F5-9DFA-7D2B191E11BA}"/>
                  </a:ext>
                </a:extLst>
              </p:cNvPr>
              <p:cNvSpPr txBox="1"/>
              <p:nvPr/>
            </p:nvSpPr>
            <p:spPr>
              <a:xfrm>
                <a:off x="2296013" y="3366115"/>
                <a:ext cx="115127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Triangular Na network</a:t>
                </a:r>
              </a:p>
            </p:txBody>
          </p:sp>
          <p:cxnSp>
            <p:nvCxnSpPr>
              <p:cNvPr id="238" name="Straight Arrow Connector 237">
                <a:extLst>
                  <a:ext uri="{FF2B5EF4-FFF2-40B4-BE49-F238E27FC236}">
                    <a16:creationId xmlns:a16="http://schemas.microsoft.com/office/drawing/2014/main" id="{53CD9E4C-92B5-52D1-3064-8DA2FD2AA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288231" y="3234435"/>
                <a:ext cx="0" cy="167642"/>
              </a:xfrm>
              <a:prstGeom prst="straightConnector1">
                <a:avLst/>
              </a:prstGeom>
              <a:ln w="12700">
                <a:solidFill>
                  <a:schemeClr val="bg1">
                    <a:lumMod val="50000"/>
                  </a:schemeClr>
                </a:solidFill>
                <a:prstDash val="sysDash"/>
                <a:tailEnd type="stealth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39" name="TextBox 238">
                <a:extLst>
                  <a:ext uri="{FF2B5EF4-FFF2-40B4-BE49-F238E27FC236}">
                    <a16:creationId xmlns:a16="http://schemas.microsoft.com/office/drawing/2014/main" id="{97D380E8-9CA4-7545-DA70-FF90AE970EF2}"/>
                  </a:ext>
                </a:extLst>
              </p:cNvPr>
              <p:cNvSpPr txBox="1"/>
              <p:nvPr/>
            </p:nvSpPr>
            <p:spPr>
              <a:xfrm>
                <a:off x="4667320" y="3361120"/>
                <a:ext cx="125226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Honeycomb Na network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5D52772-6978-7B47-E636-9CAA82EFF200}"/>
                </a:ext>
              </a:extLst>
            </p:cNvPr>
            <p:cNvSpPr txBox="1"/>
            <p:nvPr/>
          </p:nvSpPr>
          <p:spPr>
            <a:xfrm>
              <a:off x="600317" y="747619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O1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2A5C02-F28A-1203-8565-43FA00AA092C}"/>
                </a:ext>
              </a:extLst>
            </p:cNvPr>
            <p:cNvSpPr txBox="1"/>
            <p:nvPr/>
          </p:nvSpPr>
          <p:spPr>
            <a:xfrm>
              <a:off x="2919233" y="744238"/>
              <a:ext cx="492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O3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0F56EA-AC15-8610-0505-B9794BBA300F}"/>
                </a:ext>
              </a:extLst>
            </p:cNvPr>
            <p:cNvSpPr txBox="1"/>
            <p:nvPr/>
          </p:nvSpPr>
          <p:spPr>
            <a:xfrm>
              <a:off x="5238149" y="741959"/>
              <a:ext cx="4667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P3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79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F4DB347-0A6E-5AF0-9D05-56BD331014F4}"/>
              </a:ext>
            </a:extLst>
          </p:cNvPr>
          <p:cNvGrpSpPr/>
          <p:nvPr/>
        </p:nvGrpSpPr>
        <p:grpSpPr>
          <a:xfrm>
            <a:off x="1481328" y="876700"/>
            <a:ext cx="3895344" cy="3695300"/>
            <a:chOff x="1332259" y="1581350"/>
            <a:chExt cx="3895344" cy="36953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5E25A38B-73E2-6051-BE1F-47F554DE78CE}"/>
                </a:ext>
              </a:extLst>
            </p:cNvPr>
            <p:cNvGrpSpPr/>
            <p:nvPr/>
          </p:nvGrpSpPr>
          <p:grpSpPr>
            <a:xfrm>
              <a:off x="1332259" y="1581350"/>
              <a:ext cx="3895344" cy="3695300"/>
              <a:chOff x="960120" y="2248299"/>
              <a:chExt cx="3895344" cy="3695300"/>
            </a:xfrm>
            <a:solidFill>
              <a:srgbClr val="E6B921"/>
            </a:solidFill>
          </p:grpSpPr>
          <p:cxnSp>
            <p:nvCxnSpPr>
              <p:cNvPr id="7" name="Connector 2">
                <a:extLst>
                  <a:ext uri="{FF2B5EF4-FFF2-40B4-BE49-F238E27FC236}">
                    <a16:creationId xmlns:a16="http://schemas.microsoft.com/office/drawing/2014/main" id="{EF99752F-5AC1-232B-7BB3-DAC07786E4C3}"/>
                  </a:ext>
                </a:extLst>
              </p:cNvPr>
              <p:cNvCxnSpPr/>
              <p:nvPr/>
            </p:nvCxnSpPr>
            <p:spPr>
              <a:xfrm>
                <a:off x="1097280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3">
                <a:extLst>
                  <a:ext uri="{FF2B5EF4-FFF2-40B4-BE49-F238E27FC236}">
                    <a16:creationId xmlns:a16="http://schemas.microsoft.com/office/drawing/2014/main" id="{C7BA9A35-6795-1C95-3AF7-5FCE9F8452A1}"/>
                  </a:ext>
                </a:extLst>
              </p:cNvPr>
              <p:cNvCxnSpPr/>
              <p:nvPr/>
            </p:nvCxnSpPr>
            <p:spPr>
              <a:xfrm flipV="1">
                <a:off x="109728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4">
                <a:extLst>
                  <a:ext uri="{FF2B5EF4-FFF2-40B4-BE49-F238E27FC236}">
                    <a16:creationId xmlns:a16="http://schemas.microsoft.com/office/drawing/2014/main" id="{9BC5E145-A8D6-B0B9-AFB7-C90C6D5E301E}"/>
                  </a:ext>
                </a:extLst>
              </p:cNvPr>
              <p:cNvCxnSpPr/>
              <p:nvPr/>
            </p:nvCxnSpPr>
            <p:spPr>
              <a:xfrm>
                <a:off x="1755648" y="5806440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5">
                <a:extLst>
                  <a:ext uri="{FF2B5EF4-FFF2-40B4-BE49-F238E27FC236}">
                    <a16:creationId xmlns:a16="http://schemas.microsoft.com/office/drawing/2014/main" id="{F2D614A6-1DAD-C22A-8A41-FAB44A249171}"/>
                  </a:ext>
                </a:extLst>
              </p:cNvPr>
              <p:cNvCxnSpPr/>
              <p:nvPr/>
            </p:nvCxnSpPr>
            <p:spPr>
              <a:xfrm flipH="1" flipV="1">
                <a:off x="142646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6">
                <a:extLst>
                  <a:ext uri="{FF2B5EF4-FFF2-40B4-BE49-F238E27FC236}">
                    <a16:creationId xmlns:a16="http://schemas.microsoft.com/office/drawing/2014/main" id="{7A2CF126-69F4-F867-0137-D953BA894355}"/>
                  </a:ext>
                </a:extLst>
              </p:cNvPr>
              <p:cNvCxnSpPr/>
              <p:nvPr/>
            </p:nvCxnSpPr>
            <p:spPr>
              <a:xfrm flipV="1">
                <a:off x="175564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7">
                <a:extLst>
                  <a:ext uri="{FF2B5EF4-FFF2-40B4-BE49-F238E27FC236}">
                    <a16:creationId xmlns:a16="http://schemas.microsoft.com/office/drawing/2014/main" id="{643C42D7-1294-0959-8DF3-40E9B95CB92A}"/>
                  </a:ext>
                </a:extLst>
              </p:cNvPr>
              <p:cNvCxnSpPr/>
              <p:nvPr/>
            </p:nvCxnSpPr>
            <p:spPr>
              <a:xfrm>
                <a:off x="2414015" y="5806440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8">
                <a:extLst>
                  <a:ext uri="{FF2B5EF4-FFF2-40B4-BE49-F238E27FC236}">
                    <a16:creationId xmlns:a16="http://schemas.microsoft.com/office/drawing/2014/main" id="{E6F845C4-4C7D-7E4D-FEDA-8CBEA0B2894F}"/>
                  </a:ext>
                </a:extLst>
              </p:cNvPr>
              <p:cNvCxnSpPr/>
              <p:nvPr/>
            </p:nvCxnSpPr>
            <p:spPr>
              <a:xfrm flipH="1" flipV="1">
                <a:off x="208483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9">
                <a:extLst>
                  <a:ext uri="{FF2B5EF4-FFF2-40B4-BE49-F238E27FC236}">
                    <a16:creationId xmlns:a16="http://schemas.microsoft.com/office/drawing/2014/main" id="{FD8CB2B4-B17F-8C34-432F-7E1E86C2292F}"/>
                  </a:ext>
                </a:extLst>
              </p:cNvPr>
              <p:cNvCxnSpPr/>
              <p:nvPr/>
            </p:nvCxnSpPr>
            <p:spPr>
              <a:xfrm flipV="1">
                <a:off x="241401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0">
                <a:extLst>
                  <a:ext uri="{FF2B5EF4-FFF2-40B4-BE49-F238E27FC236}">
                    <a16:creationId xmlns:a16="http://schemas.microsoft.com/office/drawing/2014/main" id="{9D312C53-6CE0-271A-10AA-72D581754C89}"/>
                  </a:ext>
                </a:extLst>
              </p:cNvPr>
              <p:cNvCxnSpPr/>
              <p:nvPr/>
            </p:nvCxnSpPr>
            <p:spPr>
              <a:xfrm>
                <a:off x="3072384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1">
                <a:extLst>
                  <a:ext uri="{FF2B5EF4-FFF2-40B4-BE49-F238E27FC236}">
                    <a16:creationId xmlns:a16="http://schemas.microsoft.com/office/drawing/2014/main" id="{F907B8D3-4145-B194-DDC8-E84EAD84634E}"/>
                  </a:ext>
                </a:extLst>
              </p:cNvPr>
              <p:cNvCxnSpPr/>
              <p:nvPr/>
            </p:nvCxnSpPr>
            <p:spPr>
              <a:xfrm flipH="1" flipV="1">
                <a:off x="274320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2">
                <a:extLst>
                  <a:ext uri="{FF2B5EF4-FFF2-40B4-BE49-F238E27FC236}">
                    <a16:creationId xmlns:a16="http://schemas.microsoft.com/office/drawing/2014/main" id="{FE767BCA-39DB-25C8-D21D-315E918BE118}"/>
                  </a:ext>
                </a:extLst>
              </p:cNvPr>
              <p:cNvCxnSpPr/>
              <p:nvPr/>
            </p:nvCxnSpPr>
            <p:spPr>
              <a:xfrm flipV="1">
                <a:off x="3072384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3">
                <a:extLst>
                  <a:ext uri="{FF2B5EF4-FFF2-40B4-BE49-F238E27FC236}">
                    <a16:creationId xmlns:a16="http://schemas.microsoft.com/office/drawing/2014/main" id="{61BA1D75-2661-51CC-BFDB-E8C1E48318DA}"/>
                  </a:ext>
                </a:extLst>
              </p:cNvPr>
              <p:cNvCxnSpPr/>
              <p:nvPr/>
            </p:nvCxnSpPr>
            <p:spPr>
              <a:xfrm>
                <a:off x="3730752" y="5806440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4">
                <a:extLst>
                  <a:ext uri="{FF2B5EF4-FFF2-40B4-BE49-F238E27FC236}">
                    <a16:creationId xmlns:a16="http://schemas.microsoft.com/office/drawing/2014/main" id="{D3266B89-4F32-2999-C04E-1992CAFC7172}"/>
                  </a:ext>
                </a:extLst>
              </p:cNvPr>
              <p:cNvCxnSpPr/>
              <p:nvPr/>
            </p:nvCxnSpPr>
            <p:spPr>
              <a:xfrm flipH="1" flipV="1">
                <a:off x="3401568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5">
                <a:extLst>
                  <a:ext uri="{FF2B5EF4-FFF2-40B4-BE49-F238E27FC236}">
                    <a16:creationId xmlns:a16="http://schemas.microsoft.com/office/drawing/2014/main" id="{672197C7-AE1E-9F3F-51FE-24FDF354F015}"/>
                  </a:ext>
                </a:extLst>
              </p:cNvPr>
              <p:cNvCxnSpPr/>
              <p:nvPr/>
            </p:nvCxnSpPr>
            <p:spPr>
              <a:xfrm flipV="1">
                <a:off x="3730752" y="5236276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16">
                <a:extLst>
                  <a:ext uri="{FF2B5EF4-FFF2-40B4-BE49-F238E27FC236}">
                    <a16:creationId xmlns:a16="http://schemas.microsoft.com/office/drawing/2014/main" id="{52D8D3C6-7EEE-1F8D-8714-8454D945B119}"/>
                  </a:ext>
                </a:extLst>
              </p:cNvPr>
              <p:cNvCxnSpPr/>
              <p:nvPr/>
            </p:nvCxnSpPr>
            <p:spPr>
              <a:xfrm flipH="1" flipV="1">
                <a:off x="4059935" y="5236276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17">
                <a:extLst>
                  <a:ext uri="{FF2B5EF4-FFF2-40B4-BE49-F238E27FC236}">
                    <a16:creationId xmlns:a16="http://schemas.microsoft.com/office/drawing/2014/main" id="{42999441-B6E9-968D-67B9-7BF19D365097}"/>
                  </a:ext>
                </a:extLst>
              </p:cNvPr>
              <p:cNvCxnSpPr/>
              <p:nvPr/>
            </p:nvCxnSpPr>
            <p:spPr>
              <a:xfrm flipV="1">
                <a:off x="4389120" y="5236276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18">
                <a:extLst>
                  <a:ext uri="{FF2B5EF4-FFF2-40B4-BE49-F238E27FC236}">
                    <a16:creationId xmlns:a16="http://schemas.microsoft.com/office/drawing/2014/main" id="{5970BFAE-D6FA-EAB1-F516-B116FB55AC5D}"/>
                  </a:ext>
                </a:extLst>
              </p:cNvPr>
              <p:cNvCxnSpPr/>
              <p:nvPr/>
            </p:nvCxnSpPr>
            <p:spPr>
              <a:xfrm>
                <a:off x="1426464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19">
                <a:extLst>
                  <a:ext uri="{FF2B5EF4-FFF2-40B4-BE49-F238E27FC236}">
                    <a16:creationId xmlns:a16="http://schemas.microsoft.com/office/drawing/2014/main" id="{75107C8C-9F0E-4147-158F-42E8E2A89D3F}"/>
                  </a:ext>
                </a:extLst>
              </p:cNvPr>
              <p:cNvCxnSpPr/>
              <p:nvPr/>
            </p:nvCxnSpPr>
            <p:spPr>
              <a:xfrm flipH="1" flipV="1">
                <a:off x="109728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0">
                <a:extLst>
                  <a:ext uri="{FF2B5EF4-FFF2-40B4-BE49-F238E27FC236}">
                    <a16:creationId xmlns:a16="http://schemas.microsoft.com/office/drawing/2014/main" id="{564B677B-8F4F-8242-CA17-8EAAFB5E7A9E}"/>
                  </a:ext>
                </a:extLst>
              </p:cNvPr>
              <p:cNvCxnSpPr/>
              <p:nvPr/>
            </p:nvCxnSpPr>
            <p:spPr>
              <a:xfrm flipV="1">
                <a:off x="142646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1">
                <a:extLst>
                  <a:ext uri="{FF2B5EF4-FFF2-40B4-BE49-F238E27FC236}">
                    <a16:creationId xmlns:a16="http://schemas.microsoft.com/office/drawing/2014/main" id="{1EF507AA-F7AD-7B2D-4E4A-FB37789410D6}"/>
                  </a:ext>
                </a:extLst>
              </p:cNvPr>
              <p:cNvCxnSpPr/>
              <p:nvPr/>
            </p:nvCxnSpPr>
            <p:spPr>
              <a:xfrm>
                <a:off x="2084832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2">
                <a:extLst>
                  <a:ext uri="{FF2B5EF4-FFF2-40B4-BE49-F238E27FC236}">
                    <a16:creationId xmlns:a16="http://schemas.microsoft.com/office/drawing/2014/main" id="{0955B26E-6FDA-58DA-EFE6-19AF907961FA}"/>
                  </a:ext>
                </a:extLst>
              </p:cNvPr>
              <p:cNvCxnSpPr/>
              <p:nvPr/>
            </p:nvCxnSpPr>
            <p:spPr>
              <a:xfrm flipH="1" flipV="1">
                <a:off x="175564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3">
                <a:extLst>
                  <a:ext uri="{FF2B5EF4-FFF2-40B4-BE49-F238E27FC236}">
                    <a16:creationId xmlns:a16="http://schemas.microsoft.com/office/drawing/2014/main" id="{357390FB-7C5D-01C7-BF77-37CAB746B81D}"/>
                  </a:ext>
                </a:extLst>
              </p:cNvPr>
              <p:cNvCxnSpPr/>
              <p:nvPr/>
            </p:nvCxnSpPr>
            <p:spPr>
              <a:xfrm flipV="1">
                <a:off x="208483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4">
                <a:extLst>
                  <a:ext uri="{FF2B5EF4-FFF2-40B4-BE49-F238E27FC236}">
                    <a16:creationId xmlns:a16="http://schemas.microsoft.com/office/drawing/2014/main" id="{65598F20-13E3-1C28-347A-08CB3A346193}"/>
                  </a:ext>
                </a:extLst>
              </p:cNvPr>
              <p:cNvCxnSpPr/>
              <p:nvPr/>
            </p:nvCxnSpPr>
            <p:spPr>
              <a:xfrm>
                <a:off x="2743200" y="523627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5">
                <a:extLst>
                  <a:ext uri="{FF2B5EF4-FFF2-40B4-BE49-F238E27FC236}">
                    <a16:creationId xmlns:a16="http://schemas.microsoft.com/office/drawing/2014/main" id="{03678880-37E6-2506-C427-A2D09B78CDB1}"/>
                  </a:ext>
                </a:extLst>
              </p:cNvPr>
              <p:cNvCxnSpPr/>
              <p:nvPr/>
            </p:nvCxnSpPr>
            <p:spPr>
              <a:xfrm flipH="1" flipV="1">
                <a:off x="241401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26">
                <a:extLst>
                  <a:ext uri="{FF2B5EF4-FFF2-40B4-BE49-F238E27FC236}">
                    <a16:creationId xmlns:a16="http://schemas.microsoft.com/office/drawing/2014/main" id="{3F9977B9-D0CA-B279-0B23-786A45EC66A8}"/>
                  </a:ext>
                </a:extLst>
              </p:cNvPr>
              <p:cNvCxnSpPr/>
              <p:nvPr/>
            </p:nvCxnSpPr>
            <p:spPr>
              <a:xfrm flipV="1">
                <a:off x="274320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27">
                <a:extLst>
                  <a:ext uri="{FF2B5EF4-FFF2-40B4-BE49-F238E27FC236}">
                    <a16:creationId xmlns:a16="http://schemas.microsoft.com/office/drawing/2014/main" id="{E3CF8D74-06C9-4675-8022-45E715D7CA8A}"/>
                  </a:ext>
                </a:extLst>
              </p:cNvPr>
              <p:cNvCxnSpPr/>
              <p:nvPr/>
            </p:nvCxnSpPr>
            <p:spPr>
              <a:xfrm>
                <a:off x="3401568" y="523627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28">
                <a:extLst>
                  <a:ext uri="{FF2B5EF4-FFF2-40B4-BE49-F238E27FC236}">
                    <a16:creationId xmlns:a16="http://schemas.microsoft.com/office/drawing/2014/main" id="{F848914A-BAC1-F3B3-7580-3A29C9D477AE}"/>
                  </a:ext>
                </a:extLst>
              </p:cNvPr>
              <p:cNvCxnSpPr/>
              <p:nvPr/>
            </p:nvCxnSpPr>
            <p:spPr>
              <a:xfrm flipH="1" flipV="1">
                <a:off x="3072384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29">
                <a:extLst>
                  <a:ext uri="{FF2B5EF4-FFF2-40B4-BE49-F238E27FC236}">
                    <a16:creationId xmlns:a16="http://schemas.microsoft.com/office/drawing/2014/main" id="{771B2FB8-1344-03F1-BB80-9849B3BBCBE0}"/>
                  </a:ext>
                </a:extLst>
              </p:cNvPr>
              <p:cNvCxnSpPr/>
              <p:nvPr/>
            </p:nvCxnSpPr>
            <p:spPr>
              <a:xfrm flipV="1">
                <a:off x="3401568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0">
                <a:extLst>
                  <a:ext uri="{FF2B5EF4-FFF2-40B4-BE49-F238E27FC236}">
                    <a16:creationId xmlns:a16="http://schemas.microsoft.com/office/drawing/2014/main" id="{8714F3A6-1705-E71B-FD55-BFD3345D8513}"/>
                  </a:ext>
                </a:extLst>
              </p:cNvPr>
              <p:cNvCxnSpPr/>
              <p:nvPr/>
            </p:nvCxnSpPr>
            <p:spPr>
              <a:xfrm>
                <a:off x="4059935" y="523627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1">
                <a:extLst>
                  <a:ext uri="{FF2B5EF4-FFF2-40B4-BE49-F238E27FC236}">
                    <a16:creationId xmlns:a16="http://schemas.microsoft.com/office/drawing/2014/main" id="{4A1ED592-A1B3-758A-25F7-7922B1532FAF}"/>
                  </a:ext>
                </a:extLst>
              </p:cNvPr>
              <p:cNvCxnSpPr/>
              <p:nvPr/>
            </p:nvCxnSpPr>
            <p:spPr>
              <a:xfrm flipH="1" flipV="1">
                <a:off x="3730752" y="4666113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2">
                <a:extLst>
                  <a:ext uri="{FF2B5EF4-FFF2-40B4-BE49-F238E27FC236}">
                    <a16:creationId xmlns:a16="http://schemas.microsoft.com/office/drawing/2014/main" id="{FE6E2983-C77A-E0C5-8E58-B2F8607F00F2}"/>
                  </a:ext>
                </a:extLst>
              </p:cNvPr>
              <p:cNvCxnSpPr/>
              <p:nvPr/>
            </p:nvCxnSpPr>
            <p:spPr>
              <a:xfrm flipV="1">
                <a:off x="4059935" y="4666113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3">
                <a:extLst>
                  <a:ext uri="{FF2B5EF4-FFF2-40B4-BE49-F238E27FC236}">
                    <a16:creationId xmlns:a16="http://schemas.microsoft.com/office/drawing/2014/main" id="{F9AB1990-62A5-88FA-4742-369F260E2416}"/>
                  </a:ext>
                </a:extLst>
              </p:cNvPr>
              <p:cNvCxnSpPr/>
              <p:nvPr/>
            </p:nvCxnSpPr>
            <p:spPr>
              <a:xfrm flipH="1" flipV="1">
                <a:off x="4389120" y="4666113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4">
                <a:extLst>
                  <a:ext uri="{FF2B5EF4-FFF2-40B4-BE49-F238E27FC236}">
                    <a16:creationId xmlns:a16="http://schemas.microsoft.com/office/drawing/2014/main" id="{C0C00D83-E5C4-EFD3-A15A-C926CB2C8B2D}"/>
                  </a:ext>
                </a:extLst>
              </p:cNvPr>
              <p:cNvCxnSpPr/>
              <p:nvPr/>
            </p:nvCxnSpPr>
            <p:spPr>
              <a:xfrm>
                <a:off x="1097280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5">
                <a:extLst>
                  <a:ext uri="{FF2B5EF4-FFF2-40B4-BE49-F238E27FC236}">
                    <a16:creationId xmlns:a16="http://schemas.microsoft.com/office/drawing/2014/main" id="{7A2533FA-1A94-9ACE-6F4F-E50E6DBB5E27}"/>
                  </a:ext>
                </a:extLst>
              </p:cNvPr>
              <p:cNvCxnSpPr/>
              <p:nvPr/>
            </p:nvCxnSpPr>
            <p:spPr>
              <a:xfrm flipV="1">
                <a:off x="109728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36">
                <a:extLst>
                  <a:ext uri="{FF2B5EF4-FFF2-40B4-BE49-F238E27FC236}">
                    <a16:creationId xmlns:a16="http://schemas.microsoft.com/office/drawing/2014/main" id="{894CDA02-559D-1BE4-59D3-A90BB1EDB402}"/>
                  </a:ext>
                </a:extLst>
              </p:cNvPr>
              <p:cNvCxnSpPr/>
              <p:nvPr/>
            </p:nvCxnSpPr>
            <p:spPr>
              <a:xfrm>
                <a:off x="1755648" y="4666113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37">
                <a:extLst>
                  <a:ext uri="{FF2B5EF4-FFF2-40B4-BE49-F238E27FC236}">
                    <a16:creationId xmlns:a16="http://schemas.microsoft.com/office/drawing/2014/main" id="{5060CEDC-48A6-F98F-01EF-03715020CFCC}"/>
                  </a:ext>
                </a:extLst>
              </p:cNvPr>
              <p:cNvCxnSpPr/>
              <p:nvPr/>
            </p:nvCxnSpPr>
            <p:spPr>
              <a:xfrm flipH="1" flipV="1">
                <a:off x="142646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38">
                <a:extLst>
                  <a:ext uri="{FF2B5EF4-FFF2-40B4-BE49-F238E27FC236}">
                    <a16:creationId xmlns:a16="http://schemas.microsoft.com/office/drawing/2014/main" id="{5C498DBC-B7AF-76A6-88AD-F26193DA31F2}"/>
                  </a:ext>
                </a:extLst>
              </p:cNvPr>
              <p:cNvCxnSpPr/>
              <p:nvPr/>
            </p:nvCxnSpPr>
            <p:spPr>
              <a:xfrm flipV="1">
                <a:off x="175564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39">
                <a:extLst>
                  <a:ext uri="{FF2B5EF4-FFF2-40B4-BE49-F238E27FC236}">
                    <a16:creationId xmlns:a16="http://schemas.microsoft.com/office/drawing/2014/main" id="{28550812-37C8-9BB5-7C81-CA5305710634}"/>
                  </a:ext>
                </a:extLst>
              </p:cNvPr>
              <p:cNvCxnSpPr/>
              <p:nvPr/>
            </p:nvCxnSpPr>
            <p:spPr>
              <a:xfrm>
                <a:off x="2414015" y="4666113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0">
                <a:extLst>
                  <a:ext uri="{FF2B5EF4-FFF2-40B4-BE49-F238E27FC236}">
                    <a16:creationId xmlns:a16="http://schemas.microsoft.com/office/drawing/2014/main" id="{0E5677EE-6E7F-A540-678D-765DFC7B13E7}"/>
                  </a:ext>
                </a:extLst>
              </p:cNvPr>
              <p:cNvCxnSpPr/>
              <p:nvPr/>
            </p:nvCxnSpPr>
            <p:spPr>
              <a:xfrm flipH="1" flipV="1">
                <a:off x="208483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1">
                <a:extLst>
                  <a:ext uri="{FF2B5EF4-FFF2-40B4-BE49-F238E27FC236}">
                    <a16:creationId xmlns:a16="http://schemas.microsoft.com/office/drawing/2014/main" id="{451FA281-6EA5-7560-C711-C5860E147865}"/>
                  </a:ext>
                </a:extLst>
              </p:cNvPr>
              <p:cNvCxnSpPr/>
              <p:nvPr/>
            </p:nvCxnSpPr>
            <p:spPr>
              <a:xfrm flipV="1">
                <a:off x="241401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2">
                <a:extLst>
                  <a:ext uri="{FF2B5EF4-FFF2-40B4-BE49-F238E27FC236}">
                    <a16:creationId xmlns:a16="http://schemas.microsoft.com/office/drawing/2014/main" id="{0FE5D3A5-A27D-4007-76D1-6F09CE46B682}"/>
                  </a:ext>
                </a:extLst>
              </p:cNvPr>
              <p:cNvCxnSpPr/>
              <p:nvPr/>
            </p:nvCxnSpPr>
            <p:spPr>
              <a:xfrm>
                <a:off x="3072384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3">
                <a:extLst>
                  <a:ext uri="{FF2B5EF4-FFF2-40B4-BE49-F238E27FC236}">
                    <a16:creationId xmlns:a16="http://schemas.microsoft.com/office/drawing/2014/main" id="{89EBA3AA-ADD4-74D5-DBBB-BAC8F843515C}"/>
                  </a:ext>
                </a:extLst>
              </p:cNvPr>
              <p:cNvCxnSpPr/>
              <p:nvPr/>
            </p:nvCxnSpPr>
            <p:spPr>
              <a:xfrm flipH="1" flipV="1">
                <a:off x="274320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4">
                <a:extLst>
                  <a:ext uri="{FF2B5EF4-FFF2-40B4-BE49-F238E27FC236}">
                    <a16:creationId xmlns:a16="http://schemas.microsoft.com/office/drawing/2014/main" id="{B1044993-CB5D-EA51-5B6F-5221BB659124}"/>
                  </a:ext>
                </a:extLst>
              </p:cNvPr>
              <p:cNvCxnSpPr/>
              <p:nvPr/>
            </p:nvCxnSpPr>
            <p:spPr>
              <a:xfrm flipV="1">
                <a:off x="3072384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5">
                <a:extLst>
                  <a:ext uri="{FF2B5EF4-FFF2-40B4-BE49-F238E27FC236}">
                    <a16:creationId xmlns:a16="http://schemas.microsoft.com/office/drawing/2014/main" id="{13F0B1A4-7F24-5DC5-40A4-6A8EB8A180F6}"/>
                  </a:ext>
                </a:extLst>
              </p:cNvPr>
              <p:cNvCxnSpPr/>
              <p:nvPr/>
            </p:nvCxnSpPr>
            <p:spPr>
              <a:xfrm>
                <a:off x="3730752" y="4666113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46">
                <a:extLst>
                  <a:ext uri="{FF2B5EF4-FFF2-40B4-BE49-F238E27FC236}">
                    <a16:creationId xmlns:a16="http://schemas.microsoft.com/office/drawing/2014/main" id="{87967408-59EA-D044-8C41-190BD4FA544E}"/>
                  </a:ext>
                </a:extLst>
              </p:cNvPr>
              <p:cNvCxnSpPr/>
              <p:nvPr/>
            </p:nvCxnSpPr>
            <p:spPr>
              <a:xfrm flipH="1" flipV="1">
                <a:off x="3401568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47">
                <a:extLst>
                  <a:ext uri="{FF2B5EF4-FFF2-40B4-BE49-F238E27FC236}">
                    <a16:creationId xmlns:a16="http://schemas.microsoft.com/office/drawing/2014/main" id="{55EBFA15-99B4-976A-2DDA-4854B3547AE3}"/>
                  </a:ext>
                </a:extLst>
              </p:cNvPr>
              <p:cNvCxnSpPr/>
              <p:nvPr/>
            </p:nvCxnSpPr>
            <p:spPr>
              <a:xfrm flipV="1">
                <a:off x="3730752" y="4095949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48">
                <a:extLst>
                  <a:ext uri="{FF2B5EF4-FFF2-40B4-BE49-F238E27FC236}">
                    <a16:creationId xmlns:a16="http://schemas.microsoft.com/office/drawing/2014/main" id="{371A81D9-EE8A-DCFF-4C38-64EE3AB3E829}"/>
                  </a:ext>
                </a:extLst>
              </p:cNvPr>
              <p:cNvCxnSpPr/>
              <p:nvPr/>
            </p:nvCxnSpPr>
            <p:spPr>
              <a:xfrm flipH="1" flipV="1">
                <a:off x="4059935" y="4095949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49">
                <a:extLst>
                  <a:ext uri="{FF2B5EF4-FFF2-40B4-BE49-F238E27FC236}">
                    <a16:creationId xmlns:a16="http://schemas.microsoft.com/office/drawing/2014/main" id="{E925A21E-6ED6-278F-61C6-AC3D51752109}"/>
                  </a:ext>
                </a:extLst>
              </p:cNvPr>
              <p:cNvCxnSpPr/>
              <p:nvPr/>
            </p:nvCxnSpPr>
            <p:spPr>
              <a:xfrm flipV="1">
                <a:off x="4389120" y="4095949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0">
                <a:extLst>
                  <a:ext uri="{FF2B5EF4-FFF2-40B4-BE49-F238E27FC236}">
                    <a16:creationId xmlns:a16="http://schemas.microsoft.com/office/drawing/2014/main" id="{F1D01B58-7EC0-4937-4BB8-00CD3EB87CFE}"/>
                  </a:ext>
                </a:extLst>
              </p:cNvPr>
              <p:cNvCxnSpPr/>
              <p:nvPr/>
            </p:nvCxnSpPr>
            <p:spPr>
              <a:xfrm>
                <a:off x="1426464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1">
                <a:extLst>
                  <a:ext uri="{FF2B5EF4-FFF2-40B4-BE49-F238E27FC236}">
                    <a16:creationId xmlns:a16="http://schemas.microsoft.com/office/drawing/2014/main" id="{A952A6C7-F21F-425D-A39A-286B689E3404}"/>
                  </a:ext>
                </a:extLst>
              </p:cNvPr>
              <p:cNvCxnSpPr/>
              <p:nvPr/>
            </p:nvCxnSpPr>
            <p:spPr>
              <a:xfrm flipH="1" flipV="1">
                <a:off x="109728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2">
                <a:extLst>
                  <a:ext uri="{FF2B5EF4-FFF2-40B4-BE49-F238E27FC236}">
                    <a16:creationId xmlns:a16="http://schemas.microsoft.com/office/drawing/2014/main" id="{EFB8A9BF-2F73-E030-FF79-099E93C2392D}"/>
                  </a:ext>
                </a:extLst>
              </p:cNvPr>
              <p:cNvCxnSpPr/>
              <p:nvPr/>
            </p:nvCxnSpPr>
            <p:spPr>
              <a:xfrm flipV="1">
                <a:off x="142646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3">
                <a:extLst>
                  <a:ext uri="{FF2B5EF4-FFF2-40B4-BE49-F238E27FC236}">
                    <a16:creationId xmlns:a16="http://schemas.microsoft.com/office/drawing/2014/main" id="{346993D9-2A90-EBCC-C4B9-0B131340B8C5}"/>
                  </a:ext>
                </a:extLst>
              </p:cNvPr>
              <p:cNvCxnSpPr/>
              <p:nvPr/>
            </p:nvCxnSpPr>
            <p:spPr>
              <a:xfrm>
                <a:off x="2084832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4">
                <a:extLst>
                  <a:ext uri="{FF2B5EF4-FFF2-40B4-BE49-F238E27FC236}">
                    <a16:creationId xmlns:a16="http://schemas.microsoft.com/office/drawing/2014/main" id="{BF9BA336-998A-65F4-D16E-3E363B528A4F}"/>
                  </a:ext>
                </a:extLst>
              </p:cNvPr>
              <p:cNvCxnSpPr/>
              <p:nvPr/>
            </p:nvCxnSpPr>
            <p:spPr>
              <a:xfrm flipH="1" flipV="1">
                <a:off x="175564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5">
                <a:extLst>
                  <a:ext uri="{FF2B5EF4-FFF2-40B4-BE49-F238E27FC236}">
                    <a16:creationId xmlns:a16="http://schemas.microsoft.com/office/drawing/2014/main" id="{FC35F4EA-9203-3F11-BE26-0CFDEEE3546A}"/>
                  </a:ext>
                </a:extLst>
              </p:cNvPr>
              <p:cNvCxnSpPr/>
              <p:nvPr/>
            </p:nvCxnSpPr>
            <p:spPr>
              <a:xfrm flipV="1">
                <a:off x="208483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56">
                <a:extLst>
                  <a:ext uri="{FF2B5EF4-FFF2-40B4-BE49-F238E27FC236}">
                    <a16:creationId xmlns:a16="http://schemas.microsoft.com/office/drawing/2014/main" id="{F06D3942-73BB-7B9F-748A-2F6CCD1BE61F}"/>
                  </a:ext>
                </a:extLst>
              </p:cNvPr>
              <p:cNvCxnSpPr/>
              <p:nvPr/>
            </p:nvCxnSpPr>
            <p:spPr>
              <a:xfrm>
                <a:off x="2743200" y="409594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57">
                <a:extLst>
                  <a:ext uri="{FF2B5EF4-FFF2-40B4-BE49-F238E27FC236}">
                    <a16:creationId xmlns:a16="http://schemas.microsoft.com/office/drawing/2014/main" id="{6A343701-FBCE-FDB4-1E86-5BC4A058D651}"/>
                  </a:ext>
                </a:extLst>
              </p:cNvPr>
              <p:cNvCxnSpPr/>
              <p:nvPr/>
            </p:nvCxnSpPr>
            <p:spPr>
              <a:xfrm flipH="1" flipV="1">
                <a:off x="241401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58">
                <a:extLst>
                  <a:ext uri="{FF2B5EF4-FFF2-40B4-BE49-F238E27FC236}">
                    <a16:creationId xmlns:a16="http://schemas.microsoft.com/office/drawing/2014/main" id="{DEC4B35B-0601-B2AC-302D-E8478FC09B4F}"/>
                  </a:ext>
                </a:extLst>
              </p:cNvPr>
              <p:cNvCxnSpPr/>
              <p:nvPr/>
            </p:nvCxnSpPr>
            <p:spPr>
              <a:xfrm flipV="1">
                <a:off x="274320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59">
                <a:extLst>
                  <a:ext uri="{FF2B5EF4-FFF2-40B4-BE49-F238E27FC236}">
                    <a16:creationId xmlns:a16="http://schemas.microsoft.com/office/drawing/2014/main" id="{C02582E7-0A2A-0DB0-DEE8-866665391188}"/>
                  </a:ext>
                </a:extLst>
              </p:cNvPr>
              <p:cNvCxnSpPr/>
              <p:nvPr/>
            </p:nvCxnSpPr>
            <p:spPr>
              <a:xfrm>
                <a:off x="3401568" y="409594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0">
                <a:extLst>
                  <a:ext uri="{FF2B5EF4-FFF2-40B4-BE49-F238E27FC236}">
                    <a16:creationId xmlns:a16="http://schemas.microsoft.com/office/drawing/2014/main" id="{F9D5481C-F057-6207-61C4-AE8BAEB46208}"/>
                  </a:ext>
                </a:extLst>
              </p:cNvPr>
              <p:cNvCxnSpPr/>
              <p:nvPr/>
            </p:nvCxnSpPr>
            <p:spPr>
              <a:xfrm flipH="1" flipV="1">
                <a:off x="3072384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1">
                <a:extLst>
                  <a:ext uri="{FF2B5EF4-FFF2-40B4-BE49-F238E27FC236}">
                    <a16:creationId xmlns:a16="http://schemas.microsoft.com/office/drawing/2014/main" id="{4D0575BF-7D55-193F-E51F-6ADBF2ACB21A}"/>
                  </a:ext>
                </a:extLst>
              </p:cNvPr>
              <p:cNvCxnSpPr/>
              <p:nvPr/>
            </p:nvCxnSpPr>
            <p:spPr>
              <a:xfrm flipV="1">
                <a:off x="3401568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2">
                <a:extLst>
                  <a:ext uri="{FF2B5EF4-FFF2-40B4-BE49-F238E27FC236}">
                    <a16:creationId xmlns:a16="http://schemas.microsoft.com/office/drawing/2014/main" id="{0229E991-82F4-0A51-05DA-5328A75BFB6F}"/>
                  </a:ext>
                </a:extLst>
              </p:cNvPr>
              <p:cNvCxnSpPr/>
              <p:nvPr/>
            </p:nvCxnSpPr>
            <p:spPr>
              <a:xfrm>
                <a:off x="4059935" y="409594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3">
                <a:extLst>
                  <a:ext uri="{FF2B5EF4-FFF2-40B4-BE49-F238E27FC236}">
                    <a16:creationId xmlns:a16="http://schemas.microsoft.com/office/drawing/2014/main" id="{0594B16E-E457-CD84-CB2D-B5C9D7E09F74}"/>
                  </a:ext>
                </a:extLst>
              </p:cNvPr>
              <p:cNvCxnSpPr/>
              <p:nvPr/>
            </p:nvCxnSpPr>
            <p:spPr>
              <a:xfrm flipH="1" flipV="1">
                <a:off x="3730752" y="3525786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4">
                <a:extLst>
                  <a:ext uri="{FF2B5EF4-FFF2-40B4-BE49-F238E27FC236}">
                    <a16:creationId xmlns:a16="http://schemas.microsoft.com/office/drawing/2014/main" id="{802A7BB3-D4EF-A090-4AD1-02FE8BED7A50}"/>
                  </a:ext>
                </a:extLst>
              </p:cNvPr>
              <p:cNvCxnSpPr/>
              <p:nvPr/>
            </p:nvCxnSpPr>
            <p:spPr>
              <a:xfrm flipV="1">
                <a:off x="4059935" y="3525786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5">
                <a:extLst>
                  <a:ext uri="{FF2B5EF4-FFF2-40B4-BE49-F238E27FC236}">
                    <a16:creationId xmlns:a16="http://schemas.microsoft.com/office/drawing/2014/main" id="{085BCA31-2EA8-740E-FE91-AA2AA7A04B4B}"/>
                  </a:ext>
                </a:extLst>
              </p:cNvPr>
              <p:cNvCxnSpPr/>
              <p:nvPr/>
            </p:nvCxnSpPr>
            <p:spPr>
              <a:xfrm flipH="1" flipV="1">
                <a:off x="4389120" y="3525786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66">
                <a:extLst>
                  <a:ext uri="{FF2B5EF4-FFF2-40B4-BE49-F238E27FC236}">
                    <a16:creationId xmlns:a16="http://schemas.microsoft.com/office/drawing/2014/main" id="{39DD2538-FE32-AC78-0CFE-EC48DC517D73}"/>
                  </a:ext>
                </a:extLst>
              </p:cNvPr>
              <p:cNvCxnSpPr/>
              <p:nvPr/>
            </p:nvCxnSpPr>
            <p:spPr>
              <a:xfrm>
                <a:off x="1097280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67">
                <a:extLst>
                  <a:ext uri="{FF2B5EF4-FFF2-40B4-BE49-F238E27FC236}">
                    <a16:creationId xmlns:a16="http://schemas.microsoft.com/office/drawing/2014/main" id="{4BA553F8-32B1-5E13-FEB5-77ECE5D588CC}"/>
                  </a:ext>
                </a:extLst>
              </p:cNvPr>
              <p:cNvCxnSpPr/>
              <p:nvPr/>
            </p:nvCxnSpPr>
            <p:spPr>
              <a:xfrm flipV="1">
                <a:off x="109728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68">
                <a:extLst>
                  <a:ext uri="{FF2B5EF4-FFF2-40B4-BE49-F238E27FC236}">
                    <a16:creationId xmlns:a16="http://schemas.microsoft.com/office/drawing/2014/main" id="{D22E5979-0F55-3BE1-C859-59E2EEEEFBBE}"/>
                  </a:ext>
                </a:extLst>
              </p:cNvPr>
              <p:cNvCxnSpPr/>
              <p:nvPr/>
            </p:nvCxnSpPr>
            <p:spPr>
              <a:xfrm>
                <a:off x="1755648" y="3525786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69">
                <a:extLst>
                  <a:ext uri="{FF2B5EF4-FFF2-40B4-BE49-F238E27FC236}">
                    <a16:creationId xmlns:a16="http://schemas.microsoft.com/office/drawing/2014/main" id="{D5225C71-FFAB-465A-D948-638FAC919CEB}"/>
                  </a:ext>
                </a:extLst>
              </p:cNvPr>
              <p:cNvCxnSpPr/>
              <p:nvPr/>
            </p:nvCxnSpPr>
            <p:spPr>
              <a:xfrm flipH="1" flipV="1">
                <a:off x="142646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0">
                <a:extLst>
                  <a:ext uri="{FF2B5EF4-FFF2-40B4-BE49-F238E27FC236}">
                    <a16:creationId xmlns:a16="http://schemas.microsoft.com/office/drawing/2014/main" id="{E7DC861F-689C-7A57-57BE-DB345AE0B932}"/>
                  </a:ext>
                </a:extLst>
              </p:cNvPr>
              <p:cNvCxnSpPr/>
              <p:nvPr/>
            </p:nvCxnSpPr>
            <p:spPr>
              <a:xfrm flipV="1">
                <a:off x="175564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1">
                <a:extLst>
                  <a:ext uri="{FF2B5EF4-FFF2-40B4-BE49-F238E27FC236}">
                    <a16:creationId xmlns:a16="http://schemas.microsoft.com/office/drawing/2014/main" id="{76D54E35-5F1A-841A-865D-DF7585D80931}"/>
                  </a:ext>
                </a:extLst>
              </p:cNvPr>
              <p:cNvCxnSpPr/>
              <p:nvPr/>
            </p:nvCxnSpPr>
            <p:spPr>
              <a:xfrm>
                <a:off x="2414015" y="3525786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2">
                <a:extLst>
                  <a:ext uri="{FF2B5EF4-FFF2-40B4-BE49-F238E27FC236}">
                    <a16:creationId xmlns:a16="http://schemas.microsoft.com/office/drawing/2014/main" id="{DFD73A11-AF53-8966-B62A-BA03FAB75F11}"/>
                  </a:ext>
                </a:extLst>
              </p:cNvPr>
              <p:cNvCxnSpPr/>
              <p:nvPr/>
            </p:nvCxnSpPr>
            <p:spPr>
              <a:xfrm flipH="1" flipV="1">
                <a:off x="208483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3">
                <a:extLst>
                  <a:ext uri="{FF2B5EF4-FFF2-40B4-BE49-F238E27FC236}">
                    <a16:creationId xmlns:a16="http://schemas.microsoft.com/office/drawing/2014/main" id="{549B797B-DD38-2546-D918-C8253650BE02}"/>
                  </a:ext>
                </a:extLst>
              </p:cNvPr>
              <p:cNvCxnSpPr/>
              <p:nvPr/>
            </p:nvCxnSpPr>
            <p:spPr>
              <a:xfrm flipV="1">
                <a:off x="241401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4">
                <a:extLst>
                  <a:ext uri="{FF2B5EF4-FFF2-40B4-BE49-F238E27FC236}">
                    <a16:creationId xmlns:a16="http://schemas.microsoft.com/office/drawing/2014/main" id="{6649DB32-5FB1-C689-3D54-89E05F518F4C}"/>
                  </a:ext>
                </a:extLst>
              </p:cNvPr>
              <p:cNvCxnSpPr/>
              <p:nvPr/>
            </p:nvCxnSpPr>
            <p:spPr>
              <a:xfrm>
                <a:off x="3072384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5">
                <a:extLst>
                  <a:ext uri="{FF2B5EF4-FFF2-40B4-BE49-F238E27FC236}">
                    <a16:creationId xmlns:a16="http://schemas.microsoft.com/office/drawing/2014/main" id="{DFDE06A2-1782-E95B-6984-DCBD38B0529D}"/>
                  </a:ext>
                </a:extLst>
              </p:cNvPr>
              <p:cNvCxnSpPr/>
              <p:nvPr/>
            </p:nvCxnSpPr>
            <p:spPr>
              <a:xfrm flipH="1" flipV="1">
                <a:off x="274320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76">
                <a:extLst>
                  <a:ext uri="{FF2B5EF4-FFF2-40B4-BE49-F238E27FC236}">
                    <a16:creationId xmlns:a16="http://schemas.microsoft.com/office/drawing/2014/main" id="{A8D2ABC5-4B11-A116-7A53-CDDB2D0F97D7}"/>
                  </a:ext>
                </a:extLst>
              </p:cNvPr>
              <p:cNvCxnSpPr/>
              <p:nvPr/>
            </p:nvCxnSpPr>
            <p:spPr>
              <a:xfrm flipV="1">
                <a:off x="3072384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77">
                <a:extLst>
                  <a:ext uri="{FF2B5EF4-FFF2-40B4-BE49-F238E27FC236}">
                    <a16:creationId xmlns:a16="http://schemas.microsoft.com/office/drawing/2014/main" id="{A8086DF4-A856-AE87-B265-FA26D1DEDE7B}"/>
                  </a:ext>
                </a:extLst>
              </p:cNvPr>
              <p:cNvCxnSpPr/>
              <p:nvPr/>
            </p:nvCxnSpPr>
            <p:spPr>
              <a:xfrm>
                <a:off x="3730752" y="3525786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78">
                <a:extLst>
                  <a:ext uri="{FF2B5EF4-FFF2-40B4-BE49-F238E27FC236}">
                    <a16:creationId xmlns:a16="http://schemas.microsoft.com/office/drawing/2014/main" id="{43EA69ED-2F3E-B125-A87D-BBF181B96946}"/>
                  </a:ext>
                </a:extLst>
              </p:cNvPr>
              <p:cNvCxnSpPr/>
              <p:nvPr/>
            </p:nvCxnSpPr>
            <p:spPr>
              <a:xfrm flipH="1" flipV="1">
                <a:off x="3401568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79">
                <a:extLst>
                  <a:ext uri="{FF2B5EF4-FFF2-40B4-BE49-F238E27FC236}">
                    <a16:creationId xmlns:a16="http://schemas.microsoft.com/office/drawing/2014/main" id="{33628A2F-77A3-29D1-922F-6A335A6C4ACF}"/>
                  </a:ext>
                </a:extLst>
              </p:cNvPr>
              <p:cNvCxnSpPr/>
              <p:nvPr/>
            </p:nvCxnSpPr>
            <p:spPr>
              <a:xfrm flipV="1">
                <a:off x="3730752" y="2955622"/>
                <a:ext cx="329183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0">
                <a:extLst>
                  <a:ext uri="{FF2B5EF4-FFF2-40B4-BE49-F238E27FC236}">
                    <a16:creationId xmlns:a16="http://schemas.microsoft.com/office/drawing/2014/main" id="{42E76F11-EFBB-A450-DCA6-37C297C10C22}"/>
                  </a:ext>
                </a:extLst>
              </p:cNvPr>
              <p:cNvCxnSpPr/>
              <p:nvPr/>
            </p:nvCxnSpPr>
            <p:spPr>
              <a:xfrm flipH="1" flipV="1">
                <a:off x="4059935" y="2955622"/>
                <a:ext cx="329185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1">
                <a:extLst>
                  <a:ext uri="{FF2B5EF4-FFF2-40B4-BE49-F238E27FC236}">
                    <a16:creationId xmlns:a16="http://schemas.microsoft.com/office/drawing/2014/main" id="{783F3E4A-6BE4-6F60-D253-137B8455FE13}"/>
                  </a:ext>
                </a:extLst>
              </p:cNvPr>
              <p:cNvCxnSpPr/>
              <p:nvPr/>
            </p:nvCxnSpPr>
            <p:spPr>
              <a:xfrm flipV="1">
                <a:off x="4389120" y="2955622"/>
                <a:ext cx="329184" cy="570164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2">
                <a:extLst>
                  <a:ext uri="{FF2B5EF4-FFF2-40B4-BE49-F238E27FC236}">
                    <a16:creationId xmlns:a16="http://schemas.microsoft.com/office/drawing/2014/main" id="{30FAACE1-40CE-377C-8DE0-4D5F82605084}"/>
                  </a:ext>
                </a:extLst>
              </p:cNvPr>
              <p:cNvCxnSpPr/>
              <p:nvPr/>
            </p:nvCxnSpPr>
            <p:spPr>
              <a:xfrm>
                <a:off x="1426464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3">
                <a:extLst>
                  <a:ext uri="{FF2B5EF4-FFF2-40B4-BE49-F238E27FC236}">
                    <a16:creationId xmlns:a16="http://schemas.microsoft.com/office/drawing/2014/main" id="{95540A53-56E3-46BD-E77A-F36D23BCD083}"/>
                  </a:ext>
                </a:extLst>
              </p:cNvPr>
              <p:cNvCxnSpPr/>
              <p:nvPr/>
            </p:nvCxnSpPr>
            <p:spPr>
              <a:xfrm flipH="1" flipV="1">
                <a:off x="109728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4">
                <a:extLst>
                  <a:ext uri="{FF2B5EF4-FFF2-40B4-BE49-F238E27FC236}">
                    <a16:creationId xmlns:a16="http://schemas.microsoft.com/office/drawing/2014/main" id="{D922548D-110C-E448-39B7-A29276AFDA28}"/>
                  </a:ext>
                </a:extLst>
              </p:cNvPr>
              <p:cNvCxnSpPr/>
              <p:nvPr/>
            </p:nvCxnSpPr>
            <p:spPr>
              <a:xfrm flipV="1">
                <a:off x="142646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5">
                <a:extLst>
                  <a:ext uri="{FF2B5EF4-FFF2-40B4-BE49-F238E27FC236}">
                    <a16:creationId xmlns:a16="http://schemas.microsoft.com/office/drawing/2014/main" id="{6BCD3BA7-C7BE-CC0F-2DE2-D6850E6D7CC3}"/>
                  </a:ext>
                </a:extLst>
              </p:cNvPr>
              <p:cNvCxnSpPr/>
              <p:nvPr/>
            </p:nvCxnSpPr>
            <p:spPr>
              <a:xfrm>
                <a:off x="2084832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86">
                <a:extLst>
                  <a:ext uri="{FF2B5EF4-FFF2-40B4-BE49-F238E27FC236}">
                    <a16:creationId xmlns:a16="http://schemas.microsoft.com/office/drawing/2014/main" id="{67040666-C554-3A1E-0B57-29FC97097126}"/>
                  </a:ext>
                </a:extLst>
              </p:cNvPr>
              <p:cNvCxnSpPr/>
              <p:nvPr/>
            </p:nvCxnSpPr>
            <p:spPr>
              <a:xfrm flipH="1" flipV="1">
                <a:off x="175564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87">
                <a:extLst>
                  <a:ext uri="{FF2B5EF4-FFF2-40B4-BE49-F238E27FC236}">
                    <a16:creationId xmlns:a16="http://schemas.microsoft.com/office/drawing/2014/main" id="{2FA5C956-54CF-BF91-C7C5-11E3FBCA57E4}"/>
                  </a:ext>
                </a:extLst>
              </p:cNvPr>
              <p:cNvCxnSpPr/>
              <p:nvPr/>
            </p:nvCxnSpPr>
            <p:spPr>
              <a:xfrm flipV="1">
                <a:off x="208483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88">
                <a:extLst>
                  <a:ext uri="{FF2B5EF4-FFF2-40B4-BE49-F238E27FC236}">
                    <a16:creationId xmlns:a16="http://schemas.microsoft.com/office/drawing/2014/main" id="{84FED126-1EA0-0325-3C71-C556B8BFC83C}"/>
                  </a:ext>
                </a:extLst>
              </p:cNvPr>
              <p:cNvCxnSpPr/>
              <p:nvPr/>
            </p:nvCxnSpPr>
            <p:spPr>
              <a:xfrm>
                <a:off x="2743200" y="2955622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89">
                <a:extLst>
                  <a:ext uri="{FF2B5EF4-FFF2-40B4-BE49-F238E27FC236}">
                    <a16:creationId xmlns:a16="http://schemas.microsoft.com/office/drawing/2014/main" id="{25551260-2C33-208C-566B-8B855FC91895}"/>
                  </a:ext>
                </a:extLst>
              </p:cNvPr>
              <p:cNvCxnSpPr/>
              <p:nvPr/>
            </p:nvCxnSpPr>
            <p:spPr>
              <a:xfrm flipH="1" flipV="1">
                <a:off x="241401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0">
                <a:extLst>
                  <a:ext uri="{FF2B5EF4-FFF2-40B4-BE49-F238E27FC236}">
                    <a16:creationId xmlns:a16="http://schemas.microsoft.com/office/drawing/2014/main" id="{1B3DD20F-4BCB-DFAB-76EE-493D42D4F53C}"/>
                  </a:ext>
                </a:extLst>
              </p:cNvPr>
              <p:cNvCxnSpPr/>
              <p:nvPr/>
            </p:nvCxnSpPr>
            <p:spPr>
              <a:xfrm flipV="1">
                <a:off x="274320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1">
                <a:extLst>
                  <a:ext uri="{FF2B5EF4-FFF2-40B4-BE49-F238E27FC236}">
                    <a16:creationId xmlns:a16="http://schemas.microsoft.com/office/drawing/2014/main" id="{37B4C998-4D1E-7764-99FB-524E6DC6AA5C}"/>
                  </a:ext>
                </a:extLst>
              </p:cNvPr>
              <p:cNvCxnSpPr/>
              <p:nvPr/>
            </p:nvCxnSpPr>
            <p:spPr>
              <a:xfrm>
                <a:off x="3401568" y="2955622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2">
                <a:extLst>
                  <a:ext uri="{FF2B5EF4-FFF2-40B4-BE49-F238E27FC236}">
                    <a16:creationId xmlns:a16="http://schemas.microsoft.com/office/drawing/2014/main" id="{941C497E-F482-BF53-F20B-84EA021C5BB9}"/>
                  </a:ext>
                </a:extLst>
              </p:cNvPr>
              <p:cNvCxnSpPr/>
              <p:nvPr/>
            </p:nvCxnSpPr>
            <p:spPr>
              <a:xfrm flipH="1" flipV="1">
                <a:off x="3072384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3">
                <a:extLst>
                  <a:ext uri="{FF2B5EF4-FFF2-40B4-BE49-F238E27FC236}">
                    <a16:creationId xmlns:a16="http://schemas.microsoft.com/office/drawing/2014/main" id="{5610982B-9C1A-1078-6317-44B62046FC97}"/>
                  </a:ext>
                </a:extLst>
              </p:cNvPr>
              <p:cNvCxnSpPr/>
              <p:nvPr/>
            </p:nvCxnSpPr>
            <p:spPr>
              <a:xfrm flipV="1">
                <a:off x="3401568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4">
                <a:extLst>
                  <a:ext uri="{FF2B5EF4-FFF2-40B4-BE49-F238E27FC236}">
                    <a16:creationId xmlns:a16="http://schemas.microsoft.com/office/drawing/2014/main" id="{6128B52F-DCC0-B259-7C5D-FF10589052DD}"/>
                  </a:ext>
                </a:extLst>
              </p:cNvPr>
              <p:cNvCxnSpPr/>
              <p:nvPr/>
            </p:nvCxnSpPr>
            <p:spPr>
              <a:xfrm>
                <a:off x="4059935" y="2955622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5">
                <a:extLst>
                  <a:ext uri="{FF2B5EF4-FFF2-40B4-BE49-F238E27FC236}">
                    <a16:creationId xmlns:a16="http://schemas.microsoft.com/office/drawing/2014/main" id="{0F3AF279-D3FD-6595-4F6C-5859B035158F}"/>
                  </a:ext>
                </a:extLst>
              </p:cNvPr>
              <p:cNvCxnSpPr/>
              <p:nvPr/>
            </p:nvCxnSpPr>
            <p:spPr>
              <a:xfrm flipH="1" flipV="1">
                <a:off x="3730752" y="2385459"/>
                <a:ext cx="329183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96">
                <a:extLst>
                  <a:ext uri="{FF2B5EF4-FFF2-40B4-BE49-F238E27FC236}">
                    <a16:creationId xmlns:a16="http://schemas.microsoft.com/office/drawing/2014/main" id="{63D1436E-3A55-80A4-C173-81FBA888379C}"/>
                  </a:ext>
                </a:extLst>
              </p:cNvPr>
              <p:cNvCxnSpPr/>
              <p:nvPr/>
            </p:nvCxnSpPr>
            <p:spPr>
              <a:xfrm flipV="1">
                <a:off x="4059935" y="2385459"/>
                <a:ext cx="329185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97">
                <a:extLst>
                  <a:ext uri="{FF2B5EF4-FFF2-40B4-BE49-F238E27FC236}">
                    <a16:creationId xmlns:a16="http://schemas.microsoft.com/office/drawing/2014/main" id="{A9031249-282A-7777-4125-F22CA9EF99E9}"/>
                  </a:ext>
                </a:extLst>
              </p:cNvPr>
              <p:cNvCxnSpPr/>
              <p:nvPr/>
            </p:nvCxnSpPr>
            <p:spPr>
              <a:xfrm flipH="1" flipV="1">
                <a:off x="4389120" y="2385459"/>
                <a:ext cx="329184" cy="57016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98">
                <a:extLst>
                  <a:ext uri="{FF2B5EF4-FFF2-40B4-BE49-F238E27FC236}">
                    <a16:creationId xmlns:a16="http://schemas.microsoft.com/office/drawing/2014/main" id="{EA659BD9-82A1-7554-27CC-4C6AFE8C8096}"/>
                  </a:ext>
                </a:extLst>
              </p:cNvPr>
              <p:cNvCxnSpPr/>
              <p:nvPr/>
            </p:nvCxnSpPr>
            <p:spPr>
              <a:xfrm>
                <a:off x="1097280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99">
                <a:extLst>
                  <a:ext uri="{FF2B5EF4-FFF2-40B4-BE49-F238E27FC236}">
                    <a16:creationId xmlns:a16="http://schemas.microsoft.com/office/drawing/2014/main" id="{EF5ECDB7-0E4D-430C-F719-3C55D367140C}"/>
                  </a:ext>
                </a:extLst>
              </p:cNvPr>
              <p:cNvCxnSpPr/>
              <p:nvPr/>
            </p:nvCxnSpPr>
            <p:spPr>
              <a:xfrm>
                <a:off x="1755648" y="2385459"/>
                <a:ext cx="658367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0">
                <a:extLst>
                  <a:ext uri="{FF2B5EF4-FFF2-40B4-BE49-F238E27FC236}">
                    <a16:creationId xmlns:a16="http://schemas.microsoft.com/office/drawing/2014/main" id="{13460D6D-F234-CD66-3662-EED5772171A1}"/>
                  </a:ext>
                </a:extLst>
              </p:cNvPr>
              <p:cNvCxnSpPr/>
              <p:nvPr/>
            </p:nvCxnSpPr>
            <p:spPr>
              <a:xfrm>
                <a:off x="2414015" y="2385459"/>
                <a:ext cx="658369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1">
                <a:extLst>
                  <a:ext uri="{FF2B5EF4-FFF2-40B4-BE49-F238E27FC236}">
                    <a16:creationId xmlns:a16="http://schemas.microsoft.com/office/drawing/2014/main" id="{CF44D782-A73C-9340-2C0D-978D07AED543}"/>
                  </a:ext>
                </a:extLst>
              </p:cNvPr>
              <p:cNvCxnSpPr/>
              <p:nvPr/>
            </p:nvCxnSpPr>
            <p:spPr>
              <a:xfrm>
                <a:off x="3072384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2">
                <a:extLst>
                  <a:ext uri="{FF2B5EF4-FFF2-40B4-BE49-F238E27FC236}">
                    <a16:creationId xmlns:a16="http://schemas.microsoft.com/office/drawing/2014/main" id="{02B043C3-89AD-5D4F-A96D-C4071D1A19CF}"/>
                  </a:ext>
                </a:extLst>
              </p:cNvPr>
              <p:cNvCxnSpPr/>
              <p:nvPr/>
            </p:nvCxnSpPr>
            <p:spPr>
              <a:xfrm>
                <a:off x="3730752" y="2385459"/>
                <a:ext cx="658368" cy="0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BA7BC8A9-1560-4AEF-5190-2F014CDD945B}"/>
                  </a:ext>
                </a:extLst>
              </p:cNvPr>
              <p:cNvSpPr/>
              <p:nvPr/>
            </p:nvSpPr>
            <p:spPr>
              <a:xfrm>
                <a:off x="960120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EE2BB662-6D40-94F8-AD64-86FEFA0BDDD0}"/>
                  </a:ext>
                </a:extLst>
              </p:cNvPr>
              <p:cNvSpPr/>
              <p:nvPr/>
            </p:nvSpPr>
            <p:spPr>
              <a:xfrm>
                <a:off x="1618488" y="566927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BAB3F0C7-EA35-FAA1-1A14-18D03E6E8E77}"/>
                  </a:ext>
                </a:extLst>
              </p:cNvPr>
              <p:cNvSpPr/>
              <p:nvPr/>
            </p:nvSpPr>
            <p:spPr>
              <a:xfrm>
                <a:off x="2276856" y="566927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CE2563E8-A850-205D-5A4C-DF3D421423C2}"/>
                  </a:ext>
                </a:extLst>
              </p:cNvPr>
              <p:cNvSpPr/>
              <p:nvPr/>
            </p:nvSpPr>
            <p:spPr>
              <a:xfrm>
                <a:off x="2935224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B7E08DDE-342D-8620-D683-276F73475C72}"/>
                  </a:ext>
                </a:extLst>
              </p:cNvPr>
              <p:cNvSpPr/>
              <p:nvPr/>
            </p:nvSpPr>
            <p:spPr>
              <a:xfrm>
                <a:off x="3593592" y="566927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F94472C-757D-7C61-DA6B-B69845377A2D}"/>
                  </a:ext>
                </a:extLst>
              </p:cNvPr>
              <p:cNvSpPr/>
              <p:nvPr/>
            </p:nvSpPr>
            <p:spPr>
              <a:xfrm>
                <a:off x="4251959" y="566927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4" name="Oval 113">
                <a:extLst>
                  <a:ext uri="{FF2B5EF4-FFF2-40B4-BE49-F238E27FC236}">
                    <a16:creationId xmlns:a16="http://schemas.microsoft.com/office/drawing/2014/main" id="{9C5E3CDD-DDA4-68A1-7652-F1DF574AD6E3}"/>
                  </a:ext>
                </a:extLst>
              </p:cNvPr>
              <p:cNvSpPr/>
              <p:nvPr/>
            </p:nvSpPr>
            <p:spPr>
              <a:xfrm>
                <a:off x="1289304" y="509911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7789BE48-78F4-4BB8-AE08-56918D1A071A}"/>
                  </a:ext>
                </a:extLst>
              </p:cNvPr>
              <p:cNvSpPr/>
              <p:nvPr/>
            </p:nvSpPr>
            <p:spPr>
              <a:xfrm>
                <a:off x="1947672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E3754853-E59E-6DB0-463A-F336BB164394}"/>
                  </a:ext>
                </a:extLst>
              </p:cNvPr>
              <p:cNvSpPr/>
              <p:nvPr/>
            </p:nvSpPr>
            <p:spPr>
              <a:xfrm>
                <a:off x="2606040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59823E7B-85EC-AD39-D69A-8A7C6ECF67DF}"/>
                  </a:ext>
                </a:extLst>
              </p:cNvPr>
              <p:cNvSpPr/>
              <p:nvPr/>
            </p:nvSpPr>
            <p:spPr>
              <a:xfrm>
                <a:off x="3264408" y="509911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645347A9-75B8-67F7-414E-958F59F706A5}"/>
                  </a:ext>
                </a:extLst>
              </p:cNvPr>
              <p:cNvSpPr/>
              <p:nvPr/>
            </p:nvSpPr>
            <p:spPr>
              <a:xfrm>
                <a:off x="3922775" y="509911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532D678F-70F8-1B5F-C04A-C029AE92AA51}"/>
                  </a:ext>
                </a:extLst>
              </p:cNvPr>
              <p:cNvSpPr/>
              <p:nvPr/>
            </p:nvSpPr>
            <p:spPr>
              <a:xfrm>
                <a:off x="4581144" y="509911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54A12E12-D481-2CBC-824E-2A015D008980}"/>
                  </a:ext>
                </a:extLst>
              </p:cNvPr>
              <p:cNvSpPr/>
              <p:nvPr/>
            </p:nvSpPr>
            <p:spPr>
              <a:xfrm>
                <a:off x="960120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BBD806A5-6336-5B1A-F256-BE21F16C7295}"/>
                  </a:ext>
                </a:extLst>
              </p:cNvPr>
              <p:cNvSpPr/>
              <p:nvPr/>
            </p:nvSpPr>
            <p:spPr>
              <a:xfrm>
                <a:off x="1618488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27D2951A-383E-BFCD-9C9B-9D2A8EC3C1AC}"/>
                  </a:ext>
                </a:extLst>
              </p:cNvPr>
              <p:cNvSpPr/>
              <p:nvPr/>
            </p:nvSpPr>
            <p:spPr>
              <a:xfrm>
                <a:off x="2276856" y="4528953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E76842E7-3653-8426-F760-9FCFDA37D8CC}"/>
                  </a:ext>
                </a:extLst>
              </p:cNvPr>
              <p:cNvSpPr/>
              <p:nvPr/>
            </p:nvSpPr>
            <p:spPr>
              <a:xfrm>
                <a:off x="2935224" y="4528953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A747E3D0-1B2D-4B07-5872-C0311BA71960}"/>
                  </a:ext>
                </a:extLst>
              </p:cNvPr>
              <p:cNvSpPr/>
              <p:nvPr/>
            </p:nvSpPr>
            <p:spPr>
              <a:xfrm>
                <a:off x="3593592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41E8BCBF-8CD6-BAE9-1116-8A81F133CC34}"/>
                  </a:ext>
                </a:extLst>
              </p:cNvPr>
              <p:cNvSpPr/>
              <p:nvPr/>
            </p:nvSpPr>
            <p:spPr>
              <a:xfrm>
                <a:off x="4251959" y="4528953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4FC179B6-B458-D7CD-9724-6869F6FD193B}"/>
                  </a:ext>
                </a:extLst>
              </p:cNvPr>
              <p:cNvSpPr/>
              <p:nvPr/>
            </p:nvSpPr>
            <p:spPr>
              <a:xfrm>
                <a:off x="1289304" y="395878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51D9BE93-22C6-ACB7-1A6A-3EE0BC457B1E}"/>
                  </a:ext>
                </a:extLst>
              </p:cNvPr>
              <p:cNvSpPr/>
              <p:nvPr/>
            </p:nvSpPr>
            <p:spPr>
              <a:xfrm>
                <a:off x="1947672" y="395878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BA823049-8050-AFC4-CF72-C9F724AD1401}"/>
                  </a:ext>
                </a:extLst>
              </p:cNvPr>
              <p:cNvSpPr/>
              <p:nvPr/>
            </p:nvSpPr>
            <p:spPr>
              <a:xfrm>
                <a:off x="2606040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9967BD31-001C-DF88-29DB-9FDC460E1012}"/>
                  </a:ext>
                </a:extLst>
              </p:cNvPr>
              <p:cNvSpPr/>
              <p:nvPr/>
            </p:nvSpPr>
            <p:spPr>
              <a:xfrm>
                <a:off x="3264408" y="395878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417FA3F3-1D1F-F211-82F9-DC4E3A16B721}"/>
                  </a:ext>
                </a:extLst>
              </p:cNvPr>
              <p:cNvSpPr/>
              <p:nvPr/>
            </p:nvSpPr>
            <p:spPr>
              <a:xfrm>
                <a:off x="3922775" y="395878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FD8C91B3-F749-C6A8-8D99-0346CCD730BC}"/>
                  </a:ext>
                </a:extLst>
              </p:cNvPr>
              <p:cNvSpPr/>
              <p:nvPr/>
            </p:nvSpPr>
            <p:spPr>
              <a:xfrm>
                <a:off x="4581144" y="395878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EA9B2BCE-3410-B1B0-5A82-2B3BF4C6B4E9}"/>
                  </a:ext>
                </a:extLst>
              </p:cNvPr>
              <p:cNvSpPr/>
              <p:nvPr/>
            </p:nvSpPr>
            <p:spPr>
              <a:xfrm>
                <a:off x="960120" y="338862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8DFC8AE9-0BEA-DEF0-6E23-5D8B2E142127}"/>
                  </a:ext>
                </a:extLst>
              </p:cNvPr>
              <p:cNvSpPr/>
              <p:nvPr/>
            </p:nvSpPr>
            <p:spPr>
              <a:xfrm>
                <a:off x="1618488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0A208FFC-A754-18CA-7007-3AADBCFAEA4F}"/>
                  </a:ext>
                </a:extLst>
              </p:cNvPr>
              <p:cNvSpPr/>
              <p:nvPr/>
            </p:nvSpPr>
            <p:spPr>
              <a:xfrm>
                <a:off x="2276856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937E76B8-8DA7-E3F8-052E-E7BF741186EE}"/>
                  </a:ext>
                </a:extLst>
              </p:cNvPr>
              <p:cNvSpPr/>
              <p:nvPr/>
            </p:nvSpPr>
            <p:spPr>
              <a:xfrm>
                <a:off x="2935224" y="338862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5F1907A2-0ABD-67E4-12B4-74FBF1CEC4C0}"/>
                  </a:ext>
                </a:extLst>
              </p:cNvPr>
              <p:cNvSpPr/>
              <p:nvPr/>
            </p:nvSpPr>
            <p:spPr>
              <a:xfrm>
                <a:off x="3593592" y="3388626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2E1A21C0-77CD-3387-9DC8-8D6144FC3974}"/>
                  </a:ext>
                </a:extLst>
              </p:cNvPr>
              <p:cNvSpPr/>
              <p:nvPr/>
            </p:nvSpPr>
            <p:spPr>
              <a:xfrm>
                <a:off x="4251959" y="3388626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9D2C83FA-4C1A-6692-ECDE-204FE47E949D}"/>
                  </a:ext>
                </a:extLst>
              </p:cNvPr>
              <p:cNvSpPr/>
              <p:nvPr/>
            </p:nvSpPr>
            <p:spPr>
              <a:xfrm>
                <a:off x="1289304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65C3B5DF-1DCC-810F-56FE-40FF7A33E825}"/>
                  </a:ext>
                </a:extLst>
              </p:cNvPr>
              <p:cNvSpPr/>
              <p:nvPr/>
            </p:nvSpPr>
            <p:spPr>
              <a:xfrm>
                <a:off x="1947672" y="2818462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E10C1C1E-DC3E-5C87-47B8-3AA669B24312}"/>
                  </a:ext>
                </a:extLst>
              </p:cNvPr>
              <p:cNvSpPr/>
              <p:nvPr/>
            </p:nvSpPr>
            <p:spPr>
              <a:xfrm>
                <a:off x="2606040" y="2818462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B8EBEF97-9217-45CB-3374-49FBF9B9F0B1}"/>
                  </a:ext>
                </a:extLst>
              </p:cNvPr>
              <p:cNvSpPr/>
              <p:nvPr/>
            </p:nvSpPr>
            <p:spPr>
              <a:xfrm>
                <a:off x="3264408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95A53783-AB0E-B886-0E2F-E299637DB1AB}"/>
                  </a:ext>
                </a:extLst>
              </p:cNvPr>
              <p:cNvSpPr/>
              <p:nvPr/>
            </p:nvSpPr>
            <p:spPr>
              <a:xfrm>
                <a:off x="3922775" y="2818462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BB66E8FD-2FA1-7E5D-3A3E-383D25902666}"/>
                  </a:ext>
                </a:extLst>
              </p:cNvPr>
              <p:cNvSpPr/>
              <p:nvPr/>
            </p:nvSpPr>
            <p:spPr>
              <a:xfrm>
                <a:off x="4581144" y="2818462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54538406-FB67-1501-81BE-4A3B364E2E96}"/>
                  </a:ext>
                </a:extLst>
              </p:cNvPr>
              <p:cNvSpPr/>
              <p:nvPr/>
            </p:nvSpPr>
            <p:spPr>
              <a:xfrm>
                <a:off x="960120" y="224829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5F278BF0-ACA8-68AE-1366-158B093EB9A2}"/>
                  </a:ext>
                </a:extLst>
              </p:cNvPr>
              <p:cNvSpPr/>
              <p:nvPr/>
            </p:nvSpPr>
            <p:spPr>
              <a:xfrm>
                <a:off x="1618488" y="224829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E5018905-9367-C076-5838-251B3DF922B0}"/>
                  </a:ext>
                </a:extLst>
              </p:cNvPr>
              <p:cNvSpPr/>
              <p:nvPr/>
            </p:nvSpPr>
            <p:spPr>
              <a:xfrm>
                <a:off x="2276856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C2F2E65D-9F06-06C4-4FB6-D9EB80AC24C6}"/>
                  </a:ext>
                </a:extLst>
              </p:cNvPr>
              <p:cNvSpPr/>
              <p:nvPr/>
            </p:nvSpPr>
            <p:spPr>
              <a:xfrm>
                <a:off x="2935224" y="2248299"/>
                <a:ext cx="274320" cy="274320"/>
              </a:xfrm>
              <a:prstGeom prst="ellipse">
                <a:avLst/>
              </a:prstGeom>
              <a:solidFill>
                <a:schemeClr val="bg1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5E07734D-48B2-2F67-A5B8-8DDE5BB17D59}"/>
                  </a:ext>
                </a:extLst>
              </p:cNvPr>
              <p:cNvSpPr/>
              <p:nvPr/>
            </p:nvSpPr>
            <p:spPr>
              <a:xfrm>
                <a:off x="3593592" y="224829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E723F86B-259A-9BF8-44C2-A44E569611FE}"/>
                  </a:ext>
                </a:extLst>
              </p:cNvPr>
              <p:cNvSpPr/>
              <p:nvPr/>
            </p:nvSpPr>
            <p:spPr>
              <a:xfrm>
                <a:off x="4251959" y="2248299"/>
                <a:ext cx="274320" cy="274320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A7B1A3F-305B-56E0-BB7E-BF88EDB2ACBC}"/>
                </a:ext>
              </a:extLst>
            </p:cNvPr>
            <p:cNvSpPr/>
            <p:nvPr/>
          </p:nvSpPr>
          <p:spPr>
            <a:xfrm rot="18003613">
              <a:off x="1959377" y="3720082"/>
              <a:ext cx="1316682" cy="1141162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15570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B1423AC4-0BAE-017E-16CD-EB7D36476CB3}"/>
              </a:ext>
            </a:extLst>
          </p:cNvPr>
          <p:cNvGrpSpPr/>
          <p:nvPr/>
        </p:nvGrpSpPr>
        <p:grpSpPr>
          <a:xfrm>
            <a:off x="1481328" y="1786962"/>
            <a:ext cx="3895344" cy="3695300"/>
            <a:chOff x="960120" y="2248299"/>
            <a:chExt cx="3895344" cy="3695300"/>
          </a:xfrm>
          <a:solidFill>
            <a:srgbClr val="E6B921"/>
          </a:solidFill>
        </p:grpSpPr>
        <p:cxnSp>
          <p:nvCxnSpPr>
            <p:cNvPr id="7" name="Connector 2">
              <a:extLst>
                <a:ext uri="{FF2B5EF4-FFF2-40B4-BE49-F238E27FC236}">
                  <a16:creationId xmlns:a16="http://schemas.microsoft.com/office/drawing/2014/main" id="{DA131B21-C621-22F1-651A-1E046F6235CB}"/>
                </a:ext>
              </a:extLst>
            </p:cNvPr>
            <p:cNvCxnSpPr/>
            <p:nvPr/>
          </p:nvCxnSpPr>
          <p:spPr>
            <a:xfrm>
              <a:off x="1097280" y="5806440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" name="Connector 3">
              <a:extLst>
                <a:ext uri="{FF2B5EF4-FFF2-40B4-BE49-F238E27FC236}">
                  <a16:creationId xmlns:a16="http://schemas.microsoft.com/office/drawing/2014/main" id="{9045D7D4-0F8A-BE5F-71E7-81DB19507779}"/>
                </a:ext>
              </a:extLst>
            </p:cNvPr>
            <p:cNvCxnSpPr/>
            <p:nvPr/>
          </p:nvCxnSpPr>
          <p:spPr>
            <a:xfrm flipV="1">
              <a:off x="1097280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" name="Connector 4">
              <a:extLst>
                <a:ext uri="{FF2B5EF4-FFF2-40B4-BE49-F238E27FC236}">
                  <a16:creationId xmlns:a16="http://schemas.microsoft.com/office/drawing/2014/main" id="{08C42480-7773-8A52-0CAE-B8898986C45B}"/>
                </a:ext>
              </a:extLst>
            </p:cNvPr>
            <p:cNvCxnSpPr/>
            <p:nvPr/>
          </p:nvCxnSpPr>
          <p:spPr>
            <a:xfrm>
              <a:off x="1755648" y="5806440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" name="Connector 5">
              <a:extLst>
                <a:ext uri="{FF2B5EF4-FFF2-40B4-BE49-F238E27FC236}">
                  <a16:creationId xmlns:a16="http://schemas.microsoft.com/office/drawing/2014/main" id="{AD437271-0EDA-4763-53BF-3E9FF7726886}"/>
                </a:ext>
              </a:extLst>
            </p:cNvPr>
            <p:cNvCxnSpPr/>
            <p:nvPr/>
          </p:nvCxnSpPr>
          <p:spPr>
            <a:xfrm flipH="1" flipV="1">
              <a:off x="1426464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1" name="Connector 6">
              <a:extLst>
                <a:ext uri="{FF2B5EF4-FFF2-40B4-BE49-F238E27FC236}">
                  <a16:creationId xmlns:a16="http://schemas.microsoft.com/office/drawing/2014/main" id="{2DEE93AD-D176-42DC-C627-83EE89511B75}"/>
                </a:ext>
              </a:extLst>
            </p:cNvPr>
            <p:cNvCxnSpPr/>
            <p:nvPr/>
          </p:nvCxnSpPr>
          <p:spPr>
            <a:xfrm flipV="1">
              <a:off x="1755648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2" name="Connector 7">
              <a:extLst>
                <a:ext uri="{FF2B5EF4-FFF2-40B4-BE49-F238E27FC236}">
                  <a16:creationId xmlns:a16="http://schemas.microsoft.com/office/drawing/2014/main" id="{9A02AA60-0B14-F5CC-2E14-7D3485D06066}"/>
                </a:ext>
              </a:extLst>
            </p:cNvPr>
            <p:cNvCxnSpPr/>
            <p:nvPr/>
          </p:nvCxnSpPr>
          <p:spPr>
            <a:xfrm>
              <a:off x="2414015" y="5806440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3" name="Connector 8">
              <a:extLst>
                <a:ext uri="{FF2B5EF4-FFF2-40B4-BE49-F238E27FC236}">
                  <a16:creationId xmlns:a16="http://schemas.microsoft.com/office/drawing/2014/main" id="{AAEADF43-9A18-CD0D-D0BD-70A2F101623F}"/>
                </a:ext>
              </a:extLst>
            </p:cNvPr>
            <p:cNvCxnSpPr/>
            <p:nvPr/>
          </p:nvCxnSpPr>
          <p:spPr>
            <a:xfrm flipH="1" flipV="1">
              <a:off x="2084832" y="5236276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4" name="Connector 9">
              <a:extLst>
                <a:ext uri="{FF2B5EF4-FFF2-40B4-BE49-F238E27FC236}">
                  <a16:creationId xmlns:a16="http://schemas.microsoft.com/office/drawing/2014/main" id="{685CF8FC-6121-32AE-BBC5-CEA9551DECFF}"/>
                </a:ext>
              </a:extLst>
            </p:cNvPr>
            <p:cNvCxnSpPr/>
            <p:nvPr/>
          </p:nvCxnSpPr>
          <p:spPr>
            <a:xfrm flipV="1">
              <a:off x="2414015" y="5236276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5" name="Connector 10">
              <a:extLst>
                <a:ext uri="{FF2B5EF4-FFF2-40B4-BE49-F238E27FC236}">
                  <a16:creationId xmlns:a16="http://schemas.microsoft.com/office/drawing/2014/main" id="{64D8CED3-8C0E-7F3B-8344-E6F09EF149BE}"/>
                </a:ext>
              </a:extLst>
            </p:cNvPr>
            <p:cNvCxnSpPr/>
            <p:nvPr/>
          </p:nvCxnSpPr>
          <p:spPr>
            <a:xfrm>
              <a:off x="3072384" y="5806440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6" name="Connector 11">
              <a:extLst>
                <a:ext uri="{FF2B5EF4-FFF2-40B4-BE49-F238E27FC236}">
                  <a16:creationId xmlns:a16="http://schemas.microsoft.com/office/drawing/2014/main" id="{FCEF1385-51B6-4281-9105-A856C7BAF412}"/>
                </a:ext>
              </a:extLst>
            </p:cNvPr>
            <p:cNvCxnSpPr/>
            <p:nvPr/>
          </p:nvCxnSpPr>
          <p:spPr>
            <a:xfrm flipH="1" flipV="1">
              <a:off x="2743200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7" name="Connector 12">
              <a:extLst>
                <a:ext uri="{FF2B5EF4-FFF2-40B4-BE49-F238E27FC236}">
                  <a16:creationId xmlns:a16="http://schemas.microsoft.com/office/drawing/2014/main" id="{4EA84C51-12CA-BC54-D9FC-47AA0D2C12DA}"/>
                </a:ext>
              </a:extLst>
            </p:cNvPr>
            <p:cNvCxnSpPr/>
            <p:nvPr/>
          </p:nvCxnSpPr>
          <p:spPr>
            <a:xfrm flipV="1">
              <a:off x="3072384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8" name="Connector 13">
              <a:extLst>
                <a:ext uri="{FF2B5EF4-FFF2-40B4-BE49-F238E27FC236}">
                  <a16:creationId xmlns:a16="http://schemas.microsoft.com/office/drawing/2014/main" id="{158D53F7-B5EF-3431-3C6C-A0CE9DEB4CB7}"/>
                </a:ext>
              </a:extLst>
            </p:cNvPr>
            <p:cNvCxnSpPr/>
            <p:nvPr/>
          </p:nvCxnSpPr>
          <p:spPr>
            <a:xfrm>
              <a:off x="3730752" y="5806440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9" name="Connector 14">
              <a:extLst>
                <a:ext uri="{FF2B5EF4-FFF2-40B4-BE49-F238E27FC236}">
                  <a16:creationId xmlns:a16="http://schemas.microsoft.com/office/drawing/2014/main" id="{09360058-6B17-6052-D386-BD39A9A8399C}"/>
                </a:ext>
              </a:extLst>
            </p:cNvPr>
            <p:cNvCxnSpPr/>
            <p:nvPr/>
          </p:nvCxnSpPr>
          <p:spPr>
            <a:xfrm flipH="1" flipV="1">
              <a:off x="3401568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0" name="Connector 15">
              <a:extLst>
                <a:ext uri="{FF2B5EF4-FFF2-40B4-BE49-F238E27FC236}">
                  <a16:creationId xmlns:a16="http://schemas.microsoft.com/office/drawing/2014/main" id="{954E15A3-E19E-52DB-77CB-2C2EF259E279}"/>
                </a:ext>
              </a:extLst>
            </p:cNvPr>
            <p:cNvCxnSpPr/>
            <p:nvPr/>
          </p:nvCxnSpPr>
          <p:spPr>
            <a:xfrm flipV="1">
              <a:off x="3730752" y="5236276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1" name="Connector 16">
              <a:extLst>
                <a:ext uri="{FF2B5EF4-FFF2-40B4-BE49-F238E27FC236}">
                  <a16:creationId xmlns:a16="http://schemas.microsoft.com/office/drawing/2014/main" id="{3AAA1CF8-05DD-36FB-A148-533A6A84578A}"/>
                </a:ext>
              </a:extLst>
            </p:cNvPr>
            <p:cNvCxnSpPr/>
            <p:nvPr/>
          </p:nvCxnSpPr>
          <p:spPr>
            <a:xfrm flipH="1" flipV="1">
              <a:off x="4059935" y="5236276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2" name="Connector 17">
              <a:extLst>
                <a:ext uri="{FF2B5EF4-FFF2-40B4-BE49-F238E27FC236}">
                  <a16:creationId xmlns:a16="http://schemas.microsoft.com/office/drawing/2014/main" id="{C410E9BD-3712-3781-FC87-BCC6DF432D57}"/>
                </a:ext>
              </a:extLst>
            </p:cNvPr>
            <p:cNvCxnSpPr/>
            <p:nvPr/>
          </p:nvCxnSpPr>
          <p:spPr>
            <a:xfrm flipV="1">
              <a:off x="4389120" y="5236276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3" name="Connector 18">
              <a:extLst>
                <a:ext uri="{FF2B5EF4-FFF2-40B4-BE49-F238E27FC236}">
                  <a16:creationId xmlns:a16="http://schemas.microsoft.com/office/drawing/2014/main" id="{3FBAEFF7-7A6B-2790-343F-B32BF607F7A2}"/>
                </a:ext>
              </a:extLst>
            </p:cNvPr>
            <p:cNvCxnSpPr/>
            <p:nvPr/>
          </p:nvCxnSpPr>
          <p:spPr>
            <a:xfrm>
              <a:off x="1426464" y="523627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4" name="Connector 19">
              <a:extLst>
                <a:ext uri="{FF2B5EF4-FFF2-40B4-BE49-F238E27FC236}">
                  <a16:creationId xmlns:a16="http://schemas.microsoft.com/office/drawing/2014/main" id="{7F8171F0-781B-120E-16C8-002B36958D84}"/>
                </a:ext>
              </a:extLst>
            </p:cNvPr>
            <p:cNvCxnSpPr/>
            <p:nvPr/>
          </p:nvCxnSpPr>
          <p:spPr>
            <a:xfrm flipH="1" flipV="1">
              <a:off x="1097280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5" name="Connector 20">
              <a:extLst>
                <a:ext uri="{FF2B5EF4-FFF2-40B4-BE49-F238E27FC236}">
                  <a16:creationId xmlns:a16="http://schemas.microsoft.com/office/drawing/2014/main" id="{6429CBB7-814A-2EB6-795C-8848F94C7B98}"/>
                </a:ext>
              </a:extLst>
            </p:cNvPr>
            <p:cNvCxnSpPr/>
            <p:nvPr/>
          </p:nvCxnSpPr>
          <p:spPr>
            <a:xfrm flipV="1">
              <a:off x="1426464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6" name="Connector 21">
              <a:extLst>
                <a:ext uri="{FF2B5EF4-FFF2-40B4-BE49-F238E27FC236}">
                  <a16:creationId xmlns:a16="http://schemas.microsoft.com/office/drawing/2014/main" id="{FCBFA636-E88F-150F-BE90-8E1F7C5999A2}"/>
                </a:ext>
              </a:extLst>
            </p:cNvPr>
            <p:cNvCxnSpPr/>
            <p:nvPr/>
          </p:nvCxnSpPr>
          <p:spPr>
            <a:xfrm>
              <a:off x="2084832" y="523627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7" name="Connector 22">
              <a:extLst>
                <a:ext uri="{FF2B5EF4-FFF2-40B4-BE49-F238E27FC236}">
                  <a16:creationId xmlns:a16="http://schemas.microsoft.com/office/drawing/2014/main" id="{DDEDFF0C-1872-6828-E4BF-F5B92112D081}"/>
                </a:ext>
              </a:extLst>
            </p:cNvPr>
            <p:cNvCxnSpPr/>
            <p:nvPr/>
          </p:nvCxnSpPr>
          <p:spPr>
            <a:xfrm flipH="1" flipV="1">
              <a:off x="1755648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8" name="Connector 23">
              <a:extLst>
                <a:ext uri="{FF2B5EF4-FFF2-40B4-BE49-F238E27FC236}">
                  <a16:creationId xmlns:a16="http://schemas.microsoft.com/office/drawing/2014/main" id="{B9E1CBD1-E23B-D1E1-0952-CC96D060FC25}"/>
                </a:ext>
              </a:extLst>
            </p:cNvPr>
            <p:cNvCxnSpPr/>
            <p:nvPr/>
          </p:nvCxnSpPr>
          <p:spPr>
            <a:xfrm flipV="1">
              <a:off x="2084832" y="4666113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29" name="Connector 24">
              <a:extLst>
                <a:ext uri="{FF2B5EF4-FFF2-40B4-BE49-F238E27FC236}">
                  <a16:creationId xmlns:a16="http://schemas.microsoft.com/office/drawing/2014/main" id="{D3D09C55-D39F-1FB0-4565-C947D177CBCE}"/>
                </a:ext>
              </a:extLst>
            </p:cNvPr>
            <p:cNvCxnSpPr/>
            <p:nvPr/>
          </p:nvCxnSpPr>
          <p:spPr>
            <a:xfrm>
              <a:off x="2743200" y="523627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0" name="Connector 25">
              <a:extLst>
                <a:ext uri="{FF2B5EF4-FFF2-40B4-BE49-F238E27FC236}">
                  <a16:creationId xmlns:a16="http://schemas.microsoft.com/office/drawing/2014/main" id="{FEDB8E36-C88F-36B4-9AAE-F36534E82A00}"/>
                </a:ext>
              </a:extLst>
            </p:cNvPr>
            <p:cNvCxnSpPr/>
            <p:nvPr/>
          </p:nvCxnSpPr>
          <p:spPr>
            <a:xfrm flipH="1" flipV="1">
              <a:off x="2414015" y="4666113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1" name="Connector 26">
              <a:extLst>
                <a:ext uri="{FF2B5EF4-FFF2-40B4-BE49-F238E27FC236}">
                  <a16:creationId xmlns:a16="http://schemas.microsoft.com/office/drawing/2014/main" id="{18458F9C-B17E-DBF7-B153-E8F8BD0379A2}"/>
                </a:ext>
              </a:extLst>
            </p:cNvPr>
            <p:cNvCxnSpPr/>
            <p:nvPr/>
          </p:nvCxnSpPr>
          <p:spPr>
            <a:xfrm flipV="1">
              <a:off x="2743200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2" name="Connector 27">
              <a:extLst>
                <a:ext uri="{FF2B5EF4-FFF2-40B4-BE49-F238E27FC236}">
                  <a16:creationId xmlns:a16="http://schemas.microsoft.com/office/drawing/2014/main" id="{81A47A8C-A985-2A39-C466-0AD50C40324E}"/>
                </a:ext>
              </a:extLst>
            </p:cNvPr>
            <p:cNvCxnSpPr/>
            <p:nvPr/>
          </p:nvCxnSpPr>
          <p:spPr>
            <a:xfrm>
              <a:off x="3401568" y="5236276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3" name="Connector 28">
              <a:extLst>
                <a:ext uri="{FF2B5EF4-FFF2-40B4-BE49-F238E27FC236}">
                  <a16:creationId xmlns:a16="http://schemas.microsoft.com/office/drawing/2014/main" id="{F68DC73E-78C4-396B-2D15-516522AFF6C0}"/>
                </a:ext>
              </a:extLst>
            </p:cNvPr>
            <p:cNvCxnSpPr/>
            <p:nvPr/>
          </p:nvCxnSpPr>
          <p:spPr>
            <a:xfrm flipH="1" flipV="1">
              <a:off x="3072384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4" name="Connector 29">
              <a:extLst>
                <a:ext uri="{FF2B5EF4-FFF2-40B4-BE49-F238E27FC236}">
                  <a16:creationId xmlns:a16="http://schemas.microsoft.com/office/drawing/2014/main" id="{09541363-BDA7-AB08-51E6-147D563765AD}"/>
                </a:ext>
              </a:extLst>
            </p:cNvPr>
            <p:cNvCxnSpPr/>
            <p:nvPr/>
          </p:nvCxnSpPr>
          <p:spPr>
            <a:xfrm flipV="1">
              <a:off x="3401568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5" name="Connector 30">
              <a:extLst>
                <a:ext uri="{FF2B5EF4-FFF2-40B4-BE49-F238E27FC236}">
                  <a16:creationId xmlns:a16="http://schemas.microsoft.com/office/drawing/2014/main" id="{63E5E82C-D300-407D-39AD-0D31B74BE1AA}"/>
                </a:ext>
              </a:extLst>
            </p:cNvPr>
            <p:cNvCxnSpPr/>
            <p:nvPr/>
          </p:nvCxnSpPr>
          <p:spPr>
            <a:xfrm>
              <a:off x="4059935" y="5236276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6" name="Connector 31">
              <a:extLst>
                <a:ext uri="{FF2B5EF4-FFF2-40B4-BE49-F238E27FC236}">
                  <a16:creationId xmlns:a16="http://schemas.microsoft.com/office/drawing/2014/main" id="{04908B73-ADB3-7FE0-FBBC-4D37D353012F}"/>
                </a:ext>
              </a:extLst>
            </p:cNvPr>
            <p:cNvCxnSpPr/>
            <p:nvPr/>
          </p:nvCxnSpPr>
          <p:spPr>
            <a:xfrm flipH="1" flipV="1">
              <a:off x="3730752" y="4666113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7" name="Connector 32">
              <a:extLst>
                <a:ext uri="{FF2B5EF4-FFF2-40B4-BE49-F238E27FC236}">
                  <a16:creationId xmlns:a16="http://schemas.microsoft.com/office/drawing/2014/main" id="{73652B04-4DB0-06C7-6D88-4631A7E0BB50}"/>
                </a:ext>
              </a:extLst>
            </p:cNvPr>
            <p:cNvCxnSpPr/>
            <p:nvPr/>
          </p:nvCxnSpPr>
          <p:spPr>
            <a:xfrm flipV="1">
              <a:off x="4059935" y="4666113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8" name="Connector 33">
              <a:extLst>
                <a:ext uri="{FF2B5EF4-FFF2-40B4-BE49-F238E27FC236}">
                  <a16:creationId xmlns:a16="http://schemas.microsoft.com/office/drawing/2014/main" id="{00959A01-5CF3-27E2-8440-1773B77E6E81}"/>
                </a:ext>
              </a:extLst>
            </p:cNvPr>
            <p:cNvCxnSpPr/>
            <p:nvPr/>
          </p:nvCxnSpPr>
          <p:spPr>
            <a:xfrm flipH="1" flipV="1">
              <a:off x="4389120" y="4666113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39" name="Connector 34">
              <a:extLst>
                <a:ext uri="{FF2B5EF4-FFF2-40B4-BE49-F238E27FC236}">
                  <a16:creationId xmlns:a16="http://schemas.microsoft.com/office/drawing/2014/main" id="{FF0BCF00-D5A8-6F68-A609-B965785CC1E9}"/>
                </a:ext>
              </a:extLst>
            </p:cNvPr>
            <p:cNvCxnSpPr/>
            <p:nvPr/>
          </p:nvCxnSpPr>
          <p:spPr>
            <a:xfrm>
              <a:off x="1097280" y="4666113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0" name="Connector 35">
              <a:extLst>
                <a:ext uri="{FF2B5EF4-FFF2-40B4-BE49-F238E27FC236}">
                  <a16:creationId xmlns:a16="http://schemas.microsoft.com/office/drawing/2014/main" id="{28D4EEE4-340F-D12D-6ED7-E374D0FEB8FB}"/>
                </a:ext>
              </a:extLst>
            </p:cNvPr>
            <p:cNvCxnSpPr/>
            <p:nvPr/>
          </p:nvCxnSpPr>
          <p:spPr>
            <a:xfrm flipV="1">
              <a:off x="1097280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1" name="Connector 36">
              <a:extLst>
                <a:ext uri="{FF2B5EF4-FFF2-40B4-BE49-F238E27FC236}">
                  <a16:creationId xmlns:a16="http://schemas.microsoft.com/office/drawing/2014/main" id="{07D8FD02-AA2A-6F27-55A6-FD472E129663}"/>
                </a:ext>
              </a:extLst>
            </p:cNvPr>
            <p:cNvCxnSpPr/>
            <p:nvPr/>
          </p:nvCxnSpPr>
          <p:spPr>
            <a:xfrm>
              <a:off x="1755648" y="4666113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2" name="Connector 37">
              <a:extLst>
                <a:ext uri="{FF2B5EF4-FFF2-40B4-BE49-F238E27FC236}">
                  <a16:creationId xmlns:a16="http://schemas.microsoft.com/office/drawing/2014/main" id="{B7645314-692C-7974-03F8-469DB6B2CB4B}"/>
                </a:ext>
              </a:extLst>
            </p:cNvPr>
            <p:cNvCxnSpPr/>
            <p:nvPr/>
          </p:nvCxnSpPr>
          <p:spPr>
            <a:xfrm flipH="1" flipV="1">
              <a:off x="1426464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3" name="Connector 38">
              <a:extLst>
                <a:ext uri="{FF2B5EF4-FFF2-40B4-BE49-F238E27FC236}">
                  <a16:creationId xmlns:a16="http://schemas.microsoft.com/office/drawing/2014/main" id="{7EDFCC5C-0145-6A87-64B4-2028A728E280}"/>
                </a:ext>
              </a:extLst>
            </p:cNvPr>
            <p:cNvCxnSpPr/>
            <p:nvPr/>
          </p:nvCxnSpPr>
          <p:spPr>
            <a:xfrm flipV="1">
              <a:off x="1755648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4" name="Connector 39">
              <a:extLst>
                <a:ext uri="{FF2B5EF4-FFF2-40B4-BE49-F238E27FC236}">
                  <a16:creationId xmlns:a16="http://schemas.microsoft.com/office/drawing/2014/main" id="{4352E4B6-013F-FC42-A01C-79B8ECDA0BDA}"/>
                </a:ext>
              </a:extLst>
            </p:cNvPr>
            <p:cNvCxnSpPr/>
            <p:nvPr/>
          </p:nvCxnSpPr>
          <p:spPr>
            <a:xfrm>
              <a:off x="2414015" y="4666113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5" name="Connector 40">
              <a:extLst>
                <a:ext uri="{FF2B5EF4-FFF2-40B4-BE49-F238E27FC236}">
                  <a16:creationId xmlns:a16="http://schemas.microsoft.com/office/drawing/2014/main" id="{A2087F91-780C-6155-667F-68F1B235D52D}"/>
                </a:ext>
              </a:extLst>
            </p:cNvPr>
            <p:cNvCxnSpPr/>
            <p:nvPr/>
          </p:nvCxnSpPr>
          <p:spPr>
            <a:xfrm flipH="1" flipV="1">
              <a:off x="2084832" y="4095949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6" name="Connector 41">
              <a:extLst>
                <a:ext uri="{FF2B5EF4-FFF2-40B4-BE49-F238E27FC236}">
                  <a16:creationId xmlns:a16="http://schemas.microsoft.com/office/drawing/2014/main" id="{777FDECF-F4AD-2E3A-F91D-5CC6FDD880A1}"/>
                </a:ext>
              </a:extLst>
            </p:cNvPr>
            <p:cNvCxnSpPr/>
            <p:nvPr/>
          </p:nvCxnSpPr>
          <p:spPr>
            <a:xfrm flipV="1">
              <a:off x="2414015" y="4095949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7" name="Connector 42">
              <a:extLst>
                <a:ext uri="{FF2B5EF4-FFF2-40B4-BE49-F238E27FC236}">
                  <a16:creationId xmlns:a16="http://schemas.microsoft.com/office/drawing/2014/main" id="{39D9C942-18C8-03DC-9AAC-68AFCB0C1D89}"/>
                </a:ext>
              </a:extLst>
            </p:cNvPr>
            <p:cNvCxnSpPr/>
            <p:nvPr/>
          </p:nvCxnSpPr>
          <p:spPr>
            <a:xfrm>
              <a:off x="3072384" y="4666113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8" name="Connector 43">
              <a:extLst>
                <a:ext uri="{FF2B5EF4-FFF2-40B4-BE49-F238E27FC236}">
                  <a16:creationId xmlns:a16="http://schemas.microsoft.com/office/drawing/2014/main" id="{64AD17D6-5707-B141-817D-8ED26F37757D}"/>
                </a:ext>
              </a:extLst>
            </p:cNvPr>
            <p:cNvCxnSpPr/>
            <p:nvPr/>
          </p:nvCxnSpPr>
          <p:spPr>
            <a:xfrm flipH="1" flipV="1">
              <a:off x="2743200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49" name="Connector 44">
              <a:extLst>
                <a:ext uri="{FF2B5EF4-FFF2-40B4-BE49-F238E27FC236}">
                  <a16:creationId xmlns:a16="http://schemas.microsoft.com/office/drawing/2014/main" id="{2AC42B35-7A25-D6AA-2D7E-A83B3C831076}"/>
                </a:ext>
              </a:extLst>
            </p:cNvPr>
            <p:cNvCxnSpPr/>
            <p:nvPr/>
          </p:nvCxnSpPr>
          <p:spPr>
            <a:xfrm flipV="1">
              <a:off x="3072384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0" name="Connector 45">
              <a:extLst>
                <a:ext uri="{FF2B5EF4-FFF2-40B4-BE49-F238E27FC236}">
                  <a16:creationId xmlns:a16="http://schemas.microsoft.com/office/drawing/2014/main" id="{4EC6BEFE-F9E1-D34D-C31C-D5BD47081946}"/>
                </a:ext>
              </a:extLst>
            </p:cNvPr>
            <p:cNvCxnSpPr/>
            <p:nvPr/>
          </p:nvCxnSpPr>
          <p:spPr>
            <a:xfrm>
              <a:off x="3730752" y="4666113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1" name="Connector 46">
              <a:extLst>
                <a:ext uri="{FF2B5EF4-FFF2-40B4-BE49-F238E27FC236}">
                  <a16:creationId xmlns:a16="http://schemas.microsoft.com/office/drawing/2014/main" id="{B1515A75-1340-3016-1230-53912F3D0F35}"/>
                </a:ext>
              </a:extLst>
            </p:cNvPr>
            <p:cNvCxnSpPr/>
            <p:nvPr/>
          </p:nvCxnSpPr>
          <p:spPr>
            <a:xfrm flipH="1" flipV="1">
              <a:off x="3401568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2" name="Connector 47">
              <a:extLst>
                <a:ext uri="{FF2B5EF4-FFF2-40B4-BE49-F238E27FC236}">
                  <a16:creationId xmlns:a16="http://schemas.microsoft.com/office/drawing/2014/main" id="{D5780C48-C688-4449-62C4-DB555F076B84}"/>
                </a:ext>
              </a:extLst>
            </p:cNvPr>
            <p:cNvCxnSpPr/>
            <p:nvPr/>
          </p:nvCxnSpPr>
          <p:spPr>
            <a:xfrm flipV="1">
              <a:off x="3730752" y="4095949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3" name="Connector 48">
              <a:extLst>
                <a:ext uri="{FF2B5EF4-FFF2-40B4-BE49-F238E27FC236}">
                  <a16:creationId xmlns:a16="http://schemas.microsoft.com/office/drawing/2014/main" id="{AD36A990-9D1F-7A13-9924-369505C811B5}"/>
                </a:ext>
              </a:extLst>
            </p:cNvPr>
            <p:cNvCxnSpPr/>
            <p:nvPr/>
          </p:nvCxnSpPr>
          <p:spPr>
            <a:xfrm flipH="1" flipV="1">
              <a:off x="4059935" y="4095949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4" name="Connector 49">
              <a:extLst>
                <a:ext uri="{FF2B5EF4-FFF2-40B4-BE49-F238E27FC236}">
                  <a16:creationId xmlns:a16="http://schemas.microsoft.com/office/drawing/2014/main" id="{70366250-0BC4-32F3-3A02-BED5B0DD0346}"/>
                </a:ext>
              </a:extLst>
            </p:cNvPr>
            <p:cNvCxnSpPr/>
            <p:nvPr/>
          </p:nvCxnSpPr>
          <p:spPr>
            <a:xfrm flipV="1">
              <a:off x="4389120" y="4095949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5" name="Connector 50">
              <a:extLst>
                <a:ext uri="{FF2B5EF4-FFF2-40B4-BE49-F238E27FC236}">
                  <a16:creationId xmlns:a16="http://schemas.microsoft.com/office/drawing/2014/main" id="{132AAF43-121E-591F-4EEA-2CFE903983A9}"/>
                </a:ext>
              </a:extLst>
            </p:cNvPr>
            <p:cNvCxnSpPr/>
            <p:nvPr/>
          </p:nvCxnSpPr>
          <p:spPr>
            <a:xfrm>
              <a:off x="1426464" y="409594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6" name="Connector 51">
              <a:extLst>
                <a:ext uri="{FF2B5EF4-FFF2-40B4-BE49-F238E27FC236}">
                  <a16:creationId xmlns:a16="http://schemas.microsoft.com/office/drawing/2014/main" id="{3C8E1669-AD1B-546D-840C-5790D2133EF6}"/>
                </a:ext>
              </a:extLst>
            </p:cNvPr>
            <p:cNvCxnSpPr/>
            <p:nvPr/>
          </p:nvCxnSpPr>
          <p:spPr>
            <a:xfrm flipH="1" flipV="1">
              <a:off x="1097280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7" name="Connector 52">
              <a:extLst>
                <a:ext uri="{FF2B5EF4-FFF2-40B4-BE49-F238E27FC236}">
                  <a16:creationId xmlns:a16="http://schemas.microsoft.com/office/drawing/2014/main" id="{8ACECF5B-C493-3CD8-16C3-942471B582C1}"/>
                </a:ext>
              </a:extLst>
            </p:cNvPr>
            <p:cNvCxnSpPr/>
            <p:nvPr/>
          </p:nvCxnSpPr>
          <p:spPr>
            <a:xfrm flipV="1">
              <a:off x="1426464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8" name="Connector 53">
              <a:extLst>
                <a:ext uri="{FF2B5EF4-FFF2-40B4-BE49-F238E27FC236}">
                  <a16:creationId xmlns:a16="http://schemas.microsoft.com/office/drawing/2014/main" id="{FE1C44D9-A641-9E5C-C963-56870A55F9A1}"/>
                </a:ext>
              </a:extLst>
            </p:cNvPr>
            <p:cNvCxnSpPr/>
            <p:nvPr/>
          </p:nvCxnSpPr>
          <p:spPr>
            <a:xfrm>
              <a:off x="2084832" y="409594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59" name="Connector 54">
              <a:extLst>
                <a:ext uri="{FF2B5EF4-FFF2-40B4-BE49-F238E27FC236}">
                  <a16:creationId xmlns:a16="http://schemas.microsoft.com/office/drawing/2014/main" id="{732C60DD-925C-374D-7911-E33A97C8E3F9}"/>
                </a:ext>
              </a:extLst>
            </p:cNvPr>
            <p:cNvCxnSpPr/>
            <p:nvPr/>
          </p:nvCxnSpPr>
          <p:spPr>
            <a:xfrm flipH="1" flipV="1">
              <a:off x="1755648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0" name="Connector 55">
              <a:extLst>
                <a:ext uri="{FF2B5EF4-FFF2-40B4-BE49-F238E27FC236}">
                  <a16:creationId xmlns:a16="http://schemas.microsoft.com/office/drawing/2014/main" id="{C10504FD-7C93-6D64-113D-548DD6BC9E42}"/>
                </a:ext>
              </a:extLst>
            </p:cNvPr>
            <p:cNvCxnSpPr/>
            <p:nvPr/>
          </p:nvCxnSpPr>
          <p:spPr>
            <a:xfrm flipV="1">
              <a:off x="2084832" y="3525786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1" name="Connector 56">
              <a:extLst>
                <a:ext uri="{FF2B5EF4-FFF2-40B4-BE49-F238E27FC236}">
                  <a16:creationId xmlns:a16="http://schemas.microsoft.com/office/drawing/2014/main" id="{963B4E64-AF67-3CF9-9434-CC162667D630}"/>
                </a:ext>
              </a:extLst>
            </p:cNvPr>
            <p:cNvCxnSpPr/>
            <p:nvPr/>
          </p:nvCxnSpPr>
          <p:spPr>
            <a:xfrm>
              <a:off x="2743200" y="409594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2" name="Connector 57">
              <a:extLst>
                <a:ext uri="{FF2B5EF4-FFF2-40B4-BE49-F238E27FC236}">
                  <a16:creationId xmlns:a16="http://schemas.microsoft.com/office/drawing/2014/main" id="{49D5CEE0-DD70-729D-EB95-38BB6EB0330F}"/>
                </a:ext>
              </a:extLst>
            </p:cNvPr>
            <p:cNvCxnSpPr/>
            <p:nvPr/>
          </p:nvCxnSpPr>
          <p:spPr>
            <a:xfrm flipH="1" flipV="1">
              <a:off x="2414015" y="3525786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3" name="Connector 58">
              <a:extLst>
                <a:ext uri="{FF2B5EF4-FFF2-40B4-BE49-F238E27FC236}">
                  <a16:creationId xmlns:a16="http://schemas.microsoft.com/office/drawing/2014/main" id="{4ACE66DC-830A-4F1F-2FD0-45790B0073F1}"/>
                </a:ext>
              </a:extLst>
            </p:cNvPr>
            <p:cNvCxnSpPr/>
            <p:nvPr/>
          </p:nvCxnSpPr>
          <p:spPr>
            <a:xfrm flipV="1">
              <a:off x="2743200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4" name="Connector 59">
              <a:extLst>
                <a:ext uri="{FF2B5EF4-FFF2-40B4-BE49-F238E27FC236}">
                  <a16:creationId xmlns:a16="http://schemas.microsoft.com/office/drawing/2014/main" id="{A2136159-821C-AE65-9ADA-C2CA6EB519C5}"/>
                </a:ext>
              </a:extLst>
            </p:cNvPr>
            <p:cNvCxnSpPr/>
            <p:nvPr/>
          </p:nvCxnSpPr>
          <p:spPr>
            <a:xfrm>
              <a:off x="3401568" y="4095949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5" name="Connector 60">
              <a:extLst>
                <a:ext uri="{FF2B5EF4-FFF2-40B4-BE49-F238E27FC236}">
                  <a16:creationId xmlns:a16="http://schemas.microsoft.com/office/drawing/2014/main" id="{778115CC-64D9-4957-A266-D2992B7C9857}"/>
                </a:ext>
              </a:extLst>
            </p:cNvPr>
            <p:cNvCxnSpPr/>
            <p:nvPr/>
          </p:nvCxnSpPr>
          <p:spPr>
            <a:xfrm flipH="1" flipV="1">
              <a:off x="3072384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6" name="Connector 61">
              <a:extLst>
                <a:ext uri="{FF2B5EF4-FFF2-40B4-BE49-F238E27FC236}">
                  <a16:creationId xmlns:a16="http://schemas.microsoft.com/office/drawing/2014/main" id="{F143DFE1-6740-005A-5F68-40C46058CF2A}"/>
                </a:ext>
              </a:extLst>
            </p:cNvPr>
            <p:cNvCxnSpPr/>
            <p:nvPr/>
          </p:nvCxnSpPr>
          <p:spPr>
            <a:xfrm flipV="1">
              <a:off x="3401568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7" name="Connector 62">
              <a:extLst>
                <a:ext uri="{FF2B5EF4-FFF2-40B4-BE49-F238E27FC236}">
                  <a16:creationId xmlns:a16="http://schemas.microsoft.com/office/drawing/2014/main" id="{FCF38784-28C6-A869-752A-F560E8075450}"/>
                </a:ext>
              </a:extLst>
            </p:cNvPr>
            <p:cNvCxnSpPr/>
            <p:nvPr/>
          </p:nvCxnSpPr>
          <p:spPr>
            <a:xfrm>
              <a:off x="4059935" y="4095949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8" name="Connector 63">
              <a:extLst>
                <a:ext uri="{FF2B5EF4-FFF2-40B4-BE49-F238E27FC236}">
                  <a16:creationId xmlns:a16="http://schemas.microsoft.com/office/drawing/2014/main" id="{985E8E3A-17EB-FA3E-A7C7-902802FA637A}"/>
                </a:ext>
              </a:extLst>
            </p:cNvPr>
            <p:cNvCxnSpPr/>
            <p:nvPr/>
          </p:nvCxnSpPr>
          <p:spPr>
            <a:xfrm flipH="1" flipV="1">
              <a:off x="3730752" y="3525786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69" name="Connector 64">
              <a:extLst>
                <a:ext uri="{FF2B5EF4-FFF2-40B4-BE49-F238E27FC236}">
                  <a16:creationId xmlns:a16="http://schemas.microsoft.com/office/drawing/2014/main" id="{C6360D40-721C-BC48-B780-95233C934DAC}"/>
                </a:ext>
              </a:extLst>
            </p:cNvPr>
            <p:cNvCxnSpPr/>
            <p:nvPr/>
          </p:nvCxnSpPr>
          <p:spPr>
            <a:xfrm flipV="1">
              <a:off x="4059935" y="3525786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0" name="Connector 65">
              <a:extLst>
                <a:ext uri="{FF2B5EF4-FFF2-40B4-BE49-F238E27FC236}">
                  <a16:creationId xmlns:a16="http://schemas.microsoft.com/office/drawing/2014/main" id="{2D5D5C51-797E-43BA-AC35-F86CF298A070}"/>
                </a:ext>
              </a:extLst>
            </p:cNvPr>
            <p:cNvCxnSpPr/>
            <p:nvPr/>
          </p:nvCxnSpPr>
          <p:spPr>
            <a:xfrm flipH="1" flipV="1">
              <a:off x="4389120" y="3525786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1" name="Connector 66">
              <a:extLst>
                <a:ext uri="{FF2B5EF4-FFF2-40B4-BE49-F238E27FC236}">
                  <a16:creationId xmlns:a16="http://schemas.microsoft.com/office/drawing/2014/main" id="{B7C645A8-CBA8-AED4-2450-8FCA6FDD4942}"/>
                </a:ext>
              </a:extLst>
            </p:cNvPr>
            <p:cNvCxnSpPr/>
            <p:nvPr/>
          </p:nvCxnSpPr>
          <p:spPr>
            <a:xfrm>
              <a:off x="1097280" y="352578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2" name="Connector 67">
              <a:extLst>
                <a:ext uri="{FF2B5EF4-FFF2-40B4-BE49-F238E27FC236}">
                  <a16:creationId xmlns:a16="http://schemas.microsoft.com/office/drawing/2014/main" id="{778A2BCC-E155-4E58-1342-F641AE9470C0}"/>
                </a:ext>
              </a:extLst>
            </p:cNvPr>
            <p:cNvCxnSpPr/>
            <p:nvPr/>
          </p:nvCxnSpPr>
          <p:spPr>
            <a:xfrm flipV="1">
              <a:off x="1097280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3" name="Connector 68">
              <a:extLst>
                <a:ext uri="{FF2B5EF4-FFF2-40B4-BE49-F238E27FC236}">
                  <a16:creationId xmlns:a16="http://schemas.microsoft.com/office/drawing/2014/main" id="{EA0D1EFE-FB59-93BD-D25B-CC4F8FE09B65}"/>
                </a:ext>
              </a:extLst>
            </p:cNvPr>
            <p:cNvCxnSpPr/>
            <p:nvPr/>
          </p:nvCxnSpPr>
          <p:spPr>
            <a:xfrm>
              <a:off x="1755648" y="3525786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4" name="Connector 69">
              <a:extLst>
                <a:ext uri="{FF2B5EF4-FFF2-40B4-BE49-F238E27FC236}">
                  <a16:creationId xmlns:a16="http://schemas.microsoft.com/office/drawing/2014/main" id="{3A4103EB-F555-0F2C-A2E2-92E454E77DD9}"/>
                </a:ext>
              </a:extLst>
            </p:cNvPr>
            <p:cNvCxnSpPr/>
            <p:nvPr/>
          </p:nvCxnSpPr>
          <p:spPr>
            <a:xfrm flipH="1" flipV="1">
              <a:off x="1426464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5" name="Connector 70">
              <a:extLst>
                <a:ext uri="{FF2B5EF4-FFF2-40B4-BE49-F238E27FC236}">
                  <a16:creationId xmlns:a16="http://schemas.microsoft.com/office/drawing/2014/main" id="{FF055AC6-7A03-5823-DE27-5087FB40F974}"/>
                </a:ext>
              </a:extLst>
            </p:cNvPr>
            <p:cNvCxnSpPr/>
            <p:nvPr/>
          </p:nvCxnSpPr>
          <p:spPr>
            <a:xfrm flipV="1">
              <a:off x="1755648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6" name="Connector 71">
              <a:extLst>
                <a:ext uri="{FF2B5EF4-FFF2-40B4-BE49-F238E27FC236}">
                  <a16:creationId xmlns:a16="http://schemas.microsoft.com/office/drawing/2014/main" id="{DFD83F08-90CE-5E27-8DD7-A2134162EA2C}"/>
                </a:ext>
              </a:extLst>
            </p:cNvPr>
            <p:cNvCxnSpPr/>
            <p:nvPr/>
          </p:nvCxnSpPr>
          <p:spPr>
            <a:xfrm>
              <a:off x="2414015" y="3525786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7" name="Connector 72">
              <a:extLst>
                <a:ext uri="{FF2B5EF4-FFF2-40B4-BE49-F238E27FC236}">
                  <a16:creationId xmlns:a16="http://schemas.microsoft.com/office/drawing/2014/main" id="{66502D7D-B0E8-0D7A-90BB-61B8588AA7F3}"/>
                </a:ext>
              </a:extLst>
            </p:cNvPr>
            <p:cNvCxnSpPr/>
            <p:nvPr/>
          </p:nvCxnSpPr>
          <p:spPr>
            <a:xfrm flipH="1" flipV="1">
              <a:off x="2084832" y="2955622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8" name="Connector 73">
              <a:extLst>
                <a:ext uri="{FF2B5EF4-FFF2-40B4-BE49-F238E27FC236}">
                  <a16:creationId xmlns:a16="http://schemas.microsoft.com/office/drawing/2014/main" id="{59F37020-9263-A76C-DD0F-3B75F536E5C0}"/>
                </a:ext>
              </a:extLst>
            </p:cNvPr>
            <p:cNvCxnSpPr/>
            <p:nvPr/>
          </p:nvCxnSpPr>
          <p:spPr>
            <a:xfrm flipV="1">
              <a:off x="2414015" y="2955622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79" name="Connector 74">
              <a:extLst>
                <a:ext uri="{FF2B5EF4-FFF2-40B4-BE49-F238E27FC236}">
                  <a16:creationId xmlns:a16="http://schemas.microsoft.com/office/drawing/2014/main" id="{9F9956D8-EC0A-4C24-888C-37E2AF533246}"/>
                </a:ext>
              </a:extLst>
            </p:cNvPr>
            <p:cNvCxnSpPr/>
            <p:nvPr/>
          </p:nvCxnSpPr>
          <p:spPr>
            <a:xfrm>
              <a:off x="3072384" y="352578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0" name="Connector 75">
              <a:extLst>
                <a:ext uri="{FF2B5EF4-FFF2-40B4-BE49-F238E27FC236}">
                  <a16:creationId xmlns:a16="http://schemas.microsoft.com/office/drawing/2014/main" id="{03D21539-B09E-AD73-A306-28F429116668}"/>
                </a:ext>
              </a:extLst>
            </p:cNvPr>
            <p:cNvCxnSpPr/>
            <p:nvPr/>
          </p:nvCxnSpPr>
          <p:spPr>
            <a:xfrm flipH="1" flipV="1">
              <a:off x="2743200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1" name="Connector 76">
              <a:extLst>
                <a:ext uri="{FF2B5EF4-FFF2-40B4-BE49-F238E27FC236}">
                  <a16:creationId xmlns:a16="http://schemas.microsoft.com/office/drawing/2014/main" id="{5278D072-7B9F-1787-C9B0-63B95830FB10}"/>
                </a:ext>
              </a:extLst>
            </p:cNvPr>
            <p:cNvCxnSpPr/>
            <p:nvPr/>
          </p:nvCxnSpPr>
          <p:spPr>
            <a:xfrm flipV="1">
              <a:off x="3072384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2" name="Connector 77">
              <a:extLst>
                <a:ext uri="{FF2B5EF4-FFF2-40B4-BE49-F238E27FC236}">
                  <a16:creationId xmlns:a16="http://schemas.microsoft.com/office/drawing/2014/main" id="{8DEBF03E-8436-3686-A521-FD34DAE3B68B}"/>
                </a:ext>
              </a:extLst>
            </p:cNvPr>
            <p:cNvCxnSpPr/>
            <p:nvPr/>
          </p:nvCxnSpPr>
          <p:spPr>
            <a:xfrm>
              <a:off x="3730752" y="3525786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3" name="Connector 78">
              <a:extLst>
                <a:ext uri="{FF2B5EF4-FFF2-40B4-BE49-F238E27FC236}">
                  <a16:creationId xmlns:a16="http://schemas.microsoft.com/office/drawing/2014/main" id="{D2EA3014-36C8-F5F7-7A0C-86EB6E8FB10F}"/>
                </a:ext>
              </a:extLst>
            </p:cNvPr>
            <p:cNvCxnSpPr/>
            <p:nvPr/>
          </p:nvCxnSpPr>
          <p:spPr>
            <a:xfrm flipH="1" flipV="1">
              <a:off x="3401568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4" name="Connector 79">
              <a:extLst>
                <a:ext uri="{FF2B5EF4-FFF2-40B4-BE49-F238E27FC236}">
                  <a16:creationId xmlns:a16="http://schemas.microsoft.com/office/drawing/2014/main" id="{04107168-55A3-854A-8868-2B9A74E14C75}"/>
                </a:ext>
              </a:extLst>
            </p:cNvPr>
            <p:cNvCxnSpPr/>
            <p:nvPr/>
          </p:nvCxnSpPr>
          <p:spPr>
            <a:xfrm flipV="1">
              <a:off x="3730752" y="2955622"/>
              <a:ext cx="329183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5" name="Connector 80">
              <a:extLst>
                <a:ext uri="{FF2B5EF4-FFF2-40B4-BE49-F238E27FC236}">
                  <a16:creationId xmlns:a16="http://schemas.microsoft.com/office/drawing/2014/main" id="{049FC341-3DA4-6FA3-FA45-97F4BBC05C31}"/>
                </a:ext>
              </a:extLst>
            </p:cNvPr>
            <p:cNvCxnSpPr/>
            <p:nvPr/>
          </p:nvCxnSpPr>
          <p:spPr>
            <a:xfrm flipH="1" flipV="1">
              <a:off x="4059935" y="2955622"/>
              <a:ext cx="329185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6" name="Connector 81">
              <a:extLst>
                <a:ext uri="{FF2B5EF4-FFF2-40B4-BE49-F238E27FC236}">
                  <a16:creationId xmlns:a16="http://schemas.microsoft.com/office/drawing/2014/main" id="{140C576D-A3FF-DB8E-E48C-F1E8BF33EAD7}"/>
                </a:ext>
              </a:extLst>
            </p:cNvPr>
            <p:cNvCxnSpPr/>
            <p:nvPr/>
          </p:nvCxnSpPr>
          <p:spPr>
            <a:xfrm flipV="1">
              <a:off x="4389120" y="2955622"/>
              <a:ext cx="329184" cy="570164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7" name="Connector 82">
              <a:extLst>
                <a:ext uri="{FF2B5EF4-FFF2-40B4-BE49-F238E27FC236}">
                  <a16:creationId xmlns:a16="http://schemas.microsoft.com/office/drawing/2014/main" id="{DA7639E1-6A53-99FA-A5F3-BE15FBB1D9E0}"/>
                </a:ext>
              </a:extLst>
            </p:cNvPr>
            <p:cNvCxnSpPr/>
            <p:nvPr/>
          </p:nvCxnSpPr>
          <p:spPr>
            <a:xfrm>
              <a:off x="1426464" y="2955622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8" name="Connector 83">
              <a:extLst>
                <a:ext uri="{FF2B5EF4-FFF2-40B4-BE49-F238E27FC236}">
                  <a16:creationId xmlns:a16="http://schemas.microsoft.com/office/drawing/2014/main" id="{B4753A16-97A6-9B9F-99E9-914E85D5E40A}"/>
                </a:ext>
              </a:extLst>
            </p:cNvPr>
            <p:cNvCxnSpPr/>
            <p:nvPr/>
          </p:nvCxnSpPr>
          <p:spPr>
            <a:xfrm flipH="1" flipV="1">
              <a:off x="1097280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89" name="Connector 84">
              <a:extLst>
                <a:ext uri="{FF2B5EF4-FFF2-40B4-BE49-F238E27FC236}">
                  <a16:creationId xmlns:a16="http://schemas.microsoft.com/office/drawing/2014/main" id="{B1603EE0-8296-407C-C6AF-9A3EBD5E3119}"/>
                </a:ext>
              </a:extLst>
            </p:cNvPr>
            <p:cNvCxnSpPr/>
            <p:nvPr/>
          </p:nvCxnSpPr>
          <p:spPr>
            <a:xfrm flipV="1">
              <a:off x="1426464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0" name="Connector 85">
              <a:extLst>
                <a:ext uri="{FF2B5EF4-FFF2-40B4-BE49-F238E27FC236}">
                  <a16:creationId xmlns:a16="http://schemas.microsoft.com/office/drawing/2014/main" id="{14BDD34D-85C5-4D0E-7DAE-E4F4024CDB4D}"/>
                </a:ext>
              </a:extLst>
            </p:cNvPr>
            <p:cNvCxnSpPr/>
            <p:nvPr/>
          </p:nvCxnSpPr>
          <p:spPr>
            <a:xfrm>
              <a:off x="2084832" y="2955622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1" name="Connector 86">
              <a:extLst>
                <a:ext uri="{FF2B5EF4-FFF2-40B4-BE49-F238E27FC236}">
                  <a16:creationId xmlns:a16="http://schemas.microsoft.com/office/drawing/2014/main" id="{0A3D9404-E863-65E9-B902-C6E2D2C22B18}"/>
                </a:ext>
              </a:extLst>
            </p:cNvPr>
            <p:cNvCxnSpPr/>
            <p:nvPr/>
          </p:nvCxnSpPr>
          <p:spPr>
            <a:xfrm flipH="1" flipV="1">
              <a:off x="1755648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2" name="Connector 87">
              <a:extLst>
                <a:ext uri="{FF2B5EF4-FFF2-40B4-BE49-F238E27FC236}">
                  <a16:creationId xmlns:a16="http://schemas.microsoft.com/office/drawing/2014/main" id="{7CB93F4E-E78F-E563-026A-5FAC4C48D08D}"/>
                </a:ext>
              </a:extLst>
            </p:cNvPr>
            <p:cNvCxnSpPr/>
            <p:nvPr/>
          </p:nvCxnSpPr>
          <p:spPr>
            <a:xfrm flipV="1">
              <a:off x="2084832" y="2385459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3" name="Connector 88">
              <a:extLst>
                <a:ext uri="{FF2B5EF4-FFF2-40B4-BE49-F238E27FC236}">
                  <a16:creationId xmlns:a16="http://schemas.microsoft.com/office/drawing/2014/main" id="{8D01E6B5-9F78-0231-F440-8399EFA6CF99}"/>
                </a:ext>
              </a:extLst>
            </p:cNvPr>
            <p:cNvCxnSpPr/>
            <p:nvPr/>
          </p:nvCxnSpPr>
          <p:spPr>
            <a:xfrm>
              <a:off x="2743200" y="2955622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4" name="Connector 89">
              <a:extLst>
                <a:ext uri="{FF2B5EF4-FFF2-40B4-BE49-F238E27FC236}">
                  <a16:creationId xmlns:a16="http://schemas.microsoft.com/office/drawing/2014/main" id="{81765F8E-37C7-DC1C-B98D-B65EB472CD3C}"/>
                </a:ext>
              </a:extLst>
            </p:cNvPr>
            <p:cNvCxnSpPr/>
            <p:nvPr/>
          </p:nvCxnSpPr>
          <p:spPr>
            <a:xfrm flipH="1" flipV="1">
              <a:off x="2414015" y="2385459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5" name="Connector 90">
              <a:extLst>
                <a:ext uri="{FF2B5EF4-FFF2-40B4-BE49-F238E27FC236}">
                  <a16:creationId xmlns:a16="http://schemas.microsoft.com/office/drawing/2014/main" id="{964B6A6D-7075-25D7-960B-9DBBA35D2431}"/>
                </a:ext>
              </a:extLst>
            </p:cNvPr>
            <p:cNvCxnSpPr/>
            <p:nvPr/>
          </p:nvCxnSpPr>
          <p:spPr>
            <a:xfrm flipV="1">
              <a:off x="2743200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6" name="Connector 91">
              <a:extLst>
                <a:ext uri="{FF2B5EF4-FFF2-40B4-BE49-F238E27FC236}">
                  <a16:creationId xmlns:a16="http://schemas.microsoft.com/office/drawing/2014/main" id="{60C8E0B0-B0E9-A987-455F-32D6AE782094}"/>
                </a:ext>
              </a:extLst>
            </p:cNvPr>
            <p:cNvCxnSpPr/>
            <p:nvPr/>
          </p:nvCxnSpPr>
          <p:spPr>
            <a:xfrm>
              <a:off x="3401568" y="2955622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7" name="Connector 92">
              <a:extLst>
                <a:ext uri="{FF2B5EF4-FFF2-40B4-BE49-F238E27FC236}">
                  <a16:creationId xmlns:a16="http://schemas.microsoft.com/office/drawing/2014/main" id="{A9C9DD0A-C146-6814-092A-1F4F8CF1DBD0}"/>
                </a:ext>
              </a:extLst>
            </p:cNvPr>
            <p:cNvCxnSpPr/>
            <p:nvPr/>
          </p:nvCxnSpPr>
          <p:spPr>
            <a:xfrm flipH="1" flipV="1">
              <a:off x="3072384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8" name="Connector 93">
              <a:extLst>
                <a:ext uri="{FF2B5EF4-FFF2-40B4-BE49-F238E27FC236}">
                  <a16:creationId xmlns:a16="http://schemas.microsoft.com/office/drawing/2014/main" id="{314A16F5-34D9-8CC4-84E1-865C6721BD73}"/>
                </a:ext>
              </a:extLst>
            </p:cNvPr>
            <p:cNvCxnSpPr/>
            <p:nvPr/>
          </p:nvCxnSpPr>
          <p:spPr>
            <a:xfrm flipV="1">
              <a:off x="3401568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99" name="Connector 94">
              <a:extLst>
                <a:ext uri="{FF2B5EF4-FFF2-40B4-BE49-F238E27FC236}">
                  <a16:creationId xmlns:a16="http://schemas.microsoft.com/office/drawing/2014/main" id="{FD83059C-09B5-DEDF-F049-A01F0C2D7BBA}"/>
                </a:ext>
              </a:extLst>
            </p:cNvPr>
            <p:cNvCxnSpPr/>
            <p:nvPr/>
          </p:nvCxnSpPr>
          <p:spPr>
            <a:xfrm>
              <a:off x="4059935" y="2955622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0" name="Connector 95">
              <a:extLst>
                <a:ext uri="{FF2B5EF4-FFF2-40B4-BE49-F238E27FC236}">
                  <a16:creationId xmlns:a16="http://schemas.microsoft.com/office/drawing/2014/main" id="{7ADB0769-0531-AF67-48F0-698FD7F59AA5}"/>
                </a:ext>
              </a:extLst>
            </p:cNvPr>
            <p:cNvCxnSpPr/>
            <p:nvPr/>
          </p:nvCxnSpPr>
          <p:spPr>
            <a:xfrm flipH="1" flipV="1">
              <a:off x="3730752" y="2385459"/>
              <a:ext cx="329183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1" name="Connector 96">
              <a:extLst>
                <a:ext uri="{FF2B5EF4-FFF2-40B4-BE49-F238E27FC236}">
                  <a16:creationId xmlns:a16="http://schemas.microsoft.com/office/drawing/2014/main" id="{DB5088AE-9946-76E1-08F5-1C5D38913806}"/>
                </a:ext>
              </a:extLst>
            </p:cNvPr>
            <p:cNvCxnSpPr/>
            <p:nvPr/>
          </p:nvCxnSpPr>
          <p:spPr>
            <a:xfrm flipV="1">
              <a:off x="4059935" y="2385459"/>
              <a:ext cx="329185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2" name="Connector 97">
              <a:extLst>
                <a:ext uri="{FF2B5EF4-FFF2-40B4-BE49-F238E27FC236}">
                  <a16:creationId xmlns:a16="http://schemas.microsoft.com/office/drawing/2014/main" id="{A2D8B434-1066-B5D3-5478-87EFF439B8AD}"/>
                </a:ext>
              </a:extLst>
            </p:cNvPr>
            <p:cNvCxnSpPr/>
            <p:nvPr/>
          </p:nvCxnSpPr>
          <p:spPr>
            <a:xfrm flipH="1" flipV="1">
              <a:off x="4389120" y="2385459"/>
              <a:ext cx="329184" cy="570163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3" name="Connector 98">
              <a:extLst>
                <a:ext uri="{FF2B5EF4-FFF2-40B4-BE49-F238E27FC236}">
                  <a16:creationId xmlns:a16="http://schemas.microsoft.com/office/drawing/2014/main" id="{186011D8-53CB-035C-EA7C-FE55BD26BA71}"/>
                </a:ext>
              </a:extLst>
            </p:cNvPr>
            <p:cNvCxnSpPr/>
            <p:nvPr/>
          </p:nvCxnSpPr>
          <p:spPr>
            <a:xfrm>
              <a:off x="1097280" y="238545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4" name="Connector 99">
              <a:extLst>
                <a:ext uri="{FF2B5EF4-FFF2-40B4-BE49-F238E27FC236}">
                  <a16:creationId xmlns:a16="http://schemas.microsoft.com/office/drawing/2014/main" id="{8DA5A909-D5A8-14A4-5790-0B11E0F743C8}"/>
                </a:ext>
              </a:extLst>
            </p:cNvPr>
            <p:cNvCxnSpPr/>
            <p:nvPr/>
          </p:nvCxnSpPr>
          <p:spPr>
            <a:xfrm>
              <a:off x="1755648" y="2385459"/>
              <a:ext cx="658367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5" name="Connector 100">
              <a:extLst>
                <a:ext uri="{FF2B5EF4-FFF2-40B4-BE49-F238E27FC236}">
                  <a16:creationId xmlns:a16="http://schemas.microsoft.com/office/drawing/2014/main" id="{B058682D-9706-DFE4-9ED5-697E410DEBC7}"/>
                </a:ext>
              </a:extLst>
            </p:cNvPr>
            <p:cNvCxnSpPr/>
            <p:nvPr/>
          </p:nvCxnSpPr>
          <p:spPr>
            <a:xfrm>
              <a:off x="2414015" y="2385459"/>
              <a:ext cx="658369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6" name="Connector 101">
              <a:extLst>
                <a:ext uri="{FF2B5EF4-FFF2-40B4-BE49-F238E27FC236}">
                  <a16:creationId xmlns:a16="http://schemas.microsoft.com/office/drawing/2014/main" id="{9F4DFA15-8126-E935-33E8-A6A88A5188A9}"/>
                </a:ext>
              </a:extLst>
            </p:cNvPr>
            <p:cNvCxnSpPr/>
            <p:nvPr/>
          </p:nvCxnSpPr>
          <p:spPr>
            <a:xfrm>
              <a:off x="3072384" y="238545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cxnSp>
          <p:nvCxnSpPr>
            <p:cNvPr id="107" name="Connector 102">
              <a:extLst>
                <a:ext uri="{FF2B5EF4-FFF2-40B4-BE49-F238E27FC236}">
                  <a16:creationId xmlns:a16="http://schemas.microsoft.com/office/drawing/2014/main" id="{6748C25C-BF41-20C7-FEEA-FE6C116CF87E}"/>
                </a:ext>
              </a:extLst>
            </p:cNvPr>
            <p:cNvCxnSpPr/>
            <p:nvPr/>
          </p:nvCxnSpPr>
          <p:spPr>
            <a:xfrm>
              <a:off x="3730752" y="2385459"/>
              <a:ext cx="658368" cy="0"/>
            </a:xfrm>
            <a:prstGeom prst="line">
              <a:avLst/>
            </a:prstGeom>
            <a:grpFill/>
            <a:ln w="12700">
              <a:solidFill>
                <a:srgbClr val="A9AFBA"/>
              </a:solidFill>
            </a:ln>
            <a:effectLst/>
          </p:spPr>
        </p:cxn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83B37582-6CF7-B356-C848-58573843E201}"/>
                </a:ext>
              </a:extLst>
            </p:cNvPr>
            <p:cNvSpPr/>
            <p:nvPr/>
          </p:nvSpPr>
          <p:spPr>
            <a:xfrm>
              <a:off x="960120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01F7A89A-8915-76FF-3E34-5408770D413C}"/>
                </a:ext>
              </a:extLst>
            </p:cNvPr>
            <p:cNvSpPr/>
            <p:nvPr/>
          </p:nvSpPr>
          <p:spPr>
            <a:xfrm>
              <a:off x="1618488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AE61435E-5A82-BF88-34DF-9F39F7C72605}"/>
                </a:ext>
              </a:extLst>
            </p:cNvPr>
            <p:cNvSpPr/>
            <p:nvPr/>
          </p:nvSpPr>
          <p:spPr>
            <a:xfrm>
              <a:off x="2276856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1" name="Oval 110">
              <a:extLst>
                <a:ext uri="{FF2B5EF4-FFF2-40B4-BE49-F238E27FC236}">
                  <a16:creationId xmlns:a16="http://schemas.microsoft.com/office/drawing/2014/main" id="{DCC51C99-0937-3FA7-0153-FB30D6D3E4E6}"/>
                </a:ext>
              </a:extLst>
            </p:cNvPr>
            <p:cNvSpPr/>
            <p:nvPr/>
          </p:nvSpPr>
          <p:spPr>
            <a:xfrm>
              <a:off x="2935224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43885DB0-54DE-8281-FA61-EEAF05FA4FCB}"/>
                </a:ext>
              </a:extLst>
            </p:cNvPr>
            <p:cNvSpPr/>
            <p:nvPr/>
          </p:nvSpPr>
          <p:spPr>
            <a:xfrm>
              <a:off x="3593592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894BEA03-F7E8-8AF0-C100-8FF953CCA3ED}"/>
                </a:ext>
              </a:extLst>
            </p:cNvPr>
            <p:cNvSpPr/>
            <p:nvPr/>
          </p:nvSpPr>
          <p:spPr>
            <a:xfrm>
              <a:off x="4251959" y="566927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9D3B30CD-814F-FA76-2BBA-1227BD360441}"/>
                </a:ext>
              </a:extLst>
            </p:cNvPr>
            <p:cNvSpPr/>
            <p:nvPr/>
          </p:nvSpPr>
          <p:spPr>
            <a:xfrm>
              <a:off x="128930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217EF35C-E6A9-E33C-26B7-3F41AE832C9E}"/>
                </a:ext>
              </a:extLst>
            </p:cNvPr>
            <p:cNvSpPr/>
            <p:nvPr/>
          </p:nvSpPr>
          <p:spPr>
            <a:xfrm>
              <a:off x="1947672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4B927081-AE69-FC75-0C97-52E5AF815B9F}"/>
                </a:ext>
              </a:extLst>
            </p:cNvPr>
            <p:cNvSpPr/>
            <p:nvPr/>
          </p:nvSpPr>
          <p:spPr>
            <a:xfrm>
              <a:off x="2606040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1F0584F2-2F66-B259-7FC1-2D5341E659DE}"/>
                </a:ext>
              </a:extLst>
            </p:cNvPr>
            <p:cNvSpPr/>
            <p:nvPr/>
          </p:nvSpPr>
          <p:spPr>
            <a:xfrm>
              <a:off x="3264408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A687883E-A962-AEB6-7284-7A3C5AB7F7FE}"/>
                </a:ext>
              </a:extLst>
            </p:cNvPr>
            <p:cNvSpPr/>
            <p:nvPr/>
          </p:nvSpPr>
          <p:spPr>
            <a:xfrm>
              <a:off x="3922775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9" name="Oval 118">
              <a:extLst>
                <a:ext uri="{FF2B5EF4-FFF2-40B4-BE49-F238E27FC236}">
                  <a16:creationId xmlns:a16="http://schemas.microsoft.com/office/drawing/2014/main" id="{B5931E35-DECF-6C96-A9AC-7A2DBD82E982}"/>
                </a:ext>
              </a:extLst>
            </p:cNvPr>
            <p:cNvSpPr/>
            <p:nvPr/>
          </p:nvSpPr>
          <p:spPr>
            <a:xfrm>
              <a:off x="4581144" y="509911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889370EF-BE3E-D1D4-584E-70BE886992DA}"/>
                </a:ext>
              </a:extLst>
            </p:cNvPr>
            <p:cNvSpPr/>
            <p:nvPr/>
          </p:nvSpPr>
          <p:spPr>
            <a:xfrm>
              <a:off x="960120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13EC241A-6BD9-242C-5ACD-9A5589026A61}"/>
                </a:ext>
              </a:extLst>
            </p:cNvPr>
            <p:cNvSpPr/>
            <p:nvPr/>
          </p:nvSpPr>
          <p:spPr>
            <a:xfrm>
              <a:off x="1618488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626640E6-DCFF-FE28-AB8A-26E5EAEE2EF7}"/>
                </a:ext>
              </a:extLst>
            </p:cNvPr>
            <p:cNvSpPr/>
            <p:nvPr/>
          </p:nvSpPr>
          <p:spPr>
            <a:xfrm>
              <a:off x="2276856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24E90981-3363-9C24-A471-D76A2DA6C615}"/>
                </a:ext>
              </a:extLst>
            </p:cNvPr>
            <p:cNvSpPr/>
            <p:nvPr/>
          </p:nvSpPr>
          <p:spPr>
            <a:xfrm>
              <a:off x="2935224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4" name="Oval 123">
              <a:extLst>
                <a:ext uri="{FF2B5EF4-FFF2-40B4-BE49-F238E27FC236}">
                  <a16:creationId xmlns:a16="http://schemas.microsoft.com/office/drawing/2014/main" id="{5FCD5790-5946-0BAB-9358-D04DE2DEB389}"/>
                </a:ext>
              </a:extLst>
            </p:cNvPr>
            <p:cNvSpPr/>
            <p:nvPr/>
          </p:nvSpPr>
          <p:spPr>
            <a:xfrm>
              <a:off x="3593592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5" name="Oval 124">
              <a:extLst>
                <a:ext uri="{FF2B5EF4-FFF2-40B4-BE49-F238E27FC236}">
                  <a16:creationId xmlns:a16="http://schemas.microsoft.com/office/drawing/2014/main" id="{FDF6AE30-8E1F-652C-44C7-1D49D9FBE4E1}"/>
                </a:ext>
              </a:extLst>
            </p:cNvPr>
            <p:cNvSpPr/>
            <p:nvPr/>
          </p:nvSpPr>
          <p:spPr>
            <a:xfrm>
              <a:off x="4251959" y="4528953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6" name="Oval 125">
              <a:extLst>
                <a:ext uri="{FF2B5EF4-FFF2-40B4-BE49-F238E27FC236}">
                  <a16:creationId xmlns:a16="http://schemas.microsoft.com/office/drawing/2014/main" id="{A2710A80-E3D9-720B-3C7A-411D6EA82DDF}"/>
                </a:ext>
              </a:extLst>
            </p:cNvPr>
            <p:cNvSpPr/>
            <p:nvPr/>
          </p:nvSpPr>
          <p:spPr>
            <a:xfrm>
              <a:off x="128930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7" name="Oval 126">
              <a:extLst>
                <a:ext uri="{FF2B5EF4-FFF2-40B4-BE49-F238E27FC236}">
                  <a16:creationId xmlns:a16="http://schemas.microsoft.com/office/drawing/2014/main" id="{E80835D8-A7AE-5657-1CED-8944C06D5885}"/>
                </a:ext>
              </a:extLst>
            </p:cNvPr>
            <p:cNvSpPr/>
            <p:nvPr/>
          </p:nvSpPr>
          <p:spPr>
            <a:xfrm>
              <a:off x="1947672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8" name="Oval 127">
              <a:extLst>
                <a:ext uri="{FF2B5EF4-FFF2-40B4-BE49-F238E27FC236}">
                  <a16:creationId xmlns:a16="http://schemas.microsoft.com/office/drawing/2014/main" id="{71399463-FE52-4D52-0F99-1BC89AD66A0B}"/>
                </a:ext>
              </a:extLst>
            </p:cNvPr>
            <p:cNvSpPr/>
            <p:nvPr/>
          </p:nvSpPr>
          <p:spPr>
            <a:xfrm>
              <a:off x="2606040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9" name="Oval 128">
              <a:extLst>
                <a:ext uri="{FF2B5EF4-FFF2-40B4-BE49-F238E27FC236}">
                  <a16:creationId xmlns:a16="http://schemas.microsoft.com/office/drawing/2014/main" id="{8DD86096-B47C-6CB3-195B-8B3DC26E7869}"/>
                </a:ext>
              </a:extLst>
            </p:cNvPr>
            <p:cNvSpPr/>
            <p:nvPr/>
          </p:nvSpPr>
          <p:spPr>
            <a:xfrm>
              <a:off x="3264408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0" name="Oval 129">
              <a:extLst>
                <a:ext uri="{FF2B5EF4-FFF2-40B4-BE49-F238E27FC236}">
                  <a16:creationId xmlns:a16="http://schemas.microsoft.com/office/drawing/2014/main" id="{7B812B16-003C-12C9-7B02-2EDA22882B0C}"/>
                </a:ext>
              </a:extLst>
            </p:cNvPr>
            <p:cNvSpPr/>
            <p:nvPr/>
          </p:nvSpPr>
          <p:spPr>
            <a:xfrm>
              <a:off x="3922775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1" name="Oval 130">
              <a:extLst>
                <a:ext uri="{FF2B5EF4-FFF2-40B4-BE49-F238E27FC236}">
                  <a16:creationId xmlns:a16="http://schemas.microsoft.com/office/drawing/2014/main" id="{773D31E0-6D3F-D8D8-587A-E04AC90FB09A}"/>
                </a:ext>
              </a:extLst>
            </p:cNvPr>
            <p:cNvSpPr/>
            <p:nvPr/>
          </p:nvSpPr>
          <p:spPr>
            <a:xfrm>
              <a:off x="4581144" y="395878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2" name="Oval 131">
              <a:extLst>
                <a:ext uri="{FF2B5EF4-FFF2-40B4-BE49-F238E27FC236}">
                  <a16:creationId xmlns:a16="http://schemas.microsoft.com/office/drawing/2014/main" id="{80EB35D9-2915-258B-A517-FC4D0133AF03}"/>
                </a:ext>
              </a:extLst>
            </p:cNvPr>
            <p:cNvSpPr/>
            <p:nvPr/>
          </p:nvSpPr>
          <p:spPr>
            <a:xfrm>
              <a:off x="960120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450D7F44-3369-D8F6-C161-A678D7D3CC30}"/>
                </a:ext>
              </a:extLst>
            </p:cNvPr>
            <p:cNvSpPr/>
            <p:nvPr/>
          </p:nvSpPr>
          <p:spPr>
            <a:xfrm>
              <a:off x="1618488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12B1A64-C6BB-D53F-83C7-54C648531C3D}"/>
                </a:ext>
              </a:extLst>
            </p:cNvPr>
            <p:cNvSpPr/>
            <p:nvPr/>
          </p:nvSpPr>
          <p:spPr>
            <a:xfrm>
              <a:off x="2276856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5" name="Oval 134">
              <a:extLst>
                <a:ext uri="{FF2B5EF4-FFF2-40B4-BE49-F238E27FC236}">
                  <a16:creationId xmlns:a16="http://schemas.microsoft.com/office/drawing/2014/main" id="{757F82B9-9596-84D5-9669-C0512EC4AAD2}"/>
                </a:ext>
              </a:extLst>
            </p:cNvPr>
            <p:cNvSpPr/>
            <p:nvPr/>
          </p:nvSpPr>
          <p:spPr>
            <a:xfrm>
              <a:off x="2935224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838B9EB7-680A-10B2-A689-119CEA043BAB}"/>
                </a:ext>
              </a:extLst>
            </p:cNvPr>
            <p:cNvSpPr/>
            <p:nvPr/>
          </p:nvSpPr>
          <p:spPr>
            <a:xfrm>
              <a:off x="3593592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A998F0D8-3CF6-167A-09F9-6533B6337A83}"/>
                </a:ext>
              </a:extLst>
            </p:cNvPr>
            <p:cNvSpPr/>
            <p:nvPr/>
          </p:nvSpPr>
          <p:spPr>
            <a:xfrm>
              <a:off x="4251959" y="3388626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F928542A-1085-5FAA-679F-6A46EF3A6641}"/>
                </a:ext>
              </a:extLst>
            </p:cNvPr>
            <p:cNvSpPr/>
            <p:nvPr/>
          </p:nvSpPr>
          <p:spPr>
            <a:xfrm>
              <a:off x="128930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9" name="Oval 138">
              <a:extLst>
                <a:ext uri="{FF2B5EF4-FFF2-40B4-BE49-F238E27FC236}">
                  <a16:creationId xmlns:a16="http://schemas.microsoft.com/office/drawing/2014/main" id="{7AC5ED39-4DF1-E5E6-1954-E21887D86D89}"/>
                </a:ext>
              </a:extLst>
            </p:cNvPr>
            <p:cNvSpPr/>
            <p:nvPr/>
          </p:nvSpPr>
          <p:spPr>
            <a:xfrm>
              <a:off x="1947672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5EFEC991-02E0-E17D-0166-39F05F0E019E}"/>
                </a:ext>
              </a:extLst>
            </p:cNvPr>
            <p:cNvSpPr/>
            <p:nvPr/>
          </p:nvSpPr>
          <p:spPr>
            <a:xfrm>
              <a:off x="2606040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FC8B4290-0897-B364-76B1-D9F4D48C6307}"/>
                </a:ext>
              </a:extLst>
            </p:cNvPr>
            <p:cNvSpPr/>
            <p:nvPr/>
          </p:nvSpPr>
          <p:spPr>
            <a:xfrm>
              <a:off x="3264408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A383CB8E-902C-E967-D6DC-3F6BF440C941}"/>
                </a:ext>
              </a:extLst>
            </p:cNvPr>
            <p:cNvSpPr/>
            <p:nvPr/>
          </p:nvSpPr>
          <p:spPr>
            <a:xfrm>
              <a:off x="3922775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D3F0E11B-64C9-FF7F-F526-FFFEDACA1873}"/>
                </a:ext>
              </a:extLst>
            </p:cNvPr>
            <p:cNvSpPr/>
            <p:nvPr/>
          </p:nvSpPr>
          <p:spPr>
            <a:xfrm>
              <a:off x="4581144" y="2818462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D19753E8-F1E9-CD3E-1A4A-05300D7A6927}"/>
                </a:ext>
              </a:extLst>
            </p:cNvPr>
            <p:cNvSpPr/>
            <p:nvPr/>
          </p:nvSpPr>
          <p:spPr>
            <a:xfrm>
              <a:off x="960120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1EE2DDF-2AC0-9415-3F99-15B9BD7961D7}"/>
                </a:ext>
              </a:extLst>
            </p:cNvPr>
            <p:cNvSpPr/>
            <p:nvPr/>
          </p:nvSpPr>
          <p:spPr>
            <a:xfrm>
              <a:off x="1618488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70DD5A3A-3CE1-4366-2F2A-28DD8A24C1FC}"/>
                </a:ext>
              </a:extLst>
            </p:cNvPr>
            <p:cNvSpPr/>
            <p:nvPr/>
          </p:nvSpPr>
          <p:spPr>
            <a:xfrm>
              <a:off x="2276856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7" name="Oval 146">
              <a:extLst>
                <a:ext uri="{FF2B5EF4-FFF2-40B4-BE49-F238E27FC236}">
                  <a16:creationId xmlns:a16="http://schemas.microsoft.com/office/drawing/2014/main" id="{F1408E5E-F188-85AA-9EDD-4E3DA3912C44}"/>
                </a:ext>
              </a:extLst>
            </p:cNvPr>
            <p:cNvSpPr/>
            <p:nvPr/>
          </p:nvSpPr>
          <p:spPr>
            <a:xfrm>
              <a:off x="2935224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91CBA689-CDF9-CF8B-6609-02D283C5C512}"/>
                </a:ext>
              </a:extLst>
            </p:cNvPr>
            <p:cNvSpPr/>
            <p:nvPr/>
          </p:nvSpPr>
          <p:spPr>
            <a:xfrm>
              <a:off x="3593592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53D56C15-3C70-5F89-087E-CF5AFB22102A}"/>
                </a:ext>
              </a:extLst>
            </p:cNvPr>
            <p:cNvSpPr/>
            <p:nvPr/>
          </p:nvSpPr>
          <p:spPr>
            <a:xfrm>
              <a:off x="4251959" y="2248299"/>
              <a:ext cx="274320" cy="274320"/>
            </a:xfrm>
            <a:prstGeom prst="ellipse">
              <a:avLst/>
            </a:prstGeom>
            <a:solidFill>
              <a:schemeClr val="bg1"/>
            </a:solidFill>
            <a:ln w="15875">
              <a:solidFill>
                <a:srgbClr val="000000"/>
              </a:solidFill>
            </a:ln>
            <a:effectLst/>
          </p:spPr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533737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FE7D546-604B-0516-CEB0-C621844D1CA3}"/>
              </a:ext>
            </a:extLst>
          </p:cNvPr>
          <p:cNvGrpSpPr/>
          <p:nvPr/>
        </p:nvGrpSpPr>
        <p:grpSpPr>
          <a:xfrm>
            <a:off x="920300" y="885310"/>
            <a:ext cx="5197448" cy="4425696"/>
            <a:chOff x="920300" y="885310"/>
            <a:chExt cx="5197448" cy="4425696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ABF57CC-62BF-D01E-F859-96FB9E570AFA}"/>
                </a:ext>
              </a:extLst>
            </p:cNvPr>
            <p:cNvGrpSpPr/>
            <p:nvPr/>
          </p:nvGrpSpPr>
          <p:grpSpPr>
            <a:xfrm>
              <a:off x="920300" y="885310"/>
              <a:ext cx="5197448" cy="4425696"/>
              <a:chOff x="839524" y="1719072"/>
              <a:chExt cx="5197448" cy="4425696"/>
            </a:xfrm>
            <a:solidFill>
              <a:schemeClr val="bg1"/>
            </a:solidFill>
          </p:grpSpPr>
          <p:cxnSp>
            <p:nvCxnSpPr>
              <p:cNvPr id="7" name="Connector 2">
                <a:extLst>
                  <a:ext uri="{FF2B5EF4-FFF2-40B4-BE49-F238E27FC236}">
                    <a16:creationId xmlns:a16="http://schemas.microsoft.com/office/drawing/2014/main" id="{B2176C94-0C16-A978-F0BE-ADDB12E1861F}"/>
                  </a:ext>
                </a:extLst>
              </p:cNvPr>
              <p:cNvCxnSpPr/>
              <p:nvPr/>
            </p:nvCxnSpPr>
            <p:spPr>
              <a:xfrm>
                <a:off x="5148738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" name="Connector 3">
                <a:extLst>
                  <a:ext uri="{FF2B5EF4-FFF2-40B4-BE49-F238E27FC236}">
                    <a16:creationId xmlns:a16="http://schemas.microsoft.com/office/drawing/2014/main" id="{C3FCE5FD-51FB-BABD-11B7-EDFB0C0CAE0D}"/>
                  </a:ext>
                </a:extLst>
              </p:cNvPr>
              <p:cNvCxnSpPr/>
              <p:nvPr/>
            </p:nvCxnSpPr>
            <p:spPr>
              <a:xfrm>
                <a:off x="4768629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" name="Connector 4">
                <a:extLst>
                  <a:ext uri="{FF2B5EF4-FFF2-40B4-BE49-F238E27FC236}">
                    <a16:creationId xmlns:a16="http://schemas.microsoft.com/office/drawing/2014/main" id="{5C34BFDF-D78C-898E-FCAA-0B1B9E386589}"/>
                  </a:ext>
                </a:extLst>
              </p:cNvPr>
              <p:cNvCxnSpPr/>
              <p:nvPr/>
            </p:nvCxnSpPr>
            <p:spPr>
              <a:xfrm>
                <a:off x="2868084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" name="Connector 5">
                <a:extLst>
                  <a:ext uri="{FF2B5EF4-FFF2-40B4-BE49-F238E27FC236}">
                    <a16:creationId xmlns:a16="http://schemas.microsoft.com/office/drawing/2014/main" id="{4AC15DC6-8E08-9B3D-F91A-9F829396ACBC}"/>
                  </a:ext>
                </a:extLst>
              </p:cNvPr>
              <p:cNvCxnSpPr/>
              <p:nvPr/>
            </p:nvCxnSpPr>
            <p:spPr>
              <a:xfrm>
                <a:off x="514873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" name="Connector 6">
                <a:extLst>
                  <a:ext uri="{FF2B5EF4-FFF2-40B4-BE49-F238E27FC236}">
                    <a16:creationId xmlns:a16="http://schemas.microsoft.com/office/drawing/2014/main" id="{D62896D8-5BCD-0930-FAB7-3F6E03405E0E}"/>
                  </a:ext>
                </a:extLst>
              </p:cNvPr>
              <p:cNvCxnSpPr/>
              <p:nvPr/>
            </p:nvCxnSpPr>
            <p:spPr>
              <a:xfrm>
                <a:off x="552884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" name="Connector 7">
                <a:extLst>
                  <a:ext uri="{FF2B5EF4-FFF2-40B4-BE49-F238E27FC236}">
                    <a16:creationId xmlns:a16="http://schemas.microsoft.com/office/drawing/2014/main" id="{0D5B27E1-16B9-42FA-53A3-EB5497DB0AD0}"/>
                  </a:ext>
                </a:extLst>
              </p:cNvPr>
              <p:cNvCxnSpPr/>
              <p:nvPr/>
            </p:nvCxnSpPr>
            <p:spPr>
              <a:xfrm flipV="1">
                <a:off x="4008411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" name="Connector 8">
                <a:extLst>
                  <a:ext uri="{FF2B5EF4-FFF2-40B4-BE49-F238E27FC236}">
                    <a16:creationId xmlns:a16="http://schemas.microsoft.com/office/drawing/2014/main" id="{04C91114-AB16-7EC6-4AE2-38CAC939D365}"/>
                  </a:ext>
                </a:extLst>
              </p:cNvPr>
              <p:cNvCxnSpPr/>
              <p:nvPr/>
            </p:nvCxnSpPr>
            <p:spPr>
              <a:xfrm>
                <a:off x="552884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4" name="Connector 9">
                <a:extLst>
                  <a:ext uri="{FF2B5EF4-FFF2-40B4-BE49-F238E27FC236}">
                    <a16:creationId xmlns:a16="http://schemas.microsoft.com/office/drawing/2014/main" id="{916D08CD-EEA2-F915-2131-71510531F5C2}"/>
                  </a:ext>
                </a:extLst>
              </p:cNvPr>
              <p:cNvCxnSpPr/>
              <p:nvPr/>
            </p:nvCxnSpPr>
            <p:spPr>
              <a:xfrm>
                <a:off x="438852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5" name="Connector 10">
                <a:extLst>
                  <a:ext uri="{FF2B5EF4-FFF2-40B4-BE49-F238E27FC236}">
                    <a16:creationId xmlns:a16="http://schemas.microsoft.com/office/drawing/2014/main" id="{1E7C404D-D36B-2ED1-45EB-D0B10BE060E1}"/>
                  </a:ext>
                </a:extLst>
              </p:cNvPr>
              <p:cNvCxnSpPr/>
              <p:nvPr/>
            </p:nvCxnSpPr>
            <p:spPr>
              <a:xfrm flipV="1">
                <a:off x="3628302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6" name="Connector 11">
                <a:extLst>
                  <a:ext uri="{FF2B5EF4-FFF2-40B4-BE49-F238E27FC236}">
                    <a16:creationId xmlns:a16="http://schemas.microsoft.com/office/drawing/2014/main" id="{319447B5-72A2-CA8D-5191-C50363372D72}"/>
                  </a:ext>
                </a:extLst>
              </p:cNvPr>
              <p:cNvCxnSpPr/>
              <p:nvPr/>
            </p:nvCxnSpPr>
            <p:spPr>
              <a:xfrm>
                <a:off x="590895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7" name="Connector 12">
                <a:extLst>
                  <a:ext uri="{FF2B5EF4-FFF2-40B4-BE49-F238E27FC236}">
                    <a16:creationId xmlns:a16="http://schemas.microsoft.com/office/drawing/2014/main" id="{B320D355-AF5D-B921-7DAE-4524E290E118}"/>
                  </a:ext>
                </a:extLst>
              </p:cNvPr>
              <p:cNvCxnSpPr/>
              <p:nvPr/>
            </p:nvCxnSpPr>
            <p:spPr>
              <a:xfrm>
                <a:off x="2487975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8" name="Connector 13">
                <a:extLst>
                  <a:ext uri="{FF2B5EF4-FFF2-40B4-BE49-F238E27FC236}">
                    <a16:creationId xmlns:a16="http://schemas.microsoft.com/office/drawing/2014/main" id="{C2CCDA7A-FEEF-89B1-21A7-02241E72050F}"/>
                  </a:ext>
                </a:extLst>
              </p:cNvPr>
              <p:cNvCxnSpPr/>
              <p:nvPr/>
            </p:nvCxnSpPr>
            <p:spPr>
              <a:xfrm flipV="1">
                <a:off x="2107866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9" name="Connector 14">
                <a:extLst>
                  <a:ext uri="{FF2B5EF4-FFF2-40B4-BE49-F238E27FC236}">
                    <a16:creationId xmlns:a16="http://schemas.microsoft.com/office/drawing/2014/main" id="{9105EB56-782C-C47F-5B0C-1DDED72A20AF}"/>
                  </a:ext>
                </a:extLst>
              </p:cNvPr>
              <p:cNvCxnSpPr/>
              <p:nvPr/>
            </p:nvCxnSpPr>
            <p:spPr>
              <a:xfrm flipV="1">
                <a:off x="4388520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0" name="Connector 15">
                <a:extLst>
                  <a:ext uri="{FF2B5EF4-FFF2-40B4-BE49-F238E27FC236}">
                    <a16:creationId xmlns:a16="http://schemas.microsoft.com/office/drawing/2014/main" id="{270764A7-D9C4-F98F-DDE8-14302181E24E}"/>
                  </a:ext>
                </a:extLst>
              </p:cNvPr>
              <p:cNvCxnSpPr/>
              <p:nvPr/>
            </p:nvCxnSpPr>
            <p:spPr>
              <a:xfrm>
                <a:off x="5148738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1" name="Connector 16">
                <a:extLst>
                  <a:ext uri="{FF2B5EF4-FFF2-40B4-BE49-F238E27FC236}">
                    <a16:creationId xmlns:a16="http://schemas.microsoft.com/office/drawing/2014/main" id="{DE64274B-5AAC-B2DA-B26A-1D5A36975630}"/>
                  </a:ext>
                </a:extLst>
              </p:cNvPr>
              <p:cNvCxnSpPr/>
              <p:nvPr/>
            </p:nvCxnSpPr>
            <p:spPr>
              <a:xfrm flipV="1">
                <a:off x="172775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2" name="Connector 17">
                <a:extLst>
                  <a:ext uri="{FF2B5EF4-FFF2-40B4-BE49-F238E27FC236}">
                    <a16:creationId xmlns:a16="http://schemas.microsoft.com/office/drawing/2014/main" id="{918649A2-989B-D02A-9399-FA9CD3978C2A}"/>
                  </a:ext>
                </a:extLst>
              </p:cNvPr>
              <p:cNvCxnSpPr/>
              <p:nvPr/>
            </p:nvCxnSpPr>
            <p:spPr>
              <a:xfrm>
                <a:off x="1347648" y="4041648"/>
                <a:ext cx="1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3" name="Connector 18">
                <a:extLst>
                  <a:ext uri="{FF2B5EF4-FFF2-40B4-BE49-F238E27FC236}">
                    <a16:creationId xmlns:a16="http://schemas.microsoft.com/office/drawing/2014/main" id="{85B39203-4A56-5114-4325-78D132F2CF34}"/>
                  </a:ext>
                </a:extLst>
              </p:cNvPr>
              <p:cNvCxnSpPr/>
              <p:nvPr/>
            </p:nvCxnSpPr>
            <p:spPr>
              <a:xfrm>
                <a:off x="552884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4" name="Connector 19">
                <a:extLst>
                  <a:ext uri="{FF2B5EF4-FFF2-40B4-BE49-F238E27FC236}">
                    <a16:creationId xmlns:a16="http://schemas.microsoft.com/office/drawing/2014/main" id="{54D3B1F0-97DB-6F6D-C04B-1401656E9096}"/>
                  </a:ext>
                </a:extLst>
              </p:cNvPr>
              <p:cNvCxnSpPr/>
              <p:nvPr/>
            </p:nvCxnSpPr>
            <p:spPr>
              <a:xfrm flipV="1">
                <a:off x="2487975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5" name="Connector 20">
                <a:extLst>
                  <a:ext uri="{FF2B5EF4-FFF2-40B4-BE49-F238E27FC236}">
                    <a16:creationId xmlns:a16="http://schemas.microsoft.com/office/drawing/2014/main" id="{1B6C5A7B-D091-76B2-C9BC-7DCAA52C0173}"/>
                  </a:ext>
                </a:extLst>
              </p:cNvPr>
              <p:cNvCxnSpPr/>
              <p:nvPr/>
            </p:nvCxnSpPr>
            <p:spPr>
              <a:xfrm flipV="1">
                <a:off x="4768629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6" name="Connector 21">
                <a:extLst>
                  <a:ext uri="{FF2B5EF4-FFF2-40B4-BE49-F238E27FC236}">
                    <a16:creationId xmlns:a16="http://schemas.microsoft.com/office/drawing/2014/main" id="{CD7F42C3-76A8-A42B-03BE-28EE40023144}"/>
                  </a:ext>
                </a:extLst>
              </p:cNvPr>
              <p:cNvCxnSpPr/>
              <p:nvPr/>
            </p:nvCxnSpPr>
            <p:spPr>
              <a:xfrm flipV="1">
                <a:off x="3248193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7" name="Connector 22">
                <a:extLst>
                  <a:ext uri="{FF2B5EF4-FFF2-40B4-BE49-F238E27FC236}">
                    <a16:creationId xmlns:a16="http://schemas.microsoft.com/office/drawing/2014/main" id="{49F55C81-AD14-11A1-B14C-A7E18272D564}"/>
                  </a:ext>
                </a:extLst>
              </p:cNvPr>
              <p:cNvCxnSpPr/>
              <p:nvPr/>
            </p:nvCxnSpPr>
            <p:spPr>
              <a:xfrm>
                <a:off x="1347649" y="184708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8" name="Connector 23">
                <a:extLst>
                  <a:ext uri="{FF2B5EF4-FFF2-40B4-BE49-F238E27FC236}">
                    <a16:creationId xmlns:a16="http://schemas.microsoft.com/office/drawing/2014/main" id="{4AA1A1F5-E946-AF33-D2D1-9DBDA88658FD}"/>
                  </a:ext>
                </a:extLst>
              </p:cNvPr>
              <p:cNvCxnSpPr/>
              <p:nvPr/>
            </p:nvCxnSpPr>
            <p:spPr>
              <a:xfrm>
                <a:off x="210786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29" name="Connector 24">
                <a:extLst>
                  <a:ext uri="{FF2B5EF4-FFF2-40B4-BE49-F238E27FC236}">
                    <a16:creationId xmlns:a16="http://schemas.microsoft.com/office/drawing/2014/main" id="{E1F42435-B2DF-7B65-A21A-07483878213A}"/>
                  </a:ext>
                </a:extLst>
              </p:cNvPr>
              <p:cNvCxnSpPr/>
              <p:nvPr/>
            </p:nvCxnSpPr>
            <p:spPr>
              <a:xfrm flipV="1">
                <a:off x="2107866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0" name="Connector 25">
                <a:extLst>
                  <a:ext uri="{FF2B5EF4-FFF2-40B4-BE49-F238E27FC236}">
                    <a16:creationId xmlns:a16="http://schemas.microsoft.com/office/drawing/2014/main" id="{A00D544C-266B-E331-1C32-F3D24FA27615}"/>
                  </a:ext>
                </a:extLst>
              </p:cNvPr>
              <p:cNvCxnSpPr/>
              <p:nvPr/>
            </p:nvCxnSpPr>
            <p:spPr>
              <a:xfrm flipV="1">
                <a:off x="2868084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1" name="Connector 26">
                <a:extLst>
                  <a:ext uri="{FF2B5EF4-FFF2-40B4-BE49-F238E27FC236}">
                    <a16:creationId xmlns:a16="http://schemas.microsoft.com/office/drawing/2014/main" id="{8C007C91-232A-9388-43A5-601E2091E10D}"/>
                  </a:ext>
                </a:extLst>
              </p:cNvPr>
              <p:cNvCxnSpPr/>
              <p:nvPr/>
            </p:nvCxnSpPr>
            <p:spPr>
              <a:xfrm>
                <a:off x="172775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2" name="Connector 27">
                <a:extLst>
                  <a:ext uri="{FF2B5EF4-FFF2-40B4-BE49-F238E27FC236}">
                    <a16:creationId xmlns:a16="http://schemas.microsoft.com/office/drawing/2014/main" id="{9B68F8CF-BD66-C71E-ED1A-40E9B2813249}"/>
                  </a:ext>
                </a:extLst>
              </p:cNvPr>
              <p:cNvCxnSpPr/>
              <p:nvPr/>
            </p:nvCxnSpPr>
            <p:spPr>
              <a:xfrm>
                <a:off x="2107866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3" name="Connector 28">
                <a:extLst>
                  <a:ext uri="{FF2B5EF4-FFF2-40B4-BE49-F238E27FC236}">
                    <a16:creationId xmlns:a16="http://schemas.microsoft.com/office/drawing/2014/main" id="{E63BAF68-2BA8-32E7-BD3C-A67815C84376}"/>
                  </a:ext>
                </a:extLst>
              </p:cNvPr>
              <p:cNvCxnSpPr/>
              <p:nvPr/>
            </p:nvCxnSpPr>
            <p:spPr>
              <a:xfrm flipV="1">
                <a:off x="96754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4" name="Connector 29">
                <a:extLst>
                  <a:ext uri="{FF2B5EF4-FFF2-40B4-BE49-F238E27FC236}">
                    <a16:creationId xmlns:a16="http://schemas.microsoft.com/office/drawing/2014/main" id="{1BD983F1-6285-E6ED-B3E9-8F7A38834F94}"/>
                  </a:ext>
                </a:extLst>
              </p:cNvPr>
              <p:cNvCxnSpPr/>
              <p:nvPr/>
            </p:nvCxnSpPr>
            <p:spPr>
              <a:xfrm>
                <a:off x="4768629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5" name="Connector 30">
                <a:extLst>
                  <a:ext uri="{FF2B5EF4-FFF2-40B4-BE49-F238E27FC236}">
                    <a16:creationId xmlns:a16="http://schemas.microsoft.com/office/drawing/2014/main" id="{5A1C0843-5525-47A4-FDFE-0F28C620A501}"/>
                  </a:ext>
                </a:extLst>
              </p:cNvPr>
              <p:cNvCxnSpPr/>
              <p:nvPr/>
            </p:nvCxnSpPr>
            <p:spPr>
              <a:xfrm>
                <a:off x="4008411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6" name="Connector 31">
                <a:extLst>
                  <a:ext uri="{FF2B5EF4-FFF2-40B4-BE49-F238E27FC236}">
                    <a16:creationId xmlns:a16="http://schemas.microsoft.com/office/drawing/2014/main" id="{365AAD24-8FD6-9CA9-2E1B-C586668D801B}"/>
                  </a:ext>
                </a:extLst>
              </p:cNvPr>
              <p:cNvCxnSpPr/>
              <p:nvPr/>
            </p:nvCxnSpPr>
            <p:spPr>
              <a:xfrm>
                <a:off x="4008411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7" name="Connector 32">
                <a:extLst>
                  <a:ext uri="{FF2B5EF4-FFF2-40B4-BE49-F238E27FC236}">
                    <a16:creationId xmlns:a16="http://schemas.microsoft.com/office/drawing/2014/main" id="{D8DE9ED0-898B-1A51-32E5-A4DC8033A610}"/>
                  </a:ext>
                </a:extLst>
              </p:cNvPr>
              <p:cNvCxnSpPr/>
              <p:nvPr/>
            </p:nvCxnSpPr>
            <p:spPr>
              <a:xfrm>
                <a:off x="1347649" y="3163824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8" name="Connector 33">
                <a:extLst>
                  <a:ext uri="{FF2B5EF4-FFF2-40B4-BE49-F238E27FC236}">
                    <a16:creationId xmlns:a16="http://schemas.microsoft.com/office/drawing/2014/main" id="{F7D2AB73-A39A-8628-7E6D-925645D4BB2C}"/>
                  </a:ext>
                </a:extLst>
              </p:cNvPr>
              <p:cNvCxnSpPr/>
              <p:nvPr/>
            </p:nvCxnSpPr>
            <p:spPr>
              <a:xfrm>
                <a:off x="3628302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39" name="Connector 34">
                <a:extLst>
                  <a:ext uri="{FF2B5EF4-FFF2-40B4-BE49-F238E27FC236}">
                    <a16:creationId xmlns:a16="http://schemas.microsoft.com/office/drawing/2014/main" id="{96CC53FD-8BB1-B13C-28E0-80B85E7B5A3D}"/>
                  </a:ext>
                </a:extLst>
              </p:cNvPr>
              <p:cNvCxnSpPr/>
              <p:nvPr/>
            </p:nvCxnSpPr>
            <p:spPr>
              <a:xfrm>
                <a:off x="967540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0" name="Connector 35">
                <a:extLst>
                  <a:ext uri="{FF2B5EF4-FFF2-40B4-BE49-F238E27FC236}">
                    <a16:creationId xmlns:a16="http://schemas.microsoft.com/office/drawing/2014/main" id="{54195F3E-AC3F-621D-3C92-4C5A2E2D0472}"/>
                  </a:ext>
                </a:extLst>
              </p:cNvPr>
              <p:cNvCxnSpPr/>
              <p:nvPr/>
            </p:nvCxnSpPr>
            <p:spPr>
              <a:xfrm>
                <a:off x="5148738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1" name="Connector 36">
                <a:extLst>
                  <a:ext uri="{FF2B5EF4-FFF2-40B4-BE49-F238E27FC236}">
                    <a16:creationId xmlns:a16="http://schemas.microsoft.com/office/drawing/2014/main" id="{B9CF8794-26A2-18AC-445B-F503D2D9DE18}"/>
                  </a:ext>
                </a:extLst>
              </p:cNvPr>
              <p:cNvCxnSpPr/>
              <p:nvPr/>
            </p:nvCxnSpPr>
            <p:spPr>
              <a:xfrm>
                <a:off x="967540" y="3822191"/>
                <a:ext cx="380108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2" name="Connector 37">
                <a:extLst>
                  <a:ext uri="{FF2B5EF4-FFF2-40B4-BE49-F238E27FC236}">
                    <a16:creationId xmlns:a16="http://schemas.microsoft.com/office/drawing/2014/main" id="{A76302F1-8851-04E4-480C-973DB6E231DC}"/>
                  </a:ext>
                </a:extLst>
              </p:cNvPr>
              <p:cNvCxnSpPr/>
              <p:nvPr/>
            </p:nvCxnSpPr>
            <p:spPr>
              <a:xfrm>
                <a:off x="4008411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3" name="Connector 38">
                <a:extLst>
                  <a:ext uri="{FF2B5EF4-FFF2-40B4-BE49-F238E27FC236}">
                    <a16:creationId xmlns:a16="http://schemas.microsoft.com/office/drawing/2014/main" id="{B08856AF-73C8-6EA8-517C-AFD461BD6047}"/>
                  </a:ext>
                </a:extLst>
              </p:cNvPr>
              <p:cNvCxnSpPr/>
              <p:nvPr/>
            </p:nvCxnSpPr>
            <p:spPr>
              <a:xfrm flipV="1">
                <a:off x="3248193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4" name="Connector 39">
                <a:extLst>
                  <a:ext uri="{FF2B5EF4-FFF2-40B4-BE49-F238E27FC236}">
                    <a16:creationId xmlns:a16="http://schemas.microsoft.com/office/drawing/2014/main" id="{A5516159-74E5-D43F-1501-7AE54A9EBA76}"/>
                  </a:ext>
                </a:extLst>
              </p:cNvPr>
              <p:cNvCxnSpPr/>
              <p:nvPr/>
            </p:nvCxnSpPr>
            <p:spPr>
              <a:xfrm flipV="1">
                <a:off x="4768629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5" name="Connector 40">
                <a:extLst>
                  <a:ext uri="{FF2B5EF4-FFF2-40B4-BE49-F238E27FC236}">
                    <a16:creationId xmlns:a16="http://schemas.microsoft.com/office/drawing/2014/main" id="{ED541549-EFFB-F3BF-692A-20B0F98AF4C2}"/>
                  </a:ext>
                </a:extLst>
              </p:cNvPr>
              <p:cNvCxnSpPr/>
              <p:nvPr/>
            </p:nvCxnSpPr>
            <p:spPr>
              <a:xfrm>
                <a:off x="3628302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6" name="Connector 41">
                <a:extLst>
                  <a:ext uri="{FF2B5EF4-FFF2-40B4-BE49-F238E27FC236}">
                    <a16:creationId xmlns:a16="http://schemas.microsoft.com/office/drawing/2014/main" id="{36FC150D-38C7-047B-BC86-CEF407367EBA}"/>
                  </a:ext>
                </a:extLst>
              </p:cNvPr>
              <p:cNvCxnSpPr/>
              <p:nvPr/>
            </p:nvCxnSpPr>
            <p:spPr>
              <a:xfrm>
                <a:off x="2487975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7" name="Connector 42">
                <a:extLst>
                  <a:ext uri="{FF2B5EF4-FFF2-40B4-BE49-F238E27FC236}">
                    <a16:creationId xmlns:a16="http://schemas.microsoft.com/office/drawing/2014/main" id="{A906166C-B940-967A-5EFA-145D8B1DF0AB}"/>
                  </a:ext>
                </a:extLst>
              </p:cNvPr>
              <p:cNvCxnSpPr/>
              <p:nvPr/>
            </p:nvCxnSpPr>
            <p:spPr>
              <a:xfrm>
                <a:off x="3628302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8" name="Connector 43">
                <a:extLst>
                  <a:ext uri="{FF2B5EF4-FFF2-40B4-BE49-F238E27FC236}">
                    <a16:creationId xmlns:a16="http://schemas.microsoft.com/office/drawing/2014/main" id="{163FA3E8-B6F6-25AD-745C-7A061FBE79D3}"/>
                  </a:ext>
                </a:extLst>
              </p:cNvPr>
              <p:cNvCxnSpPr/>
              <p:nvPr/>
            </p:nvCxnSpPr>
            <p:spPr>
              <a:xfrm flipV="1">
                <a:off x="1727757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49" name="Connector 44">
                <a:extLst>
                  <a:ext uri="{FF2B5EF4-FFF2-40B4-BE49-F238E27FC236}">
                    <a16:creationId xmlns:a16="http://schemas.microsoft.com/office/drawing/2014/main" id="{EB047151-3504-328C-C438-C9D8BE138A59}"/>
                  </a:ext>
                </a:extLst>
              </p:cNvPr>
              <p:cNvCxnSpPr/>
              <p:nvPr/>
            </p:nvCxnSpPr>
            <p:spPr>
              <a:xfrm>
                <a:off x="552884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0" name="Connector 45">
                <a:extLst>
                  <a:ext uri="{FF2B5EF4-FFF2-40B4-BE49-F238E27FC236}">
                    <a16:creationId xmlns:a16="http://schemas.microsoft.com/office/drawing/2014/main" id="{01ACBF9C-F62B-0C98-9AD7-EF62F8DC282F}"/>
                  </a:ext>
                </a:extLst>
              </p:cNvPr>
              <p:cNvCxnSpPr/>
              <p:nvPr/>
            </p:nvCxnSpPr>
            <p:spPr>
              <a:xfrm>
                <a:off x="2487975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1" name="Connector 46">
                <a:extLst>
                  <a:ext uri="{FF2B5EF4-FFF2-40B4-BE49-F238E27FC236}">
                    <a16:creationId xmlns:a16="http://schemas.microsoft.com/office/drawing/2014/main" id="{263CBB53-0AFE-4345-7B02-229E1BCE9D12}"/>
                  </a:ext>
                </a:extLst>
              </p:cNvPr>
              <p:cNvCxnSpPr/>
              <p:nvPr/>
            </p:nvCxnSpPr>
            <p:spPr>
              <a:xfrm>
                <a:off x="2107866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2" name="Connector 47">
                <a:extLst>
                  <a:ext uri="{FF2B5EF4-FFF2-40B4-BE49-F238E27FC236}">
                    <a16:creationId xmlns:a16="http://schemas.microsoft.com/office/drawing/2014/main" id="{F3EA99E5-B6DA-A480-86FB-A88781FAB719}"/>
                  </a:ext>
                </a:extLst>
              </p:cNvPr>
              <p:cNvCxnSpPr/>
              <p:nvPr/>
            </p:nvCxnSpPr>
            <p:spPr>
              <a:xfrm flipV="1">
                <a:off x="4008411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3" name="Connector 48">
                <a:extLst>
                  <a:ext uri="{FF2B5EF4-FFF2-40B4-BE49-F238E27FC236}">
                    <a16:creationId xmlns:a16="http://schemas.microsoft.com/office/drawing/2014/main" id="{429688B3-67D6-6B02-42A7-495761407AA6}"/>
                  </a:ext>
                </a:extLst>
              </p:cNvPr>
              <p:cNvCxnSpPr/>
              <p:nvPr/>
            </p:nvCxnSpPr>
            <p:spPr>
              <a:xfrm>
                <a:off x="3248193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4" name="Connector 49">
                <a:extLst>
                  <a:ext uri="{FF2B5EF4-FFF2-40B4-BE49-F238E27FC236}">
                    <a16:creationId xmlns:a16="http://schemas.microsoft.com/office/drawing/2014/main" id="{B5322CBF-F4AD-A73E-754B-72C9ACDD4227}"/>
                  </a:ext>
                </a:extLst>
              </p:cNvPr>
              <p:cNvCxnSpPr/>
              <p:nvPr/>
            </p:nvCxnSpPr>
            <p:spPr>
              <a:xfrm flipV="1">
                <a:off x="1727757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5" name="Connector 50">
                <a:extLst>
                  <a:ext uri="{FF2B5EF4-FFF2-40B4-BE49-F238E27FC236}">
                    <a16:creationId xmlns:a16="http://schemas.microsoft.com/office/drawing/2014/main" id="{5977278B-10F9-A5F3-9651-13E6490F7ED6}"/>
                  </a:ext>
                </a:extLst>
              </p:cNvPr>
              <p:cNvCxnSpPr/>
              <p:nvPr/>
            </p:nvCxnSpPr>
            <p:spPr>
              <a:xfrm>
                <a:off x="1727757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6" name="Connector 51">
                <a:extLst>
                  <a:ext uri="{FF2B5EF4-FFF2-40B4-BE49-F238E27FC236}">
                    <a16:creationId xmlns:a16="http://schemas.microsoft.com/office/drawing/2014/main" id="{AE8C3554-494E-95B2-5BA5-4C35D9217CE4}"/>
                  </a:ext>
                </a:extLst>
              </p:cNvPr>
              <p:cNvCxnSpPr/>
              <p:nvPr/>
            </p:nvCxnSpPr>
            <p:spPr>
              <a:xfrm>
                <a:off x="3628302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7" name="Connector 52">
                <a:extLst>
                  <a:ext uri="{FF2B5EF4-FFF2-40B4-BE49-F238E27FC236}">
                    <a16:creationId xmlns:a16="http://schemas.microsoft.com/office/drawing/2014/main" id="{E2FAF048-3AEA-2B14-A647-F6C7D971177D}"/>
                  </a:ext>
                </a:extLst>
              </p:cNvPr>
              <p:cNvCxnSpPr/>
              <p:nvPr/>
            </p:nvCxnSpPr>
            <p:spPr>
              <a:xfrm flipV="1">
                <a:off x="514873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8" name="Connector 53">
                <a:extLst>
                  <a:ext uri="{FF2B5EF4-FFF2-40B4-BE49-F238E27FC236}">
                    <a16:creationId xmlns:a16="http://schemas.microsoft.com/office/drawing/2014/main" id="{1DDB9793-2412-CE39-0466-25479CFFEF3B}"/>
                  </a:ext>
                </a:extLst>
              </p:cNvPr>
              <p:cNvCxnSpPr/>
              <p:nvPr/>
            </p:nvCxnSpPr>
            <p:spPr>
              <a:xfrm>
                <a:off x="1727757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59" name="Connector 54">
                <a:extLst>
                  <a:ext uri="{FF2B5EF4-FFF2-40B4-BE49-F238E27FC236}">
                    <a16:creationId xmlns:a16="http://schemas.microsoft.com/office/drawing/2014/main" id="{676E20B9-5469-C018-AB04-B787287C644F}"/>
                  </a:ext>
                </a:extLst>
              </p:cNvPr>
              <p:cNvCxnSpPr/>
              <p:nvPr/>
            </p:nvCxnSpPr>
            <p:spPr>
              <a:xfrm>
                <a:off x="4388520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0" name="Connector 55">
                <a:extLst>
                  <a:ext uri="{FF2B5EF4-FFF2-40B4-BE49-F238E27FC236}">
                    <a16:creationId xmlns:a16="http://schemas.microsoft.com/office/drawing/2014/main" id="{D75289AA-F595-002A-4B5A-C76760CE1AD2}"/>
                  </a:ext>
                </a:extLst>
              </p:cNvPr>
              <p:cNvCxnSpPr/>
              <p:nvPr/>
            </p:nvCxnSpPr>
            <p:spPr>
              <a:xfrm flipV="1">
                <a:off x="514873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1" name="Connector 56">
                <a:extLst>
                  <a:ext uri="{FF2B5EF4-FFF2-40B4-BE49-F238E27FC236}">
                    <a16:creationId xmlns:a16="http://schemas.microsoft.com/office/drawing/2014/main" id="{55ECE44A-FA2D-F2E0-DC9C-F5C603D8A92C}"/>
                  </a:ext>
                </a:extLst>
              </p:cNvPr>
              <p:cNvCxnSpPr/>
              <p:nvPr/>
            </p:nvCxnSpPr>
            <p:spPr>
              <a:xfrm flipV="1">
                <a:off x="4388520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2" name="Connector 57">
                <a:extLst>
                  <a:ext uri="{FF2B5EF4-FFF2-40B4-BE49-F238E27FC236}">
                    <a16:creationId xmlns:a16="http://schemas.microsoft.com/office/drawing/2014/main" id="{05233286-689F-EBB2-4708-BF21B98032C8}"/>
                  </a:ext>
                </a:extLst>
              </p:cNvPr>
              <p:cNvCxnSpPr/>
              <p:nvPr/>
            </p:nvCxnSpPr>
            <p:spPr>
              <a:xfrm flipV="1">
                <a:off x="1347648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3" name="Connector 58">
                <a:extLst>
                  <a:ext uri="{FF2B5EF4-FFF2-40B4-BE49-F238E27FC236}">
                    <a16:creationId xmlns:a16="http://schemas.microsoft.com/office/drawing/2014/main" id="{EEF6BD03-8DB4-7AFF-CBA1-6833285642AC}"/>
                  </a:ext>
                </a:extLst>
              </p:cNvPr>
              <p:cNvCxnSpPr/>
              <p:nvPr/>
            </p:nvCxnSpPr>
            <p:spPr>
              <a:xfrm flipV="1">
                <a:off x="3628302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4" name="Connector 59">
                <a:extLst>
                  <a:ext uri="{FF2B5EF4-FFF2-40B4-BE49-F238E27FC236}">
                    <a16:creationId xmlns:a16="http://schemas.microsoft.com/office/drawing/2014/main" id="{CBA94504-31C5-96A8-5A7B-3D5CC9551958}"/>
                  </a:ext>
                </a:extLst>
              </p:cNvPr>
              <p:cNvCxnSpPr/>
              <p:nvPr/>
            </p:nvCxnSpPr>
            <p:spPr>
              <a:xfrm>
                <a:off x="4008411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5" name="Connector 60">
                <a:extLst>
                  <a:ext uri="{FF2B5EF4-FFF2-40B4-BE49-F238E27FC236}">
                    <a16:creationId xmlns:a16="http://schemas.microsoft.com/office/drawing/2014/main" id="{30791015-B6ED-CE74-012E-CD569BCD56B5}"/>
                  </a:ext>
                </a:extLst>
              </p:cNvPr>
              <p:cNvCxnSpPr/>
              <p:nvPr/>
            </p:nvCxnSpPr>
            <p:spPr>
              <a:xfrm flipV="1">
                <a:off x="5528847" y="3163823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6" name="Connector 61">
                <a:extLst>
                  <a:ext uri="{FF2B5EF4-FFF2-40B4-BE49-F238E27FC236}">
                    <a16:creationId xmlns:a16="http://schemas.microsoft.com/office/drawing/2014/main" id="{95AF0858-1535-8BF7-7E21-F083201C68C8}"/>
                  </a:ext>
                </a:extLst>
              </p:cNvPr>
              <p:cNvCxnSpPr/>
              <p:nvPr/>
            </p:nvCxnSpPr>
            <p:spPr>
              <a:xfrm>
                <a:off x="5908956" y="2724911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7" name="Connector 62">
                <a:extLst>
                  <a:ext uri="{FF2B5EF4-FFF2-40B4-BE49-F238E27FC236}">
                    <a16:creationId xmlns:a16="http://schemas.microsoft.com/office/drawing/2014/main" id="{78398532-F1D7-2176-954B-2988A4F44A20}"/>
                  </a:ext>
                </a:extLst>
              </p:cNvPr>
              <p:cNvCxnSpPr/>
              <p:nvPr/>
            </p:nvCxnSpPr>
            <p:spPr>
              <a:xfrm>
                <a:off x="4768629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8" name="Connector 63">
                <a:extLst>
                  <a:ext uri="{FF2B5EF4-FFF2-40B4-BE49-F238E27FC236}">
                    <a16:creationId xmlns:a16="http://schemas.microsoft.com/office/drawing/2014/main" id="{0B37DCB7-061A-3546-5E67-CF1D7C7E079E}"/>
                  </a:ext>
                </a:extLst>
              </p:cNvPr>
              <p:cNvCxnSpPr/>
              <p:nvPr/>
            </p:nvCxnSpPr>
            <p:spPr>
              <a:xfrm>
                <a:off x="4388520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69" name="Connector 64">
                <a:extLst>
                  <a:ext uri="{FF2B5EF4-FFF2-40B4-BE49-F238E27FC236}">
                    <a16:creationId xmlns:a16="http://schemas.microsoft.com/office/drawing/2014/main" id="{174846ED-3078-8E36-1923-32BD2C9782AD}"/>
                  </a:ext>
                </a:extLst>
              </p:cNvPr>
              <p:cNvCxnSpPr/>
              <p:nvPr/>
            </p:nvCxnSpPr>
            <p:spPr>
              <a:xfrm>
                <a:off x="2487975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0" name="Connector 65">
                <a:extLst>
                  <a:ext uri="{FF2B5EF4-FFF2-40B4-BE49-F238E27FC236}">
                    <a16:creationId xmlns:a16="http://schemas.microsoft.com/office/drawing/2014/main" id="{0D529249-25F1-1E8E-AFE3-2528DC1423C9}"/>
                  </a:ext>
                </a:extLst>
              </p:cNvPr>
              <p:cNvCxnSpPr/>
              <p:nvPr/>
            </p:nvCxnSpPr>
            <p:spPr>
              <a:xfrm>
                <a:off x="4388520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1" name="Connector 66">
                <a:extLst>
                  <a:ext uri="{FF2B5EF4-FFF2-40B4-BE49-F238E27FC236}">
                    <a16:creationId xmlns:a16="http://schemas.microsoft.com/office/drawing/2014/main" id="{3CE5BF95-DBF6-B200-63E0-4E83DBEC41FE}"/>
                  </a:ext>
                </a:extLst>
              </p:cNvPr>
              <p:cNvCxnSpPr/>
              <p:nvPr/>
            </p:nvCxnSpPr>
            <p:spPr>
              <a:xfrm flipV="1">
                <a:off x="96754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2" name="Connector 67">
                <a:extLst>
                  <a:ext uri="{FF2B5EF4-FFF2-40B4-BE49-F238E27FC236}">
                    <a16:creationId xmlns:a16="http://schemas.microsoft.com/office/drawing/2014/main" id="{D19BFE32-6969-4156-6724-1C9A4E0FA54D}"/>
                  </a:ext>
                </a:extLst>
              </p:cNvPr>
              <p:cNvCxnSpPr/>
              <p:nvPr/>
            </p:nvCxnSpPr>
            <p:spPr>
              <a:xfrm>
                <a:off x="4388520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3" name="Connector 68">
                <a:extLst>
                  <a:ext uri="{FF2B5EF4-FFF2-40B4-BE49-F238E27FC236}">
                    <a16:creationId xmlns:a16="http://schemas.microsoft.com/office/drawing/2014/main" id="{3FE23EFE-FA62-A6F5-E6CC-54F4EC9F050D}"/>
                  </a:ext>
                </a:extLst>
              </p:cNvPr>
              <p:cNvCxnSpPr/>
              <p:nvPr/>
            </p:nvCxnSpPr>
            <p:spPr>
              <a:xfrm flipV="1">
                <a:off x="4008411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4" name="Connector 69">
                <a:extLst>
                  <a:ext uri="{FF2B5EF4-FFF2-40B4-BE49-F238E27FC236}">
                    <a16:creationId xmlns:a16="http://schemas.microsoft.com/office/drawing/2014/main" id="{34E2F63A-2F81-9254-7338-A191B13B5B56}"/>
                  </a:ext>
                </a:extLst>
              </p:cNvPr>
              <p:cNvCxnSpPr/>
              <p:nvPr/>
            </p:nvCxnSpPr>
            <p:spPr>
              <a:xfrm>
                <a:off x="2107866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5" name="Connector 70">
                <a:extLst>
                  <a:ext uri="{FF2B5EF4-FFF2-40B4-BE49-F238E27FC236}">
                    <a16:creationId xmlns:a16="http://schemas.microsoft.com/office/drawing/2014/main" id="{FC4F1F91-7120-75E4-1885-2ABE69F993EC}"/>
                  </a:ext>
                </a:extLst>
              </p:cNvPr>
              <p:cNvCxnSpPr/>
              <p:nvPr/>
            </p:nvCxnSpPr>
            <p:spPr>
              <a:xfrm>
                <a:off x="2868084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6" name="Connector 71">
                <a:extLst>
                  <a:ext uri="{FF2B5EF4-FFF2-40B4-BE49-F238E27FC236}">
                    <a16:creationId xmlns:a16="http://schemas.microsoft.com/office/drawing/2014/main" id="{FD27BA7D-BB9A-E112-9E05-441F8EAB079E}"/>
                  </a:ext>
                </a:extLst>
              </p:cNvPr>
              <p:cNvCxnSpPr/>
              <p:nvPr/>
            </p:nvCxnSpPr>
            <p:spPr>
              <a:xfrm>
                <a:off x="172775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7" name="Connector 72">
                <a:extLst>
                  <a:ext uri="{FF2B5EF4-FFF2-40B4-BE49-F238E27FC236}">
                    <a16:creationId xmlns:a16="http://schemas.microsoft.com/office/drawing/2014/main" id="{D1C13CA7-AAF2-0BE1-052D-AAC710CD4D35}"/>
                  </a:ext>
                </a:extLst>
              </p:cNvPr>
              <p:cNvCxnSpPr/>
              <p:nvPr/>
            </p:nvCxnSpPr>
            <p:spPr>
              <a:xfrm>
                <a:off x="5528847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8" name="Connector 73">
                <a:extLst>
                  <a:ext uri="{FF2B5EF4-FFF2-40B4-BE49-F238E27FC236}">
                    <a16:creationId xmlns:a16="http://schemas.microsoft.com/office/drawing/2014/main" id="{77506B5F-A2DA-36AD-12DC-3F2B1DE5B50F}"/>
                  </a:ext>
                </a:extLst>
              </p:cNvPr>
              <p:cNvCxnSpPr/>
              <p:nvPr/>
            </p:nvCxnSpPr>
            <p:spPr>
              <a:xfrm flipV="1">
                <a:off x="3248193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79" name="Connector 74">
                <a:extLst>
                  <a:ext uri="{FF2B5EF4-FFF2-40B4-BE49-F238E27FC236}">
                    <a16:creationId xmlns:a16="http://schemas.microsoft.com/office/drawing/2014/main" id="{2EE86276-E20E-69F6-1BEC-B03FE453B304}"/>
                  </a:ext>
                </a:extLst>
              </p:cNvPr>
              <p:cNvCxnSpPr/>
              <p:nvPr/>
            </p:nvCxnSpPr>
            <p:spPr>
              <a:xfrm flipV="1">
                <a:off x="3628302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0" name="Connector 75">
                <a:extLst>
                  <a:ext uri="{FF2B5EF4-FFF2-40B4-BE49-F238E27FC236}">
                    <a16:creationId xmlns:a16="http://schemas.microsoft.com/office/drawing/2014/main" id="{D7053806-5138-6273-0191-753730F46299}"/>
                  </a:ext>
                </a:extLst>
              </p:cNvPr>
              <p:cNvCxnSpPr/>
              <p:nvPr/>
            </p:nvCxnSpPr>
            <p:spPr>
              <a:xfrm>
                <a:off x="2487975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1" name="Connector 76">
                <a:extLst>
                  <a:ext uri="{FF2B5EF4-FFF2-40B4-BE49-F238E27FC236}">
                    <a16:creationId xmlns:a16="http://schemas.microsoft.com/office/drawing/2014/main" id="{641FB077-A105-5FD7-AB6A-8A9128186D0E}"/>
                  </a:ext>
                </a:extLst>
              </p:cNvPr>
              <p:cNvCxnSpPr/>
              <p:nvPr/>
            </p:nvCxnSpPr>
            <p:spPr>
              <a:xfrm>
                <a:off x="967540" y="4700016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2" name="Connector 77">
                <a:extLst>
                  <a:ext uri="{FF2B5EF4-FFF2-40B4-BE49-F238E27FC236}">
                    <a16:creationId xmlns:a16="http://schemas.microsoft.com/office/drawing/2014/main" id="{384E6247-261D-57DD-39E5-545205C5ACFA}"/>
                  </a:ext>
                </a:extLst>
              </p:cNvPr>
              <p:cNvCxnSpPr/>
              <p:nvPr/>
            </p:nvCxnSpPr>
            <p:spPr>
              <a:xfrm flipV="1">
                <a:off x="2487975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3" name="Connector 78">
                <a:extLst>
                  <a:ext uri="{FF2B5EF4-FFF2-40B4-BE49-F238E27FC236}">
                    <a16:creationId xmlns:a16="http://schemas.microsoft.com/office/drawing/2014/main" id="{2BD39D61-8109-C3F7-2246-158B5D986E23}"/>
                  </a:ext>
                </a:extLst>
              </p:cNvPr>
              <p:cNvCxnSpPr/>
              <p:nvPr/>
            </p:nvCxnSpPr>
            <p:spPr>
              <a:xfrm flipV="1">
                <a:off x="514873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4" name="Connector 79">
                <a:extLst>
                  <a:ext uri="{FF2B5EF4-FFF2-40B4-BE49-F238E27FC236}">
                    <a16:creationId xmlns:a16="http://schemas.microsoft.com/office/drawing/2014/main" id="{151C9BF5-94E9-2396-2210-9A9969F8F847}"/>
                  </a:ext>
                </a:extLst>
              </p:cNvPr>
              <p:cNvCxnSpPr/>
              <p:nvPr/>
            </p:nvCxnSpPr>
            <p:spPr>
              <a:xfrm>
                <a:off x="5908956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5" name="Connector 80">
                <a:extLst>
                  <a:ext uri="{FF2B5EF4-FFF2-40B4-BE49-F238E27FC236}">
                    <a16:creationId xmlns:a16="http://schemas.microsoft.com/office/drawing/2014/main" id="{4C622A2F-AA8E-25F3-E982-00AE9FE325A5}"/>
                  </a:ext>
                </a:extLst>
              </p:cNvPr>
              <p:cNvCxnSpPr/>
              <p:nvPr/>
            </p:nvCxnSpPr>
            <p:spPr>
              <a:xfrm>
                <a:off x="2107866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6" name="Connector 81">
                <a:extLst>
                  <a:ext uri="{FF2B5EF4-FFF2-40B4-BE49-F238E27FC236}">
                    <a16:creationId xmlns:a16="http://schemas.microsoft.com/office/drawing/2014/main" id="{1E47F3BC-1F32-67F3-FC6A-264038A323AB}"/>
                  </a:ext>
                </a:extLst>
              </p:cNvPr>
              <p:cNvCxnSpPr/>
              <p:nvPr/>
            </p:nvCxnSpPr>
            <p:spPr>
              <a:xfrm>
                <a:off x="1347649" y="4480560"/>
                <a:ext cx="380108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7" name="Connector 82">
                <a:extLst>
                  <a:ext uri="{FF2B5EF4-FFF2-40B4-BE49-F238E27FC236}">
                    <a16:creationId xmlns:a16="http://schemas.microsoft.com/office/drawing/2014/main" id="{FC112379-737A-3BDB-6ADE-6576750B2DFE}"/>
                  </a:ext>
                </a:extLst>
              </p:cNvPr>
              <p:cNvCxnSpPr/>
              <p:nvPr/>
            </p:nvCxnSpPr>
            <p:spPr>
              <a:xfrm>
                <a:off x="3628302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8" name="Connector 83">
                <a:extLst>
                  <a:ext uri="{FF2B5EF4-FFF2-40B4-BE49-F238E27FC236}">
                    <a16:creationId xmlns:a16="http://schemas.microsoft.com/office/drawing/2014/main" id="{C31BC705-BE42-D3C9-053D-9F125247783E}"/>
                  </a:ext>
                </a:extLst>
              </p:cNvPr>
              <p:cNvCxnSpPr/>
              <p:nvPr/>
            </p:nvCxnSpPr>
            <p:spPr>
              <a:xfrm>
                <a:off x="134764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89" name="Connector 84">
                <a:extLst>
                  <a:ext uri="{FF2B5EF4-FFF2-40B4-BE49-F238E27FC236}">
                    <a16:creationId xmlns:a16="http://schemas.microsoft.com/office/drawing/2014/main" id="{E7849F83-A412-0BBE-1B89-D178E99CF81F}"/>
                  </a:ext>
                </a:extLst>
              </p:cNvPr>
              <p:cNvCxnSpPr/>
              <p:nvPr/>
            </p:nvCxnSpPr>
            <p:spPr>
              <a:xfrm flipV="1">
                <a:off x="4008411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0" name="Connector 85">
                <a:extLst>
                  <a:ext uri="{FF2B5EF4-FFF2-40B4-BE49-F238E27FC236}">
                    <a16:creationId xmlns:a16="http://schemas.microsoft.com/office/drawing/2014/main" id="{DE824BDC-CDCF-FD0F-B8F1-E19A87940156}"/>
                  </a:ext>
                </a:extLst>
              </p:cNvPr>
              <p:cNvCxnSpPr/>
              <p:nvPr/>
            </p:nvCxnSpPr>
            <p:spPr>
              <a:xfrm>
                <a:off x="2868084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1" name="Connector 86">
                <a:extLst>
                  <a:ext uri="{FF2B5EF4-FFF2-40B4-BE49-F238E27FC236}">
                    <a16:creationId xmlns:a16="http://schemas.microsoft.com/office/drawing/2014/main" id="{9D96E7E3-5812-3EA8-55A1-99563D5763EF}"/>
                  </a:ext>
                </a:extLst>
              </p:cNvPr>
              <p:cNvCxnSpPr/>
              <p:nvPr/>
            </p:nvCxnSpPr>
            <p:spPr>
              <a:xfrm>
                <a:off x="967540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2" name="Connector 87">
                <a:extLst>
                  <a:ext uri="{FF2B5EF4-FFF2-40B4-BE49-F238E27FC236}">
                    <a16:creationId xmlns:a16="http://schemas.microsoft.com/office/drawing/2014/main" id="{E35266DC-8224-6C1B-E7A2-9A1932AB9807}"/>
                  </a:ext>
                </a:extLst>
              </p:cNvPr>
              <p:cNvCxnSpPr/>
              <p:nvPr/>
            </p:nvCxnSpPr>
            <p:spPr>
              <a:xfrm>
                <a:off x="2868084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3" name="Connector 88">
                <a:extLst>
                  <a:ext uri="{FF2B5EF4-FFF2-40B4-BE49-F238E27FC236}">
                    <a16:creationId xmlns:a16="http://schemas.microsoft.com/office/drawing/2014/main" id="{EF777FCF-3A84-AF1D-D405-49CBCC98BB1C}"/>
                  </a:ext>
                </a:extLst>
              </p:cNvPr>
              <p:cNvCxnSpPr/>
              <p:nvPr/>
            </p:nvCxnSpPr>
            <p:spPr>
              <a:xfrm>
                <a:off x="4768629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4" name="Connector 89">
                <a:extLst>
                  <a:ext uri="{FF2B5EF4-FFF2-40B4-BE49-F238E27FC236}">
                    <a16:creationId xmlns:a16="http://schemas.microsoft.com/office/drawing/2014/main" id="{BCB6E0E7-4887-8967-F366-9B5E5E155498}"/>
                  </a:ext>
                </a:extLst>
              </p:cNvPr>
              <p:cNvCxnSpPr/>
              <p:nvPr/>
            </p:nvCxnSpPr>
            <p:spPr>
              <a:xfrm>
                <a:off x="5148738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5" name="Connector 90">
                <a:extLst>
                  <a:ext uri="{FF2B5EF4-FFF2-40B4-BE49-F238E27FC236}">
                    <a16:creationId xmlns:a16="http://schemas.microsoft.com/office/drawing/2014/main" id="{6825D13B-2817-0E9C-C734-DF5A54234164}"/>
                  </a:ext>
                </a:extLst>
              </p:cNvPr>
              <p:cNvCxnSpPr/>
              <p:nvPr/>
            </p:nvCxnSpPr>
            <p:spPr>
              <a:xfrm flipV="1">
                <a:off x="4768629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6" name="Connector 91">
                <a:extLst>
                  <a:ext uri="{FF2B5EF4-FFF2-40B4-BE49-F238E27FC236}">
                    <a16:creationId xmlns:a16="http://schemas.microsoft.com/office/drawing/2014/main" id="{BBCF44BB-F78F-8B4F-BF06-31F5FDD32720}"/>
                  </a:ext>
                </a:extLst>
              </p:cNvPr>
              <p:cNvCxnSpPr/>
              <p:nvPr/>
            </p:nvCxnSpPr>
            <p:spPr>
              <a:xfrm>
                <a:off x="5148738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7" name="Connector 92">
                <a:extLst>
                  <a:ext uri="{FF2B5EF4-FFF2-40B4-BE49-F238E27FC236}">
                    <a16:creationId xmlns:a16="http://schemas.microsoft.com/office/drawing/2014/main" id="{8327779D-3AE7-AF68-ACF4-8E7D7BF0CA1A}"/>
                  </a:ext>
                </a:extLst>
              </p:cNvPr>
              <p:cNvCxnSpPr/>
              <p:nvPr/>
            </p:nvCxnSpPr>
            <p:spPr>
              <a:xfrm>
                <a:off x="2868084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8" name="Connector 93">
                <a:extLst>
                  <a:ext uri="{FF2B5EF4-FFF2-40B4-BE49-F238E27FC236}">
                    <a16:creationId xmlns:a16="http://schemas.microsoft.com/office/drawing/2014/main" id="{4C3FA528-87EE-DD33-551B-5B47340C923A}"/>
                  </a:ext>
                </a:extLst>
              </p:cNvPr>
              <p:cNvCxnSpPr/>
              <p:nvPr/>
            </p:nvCxnSpPr>
            <p:spPr>
              <a:xfrm>
                <a:off x="2107866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99" name="Connector 94">
                <a:extLst>
                  <a:ext uri="{FF2B5EF4-FFF2-40B4-BE49-F238E27FC236}">
                    <a16:creationId xmlns:a16="http://schemas.microsoft.com/office/drawing/2014/main" id="{15FA68B0-4930-A9B2-FB4C-3C11A7CD7091}"/>
                  </a:ext>
                </a:extLst>
              </p:cNvPr>
              <p:cNvCxnSpPr/>
              <p:nvPr/>
            </p:nvCxnSpPr>
            <p:spPr>
              <a:xfrm>
                <a:off x="4388520" y="4041648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0" name="Connector 95">
                <a:extLst>
                  <a:ext uri="{FF2B5EF4-FFF2-40B4-BE49-F238E27FC236}">
                    <a16:creationId xmlns:a16="http://schemas.microsoft.com/office/drawing/2014/main" id="{1CF2B5E1-2B48-B511-DA2E-FA7A71BE17ED}"/>
                  </a:ext>
                </a:extLst>
              </p:cNvPr>
              <p:cNvCxnSpPr/>
              <p:nvPr/>
            </p:nvCxnSpPr>
            <p:spPr>
              <a:xfrm>
                <a:off x="3248193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1" name="Connector 96">
                <a:extLst>
                  <a:ext uri="{FF2B5EF4-FFF2-40B4-BE49-F238E27FC236}">
                    <a16:creationId xmlns:a16="http://schemas.microsoft.com/office/drawing/2014/main" id="{57406905-FA7F-E7A1-357E-DC51D684BBBC}"/>
                  </a:ext>
                </a:extLst>
              </p:cNvPr>
              <p:cNvCxnSpPr/>
              <p:nvPr/>
            </p:nvCxnSpPr>
            <p:spPr>
              <a:xfrm>
                <a:off x="3248193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2" name="Connector 97">
                <a:extLst>
                  <a:ext uri="{FF2B5EF4-FFF2-40B4-BE49-F238E27FC236}">
                    <a16:creationId xmlns:a16="http://schemas.microsoft.com/office/drawing/2014/main" id="{D6167659-5A4D-3357-5FEF-E3D588E8521E}"/>
                  </a:ext>
                </a:extLst>
              </p:cNvPr>
              <p:cNvCxnSpPr/>
              <p:nvPr/>
            </p:nvCxnSpPr>
            <p:spPr>
              <a:xfrm flipV="1">
                <a:off x="2487975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3" name="Connector 98">
                <a:extLst>
                  <a:ext uri="{FF2B5EF4-FFF2-40B4-BE49-F238E27FC236}">
                    <a16:creationId xmlns:a16="http://schemas.microsoft.com/office/drawing/2014/main" id="{85051199-CE1C-5916-5B7B-5D8B174F4177}"/>
                  </a:ext>
                </a:extLst>
              </p:cNvPr>
              <p:cNvCxnSpPr/>
              <p:nvPr/>
            </p:nvCxnSpPr>
            <p:spPr>
              <a:xfrm flipV="1">
                <a:off x="4388520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4" name="Connector 99">
                <a:extLst>
                  <a:ext uri="{FF2B5EF4-FFF2-40B4-BE49-F238E27FC236}">
                    <a16:creationId xmlns:a16="http://schemas.microsoft.com/office/drawing/2014/main" id="{A44B8FF2-3EA3-90D6-5269-4933553D3302}"/>
                  </a:ext>
                </a:extLst>
              </p:cNvPr>
              <p:cNvCxnSpPr/>
              <p:nvPr/>
            </p:nvCxnSpPr>
            <p:spPr>
              <a:xfrm>
                <a:off x="2487975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5" name="Connector 100">
                <a:extLst>
                  <a:ext uri="{FF2B5EF4-FFF2-40B4-BE49-F238E27FC236}">
                    <a16:creationId xmlns:a16="http://schemas.microsoft.com/office/drawing/2014/main" id="{9201B8A6-BC10-56DF-2403-581457B7FB94}"/>
                  </a:ext>
                </a:extLst>
              </p:cNvPr>
              <p:cNvCxnSpPr/>
              <p:nvPr/>
            </p:nvCxnSpPr>
            <p:spPr>
              <a:xfrm flipV="1">
                <a:off x="172775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6" name="Connector 101">
                <a:extLst>
                  <a:ext uri="{FF2B5EF4-FFF2-40B4-BE49-F238E27FC236}">
                    <a16:creationId xmlns:a16="http://schemas.microsoft.com/office/drawing/2014/main" id="{D6C8E5AB-66E5-E393-4B76-254ABE350E81}"/>
                  </a:ext>
                </a:extLst>
              </p:cNvPr>
              <p:cNvCxnSpPr/>
              <p:nvPr/>
            </p:nvCxnSpPr>
            <p:spPr>
              <a:xfrm flipV="1">
                <a:off x="4768629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7" name="Connector 102">
                <a:extLst>
                  <a:ext uri="{FF2B5EF4-FFF2-40B4-BE49-F238E27FC236}">
                    <a16:creationId xmlns:a16="http://schemas.microsoft.com/office/drawing/2014/main" id="{12298922-0218-8CB6-257D-4DE952DA250D}"/>
                  </a:ext>
                </a:extLst>
              </p:cNvPr>
              <p:cNvCxnSpPr/>
              <p:nvPr/>
            </p:nvCxnSpPr>
            <p:spPr>
              <a:xfrm>
                <a:off x="4008411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8" name="Connector 103">
                <a:extLst>
                  <a:ext uri="{FF2B5EF4-FFF2-40B4-BE49-F238E27FC236}">
                    <a16:creationId xmlns:a16="http://schemas.microsoft.com/office/drawing/2014/main" id="{CC4641EC-66C4-AA9C-948D-BF8110D02E33}"/>
                  </a:ext>
                </a:extLst>
              </p:cNvPr>
              <p:cNvCxnSpPr/>
              <p:nvPr/>
            </p:nvCxnSpPr>
            <p:spPr>
              <a:xfrm>
                <a:off x="3628302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09" name="Connector 104">
                <a:extLst>
                  <a:ext uri="{FF2B5EF4-FFF2-40B4-BE49-F238E27FC236}">
                    <a16:creationId xmlns:a16="http://schemas.microsoft.com/office/drawing/2014/main" id="{07EE4055-F6CD-241E-2C75-B5EB335F8555}"/>
                  </a:ext>
                </a:extLst>
              </p:cNvPr>
              <p:cNvCxnSpPr/>
              <p:nvPr/>
            </p:nvCxnSpPr>
            <p:spPr>
              <a:xfrm flipV="1">
                <a:off x="1347648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0" name="Connector 105">
                <a:extLst>
                  <a:ext uri="{FF2B5EF4-FFF2-40B4-BE49-F238E27FC236}">
                    <a16:creationId xmlns:a16="http://schemas.microsoft.com/office/drawing/2014/main" id="{208FD9DD-9C99-2195-782A-F96E97E64181}"/>
                  </a:ext>
                </a:extLst>
              </p:cNvPr>
              <p:cNvCxnSpPr/>
              <p:nvPr/>
            </p:nvCxnSpPr>
            <p:spPr>
              <a:xfrm>
                <a:off x="967540" y="2505456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1" name="Connector 106">
                <a:extLst>
                  <a:ext uri="{FF2B5EF4-FFF2-40B4-BE49-F238E27FC236}">
                    <a16:creationId xmlns:a16="http://schemas.microsoft.com/office/drawing/2014/main" id="{30C00DE4-7030-9403-5C35-7602B6B8D9FD}"/>
                  </a:ext>
                </a:extLst>
              </p:cNvPr>
              <p:cNvCxnSpPr/>
              <p:nvPr/>
            </p:nvCxnSpPr>
            <p:spPr>
              <a:xfrm flipV="1">
                <a:off x="5528847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2" name="Connector 107">
                <a:extLst>
                  <a:ext uri="{FF2B5EF4-FFF2-40B4-BE49-F238E27FC236}">
                    <a16:creationId xmlns:a16="http://schemas.microsoft.com/office/drawing/2014/main" id="{679E8C55-5D30-88DB-1D7B-E57C017B346B}"/>
                  </a:ext>
                </a:extLst>
              </p:cNvPr>
              <p:cNvCxnSpPr/>
              <p:nvPr/>
            </p:nvCxnSpPr>
            <p:spPr>
              <a:xfrm>
                <a:off x="4768629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3" name="Connector 108">
                <a:extLst>
                  <a:ext uri="{FF2B5EF4-FFF2-40B4-BE49-F238E27FC236}">
                    <a16:creationId xmlns:a16="http://schemas.microsoft.com/office/drawing/2014/main" id="{0AD6ABBC-79CB-8F8F-7645-E9C81171D5D4}"/>
                  </a:ext>
                </a:extLst>
              </p:cNvPr>
              <p:cNvCxnSpPr/>
              <p:nvPr/>
            </p:nvCxnSpPr>
            <p:spPr>
              <a:xfrm flipV="1">
                <a:off x="5528847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4" name="Connector 109">
                <a:extLst>
                  <a:ext uri="{FF2B5EF4-FFF2-40B4-BE49-F238E27FC236}">
                    <a16:creationId xmlns:a16="http://schemas.microsoft.com/office/drawing/2014/main" id="{8103EDB0-B32D-D38E-D945-9DA62E3A0B32}"/>
                  </a:ext>
                </a:extLst>
              </p:cNvPr>
              <p:cNvCxnSpPr/>
              <p:nvPr/>
            </p:nvCxnSpPr>
            <p:spPr>
              <a:xfrm>
                <a:off x="5148738" y="2724911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5" name="Connector 110">
                <a:extLst>
                  <a:ext uri="{FF2B5EF4-FFF2-40B4-BE49-F238E27FC236}">
                    <a16:creationId xmlns:a16="http://schemas.microsoft.com/office/drawing/2014/main" id="{995E5AE5-5A44-8482-8296-02A6B90363F3}"/>
                  </a:ext>
                </a:extLst>
              </p:cNvPr>
              <p:cNvCxnSpPr/>
              <p:nvPr/>
            </p:nvCxnSpPr>
            <p:spPr>
              <a:xfrm>
                <a:off x="3248193" y="3383279"/>
                <a:ext cx="0" cy="438912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6" name="Connector 111">
                <a:extLst>
                  <a:ext uri="{FF2B5EF4-FFF2-40B4-BE49-F238E27FC236}">
                    <a16:creationId xmlns:a16="http://schemas.microsoft.com/office/drawing/2014/main" id="{ADE4A5E8-3ECD-795B-AEAF-3B0A85ECD806}"/>
                  </a:ext>
                </a:extLst>
              </p:cNvPr>
              <p:cNvCxnSpPr/>
              <p:nvPr/>
            </p:nvCxnSpPr>
            <p:spPr>
              <a:xfrm>
                <a:off x="3248193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7" name="Connector 112">
                <a:extLst>
                  <a:ext uri="{FF2B5EF4-FFF2-40B4-BE49-F238E27FC236}">
                    <a16:creationId xmlns:a16="http://schemas.microsoft.com/office/drawing/2014/main" id="{3ABC160F-A87E-A407-C5E5-E3CAF86997DF}"/>
                  </a:ext>
                </a:extLst>
              </p:cNvPr>
              <p:cNvCxnSpPr/>
              <p:nvPr/>
            </p:nvCxnSpPr>
            <p:spPr>
              <a:xfrm flipV="1">
                <a:off x="2487975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8" name="Connector 113">
                <a:extLst>
                  <a:ext uri="{FF2B5EF4-FFF2-40B4-BE49-F238E27FC236}">
                    <a16:creationId xmlns:a16="http://schemas.microsoft.com/office/drawing/2014/main" id="{DAF938AC-3010-1208-310A-143253E31C1D}"/>
                  </a:ext>
                </a:extLst>
              </p:cNvPr>
              <p:cNvCxnSpPr/>
              <p:nvPr/>
            </p:nvCxnSpPr>
            <p:spPr>
              <a:xfrm flipV="1">
                <a:off x="1347648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19" name="Connector 114">
                <a:extLst>
                  <a:ext uri="{FF2B5EF4-FFF2-40B4-BE49-F238E27FC236}">
                    <a16:creationId xmlns:a16="http://schemas.microsoft.com/office/drawing/2014/main" id="{2A2514EB-C1FB-68E2-DB6C-75DF8A5FC4DB}"/>
                  </a:ext>
                </a:extLst>
              </p:cNvPr>
              <p:cNvCxnSpPr/>
              <p:nvPr/>
            </p:nvCxnSpPr>
            <p:spPr>
              <a:xfrm>
                <a:off x="1727757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0" name="Connector 115">
                <a:extLst>
                  <a:ext uri="{FF2B5EF4-FFF2-40B4-BE49-F238E27FC236}">
                    <a16:creationId xmlns:a16="http://schemas.microsoft.com/office/drawing/2014/main" id="{81CEA989-8A91-6418-9A27-87F6866A0DF6}"/>
                  </a:ext>
                </a:extLst>
              </p:cNvPr>
              <p:cNvCxnSpPr/>
              <p:nvPr/>
            </p:nvCxnSpPr>
            <p:spPr>
              <a:xfrm>
                <a:off x="4388520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1" name="Connector 116">
                <a:extLst>
                  <a:ext uri="{FF2B5EF4-FFF2-40B4-BE49-F238E27FC236}">
                    <a16:creationId xmlns:a16="http://schemas.microsoft.com/office/drawing/2014/main" id="{84BF9A55-8AFE-114B-61A8-EF96BE34257E}"/>
                  </a:ext>
                </a:extLst>
              </p:cNvPr>
              <p:cNvCxnSpPr/>
              <p:nvPr/>
            </p:nvCxnSpPr>
            <p:spPr>
              <a:xfrm>
                <a:off x="5528847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2" name="Connector 117">
                <a:extLst>
                  <a:ext uri="{FF2B5EF4-FFF2-40B4-BE49-F238E27FC236}">
                    <a16:creationId xmlns:a16="http://schemas.microsoft.com/office/drawing/2014/main" id="{179C5034-3DCF-6945-0AFB-3876C16693EA}"/>
                  </a:ext>
                </a:extLst>
              </p:cNvPr>
              <p:cNvCxnSpPr/>
              <p:nvPr/>
            </p:nvCxnSpPr>
            <p:spPr>
              <a:xfrm>
                <a:off x="1347648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3" name="Connector 118">
                <a:extLst>
                  <a:ext uri="{FF2B5EF4-FFF2-40B4-BE49-F238E27FC236}">
                    <a16:creationId xmlns:a16="http://schemas.microsoft.com/office/drawing/2014/main" id="{BAB7D94B-8E2F-2D70-CD33-2FD763EBA90B}"/>
                  </a:ext>
                </a:extLst>
              </p:cNvPr>
              <p:cNvCxnSpPr/>
              <p:nvPr/>
            </p:nvCxnSpPr>
            <p:spPr>
              <a:xfrm>
                <a:off x="1727757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4" name="Connector 119">
                <a:extLst>
                  <a:ext uri="{FF2B5EF4-FFF2-40B4-BE49-F238E27FC236}">
                    <a16:creationId xmlns:a16="http://schemas.microsoft.com/office/drawing/2014/main" id="{4DE650BF-886A-9A98-1BE2-34350EE9435F}"/>
                  </a:ext>
                </a:extLst>
              </p:cNvPr>
              <p:cNvCxnSpPr/>
              <p:nvPr/>
            </p:nvCxnSpPr>
            <p:spPr>
              <a:xfrm>
                <a:off x="967540" y="5138928"/>
                <a:ext cx="380108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5" name="Connector 120">
                <a:extLst>
                  <a:ext uri="{FF2B5EF4-FFF2-40B4-BE49-F238E27FC236}">
                    <a16:creationId xmlns:a16="http://schemas.microsoft.com/office/drawing/2014/main" id="{BAA18B8E-18DE-FE3E-0496-543D21CF4A12}"/>
                  </a:ext>
                </a:extLst>
              </p:cNvPr>
              <p:cNvCxnSpPr/>
              <p:nvPr/>
            </p:nvCxnSpPr>
            <p:spPr>
              <a:xfrm>
                <a:off x="2868084" y="4480560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6" name="Connector 121">
                <a:extLst>
                  <a:ext uri="{FF2B5EF4-FFF2-40B4-BE49-F238E27FC236}">
                    <a16:creationId xmlns:a16="http://schemas.microsoft.com/office/drawing/2014/main" id="{F89977BC-64A2-F9A4-3216-2D782A3D6463}"/>
                  </a:ext>
                </a:extLst>
              </p:cNvPr>
              <p:cNvCxnSpPr/>
              <p:nvPr/>
            </p:nvCxnSpPr>
            <p:spPr>
              <a:xfrm flipV="1">
                <a:off x="2107866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7" name="Connector 122">
                <a:extLst>
                  <a:ext uri="{FF2B5EF4-FFF2-40B4-BE49-F238E27FC236}">
                    <a16:creationId xmlns:a16="http://schemas.microsoft.com/office/drawing/2014/main" id="{E24AD766-F992-D76C-4E58-3C94A88C0824}"/>
                  </a:ext>
                </a:extLst>
              </p:cNvPr>
              <p:cNvCxnSpPr/>
              <p:nvPr/>
            </p:nvCxnSpPr>
            <p:spPr>
              <a:xfrm flipV="1">
                <a:off x="3248193" y="3163824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8" name="Connector 123">
                <a:extLst>
                  <a:ext uri="{FF2B5EF4-FFF2-40B4-BE49-F238E27FC236}">
                    <a16:creationId xmlns:a16="http://schemas.microsoft.com/office/drawing/2014/main" id="{F3942653-FE65-CFCC-54F1-1D1A6ED9D78E}"/>
                  </a:ext>
                </a:extLst>
              </p:cNvPr>
              <p:cNvCxnSpPr/>
              <p:nvPr/>
            </p:nvCxnSpPr>
            <p:spPr>
              <a:xfrm>
                <a:off x="2868084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29" name="Connector 124">
                <a:extLst>
                  <a:ext uri="{FF2B5EF4-FFF2-40B4-BE49-F238E27FC236}">
                    <a16:creationId xmlns:a16="http://schemas.microsoft.com/office/drawing/2014/main" id="{565AB26A-B370-2051-3636-E47A233577EB}"/>
                  </a:ext>
                </a:extLst>
              </p:cNvPr>
              <p:cNvCxnSpPr/>
              <p:nvPr/>
            </p:nvCxnSpPr>
            <p:spPr>
              <a:xfrm flipV="1">
                <a:off x="2868084" y="3822191"/>
                <a:ext cx="380109" cy="219457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0" name="Connector 125">
                <a:extLst>
                  <a:ext uri="{FF2B5EF4-FFF2-40B4-BE49-F238E27FC236}">
                    <a16:creationId xmlns:a16="http://schemas.microsoft.com/office/drawing/2014/main" id="{9A95A950-A34F-D4B2-BDC2-F8C3626106EE}"/>
                  </a:ext>
                </a:extLst>
              </p:cNvPr>
              <p:cNvCxnSpPr/>
              <p:nvPr/>
            </p:nvCxnSpPr>
            <p:spPr>
              <a:xfrm>
                <a:off x="4008411" y="4700016"/>
                <a:ext cx="0" cy="438911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1" name="Connector 126">
                <a:extLst>
                  <a:ext uri="{FF2B5EF4-FFF2-40B4-BE49-F238E27FC236}">
                    <a16:creationId xmlns:a16="http://schemas.microsoft.com/office/drawing/2014/main" id="{88292FAA-3229-0F38-2692-54B45842F33D}"/>
                  </a:ext>
                </a:extLst>
              </p:cNvPr>
              <p:cNvCxnSpPr/>
              <p:nvPr/>
            </p:nvCxnSpPr>
            <p:spPr>
              <a:xfrm>
                <a:off x="3248193" y="5138927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2" name="Connector 127">
                <a:extLst>
                  <a:ext uri="{FF2B5EF4-FFF2-40B4-BE49-F238E27FC236}">
                    <a16:creationId xmlns:a16="http://schemas.microsoft.com/office/drawing/2014/main" id="{0E70248B-D28C-D08D-1C5D-240B4E923813}"/>
                  </a:ext>
                </a:extLst>
              </p:cNvPr>
              <p:cNvCxnSpPr/>
              <p:nvPr/>
            </p:nvCxnSpPr>
            <p:spPr>
              <a:xfrm>
                <a:off x="4768629" y="206654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3" name="Connector 128">
                <a:extLst>
                  <a:ext uri="{FF2B5EF4-FFF2-40B4-BE49-F238E27FC236}">
                    <a16:creationId xmlns:a16="http://schemas.microsoft.com/office/drawing/2014/main" id="{79A5FA15-F768-9246-FFCF-538FB86B8474}"/>
                  </a:ext>
                </a:extLst>
              </p:cNvPr>
              <p:cNvCxnSpPr/>
              <p:nvPr/>
            </p:nvCxnSpPr>
            <p:spPr>
              <a:xfrm>
                <a:off x="1347648" y="2724911"/>
                <a:ext cx="1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4" name="Connector 129">
                <a:extLst>
                  <a:ext uri="{FF2B5EF4-FFF2-40B4-BE49-F238E27FC236}">
                    <a16:creationId xmlns:a16="http://schemas.microsoft.com/office/drawing/2014/main" id="{EAABF23D-E3CE-4F68-483A-F6C128391C29}"/>
                  </a:ext>
                </a:extLst>
              </p:cNvPr>
              <p:cNvCxnSpPr/>
              <p:nvPr/>
            </p:nvCxnSpPr>
            <p:spPr>
              <a:xfrm>
                <a:off x="3628302" y="5358383"/>
                <a:ext cx="0" cy="438913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5" name="Connector 130">
                <a:extLst>
                  <a:ext uri="{FF2B5EF4-FFF2-40B4-BE49-F238E27FC236}">
                    <a16:creationId xmlns:a16="http://schemas.microsoft.com/office/drawing/2014/main" id="{3D062C17-5D09-1465-486F-90CBD02C3D06}"/>
                  </a:ext>
                </a:extLst>
              </p:cNvPr>
              <p:cNvCxnSpPr/>
              <p:nvPr/>
            </p:nvCxnSpPr>
            <p:spPr>
              <a:xfrm flipV="1">
                <a:off x="2868084" y="2505456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6" name="Connector 131">
                <a:extLst>
                  <a:ext uri="{FF2B5EF4-FFF2-40B4-BE49-F238E27FC236}">
                    <a16:creationId xmlns:a16="http://schemas.microsoft.com/office/drawing/2014/main" id="{859B9AEC-D95B-E755-3577-FD00777B25F3}"/>
                  </a:ext>
                </a:extLst>
              </p:cNvPr>
              <p:cNvCxnSpPr/>
              <p:nvPr/>
            </p:nvCxnSpPr>
            <p:spPr>
              <a:xfrm>
                <a:off x="2107866" y="5797296"/>
                <a:ext cx="380109" cy="219456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cxnSp>
            <p:nvCxnSpPr>
              <p:cNvPr id="137" name="Connector 132">
                <a:extLst>
                  <a:ext uri="{FF2B5EF4-FFF2-40B4-BE49-F238E27FC236}">
                    <a16:creationId xmlns:a16="http://schemas.microsoft.com/office/drawing/2014/main" id="{B6A7CEA3-6357-4223-C878-0E7599FD2194}"/>
                  </a:ext>
                </a:extLst>
              </p:cNvPr>
              <p:cNvCxnSpPr/>
              <p:nvPr/>
            </p:nvCxnSpPr>
            <p:spPr>
              <a:xfrm flipV="1">
                <a:off x="967540" y="1847088"/>
                <a:ext cx="380109" cy="219455"/>
              </a:xfrm>
              <a:prstGeom prst="line">
                <a:avLst/>
              </a:prstGeom>
              <a:grpFill/>
              <a:ln w="12700">
                <a:solidFill>
                  <a:srgbClr val="A9AFBA"/>
                </a:solidFill>
              </a:ln>
              <a:effectLst/>
            </p:spPr>
          </p:cxn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3B26B9AB-42CF-8742-851F-FC142D1BF073}"/>
                  </a:ext>
                </a:extLst>
              </p:cNvPr>
              <p:cNvSpPr/>
              <p:nvPr/>
            </p:nvSpPr>
            <p:spPr>
              <a:xfrm>
                <a:off x="1599741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0A38C50C-4641-58A5-897B-84767147AD3B}"/>
                  </a:ext>
                </a:extLst>
              </p:cNvPr>
              <p:cNvSpPr/>
              <p:nvPr/>
            </p:nvSpPr>
            <p:spPr>
              <a:xfrm>
                <a:off x="1219633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BDE3C59E-048A-80A9-2AED-0001AB19F5B5}"/>
                  </a:ext>
                </a:extLst>
              </p:cNvPr>
              <p:cNvSpPr/>
              <p:nvPr/>
            </p:nvSpPr>
            <p:spPr>
              <a:xfrm>
                <a:off x="839524" y="2377439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2A6B2E03-0291-0A2C-A9FC-97F523CAFEC4}"/>
                  </a:ext>
                </a:extLst>
              </p:cNvPr>
              <p:cNvSpPr/>
              <p:nvPr/>
            </p:nvSpPr>
            <p:spPr>
              <a:xfrm>
                <a:off x="839524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D48AED50-21DC-5199-948F-26C985976C54}"/>
                  </a:ext>
                </a:extLst>
              </p:cNvPr>
              <p:cNvSpPr/>
              <p:nvPr/>
            </p:nvSpPr>
            <p:spPr>
              <a:xfrm>
                <a:off x="1219633" y="171907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98B498D9-119E-5387-9EB6-459F96A50E84}"/>
                  </a:ext>
                </a:extLst>
              </p:cNvPr>
              <p:cNvSpPr/>
              <p:nvPr/>
            </p:nvSpPr>
            <p:spPr>
              <a:xfrm>
                <a:off x="159974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1A6A0441-2744-8A24-A661-A1A186FBF421}"/>
                  </a:ext>
                </a:extLst>
              </p:cNvPr>
              <p:cNvSpPr/>
              <p:nvPr/>
            </p:nvSpPr>
            <p:spPr>
              <a:xfrm>
                <a:off x="2359959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913634EF-3CCA-450C-B0B0-1BAB170074F1}"/>
                  </a:ext>
                </a:extLst>
              </p:cNvPr>
              <p:cNvSpPr/>
              <p:nvPr/>
            </p:nvSpPr>
            <p:spPr>
              <a:xfrm>
                <a:off x="1979850" y="2596895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6E98AC5A-4A86-ED7E-49F3-108EB9221EEE}"/>
                  </a:ext>
                </a:extLst>
              </p:cNvPr>
              <p:cNvSpPr/>
              <p:nvPr/>
            </p:nvSpPr>
            <p:spPr>
              <a:xfrm>
                <a:off x="1979850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7" name="Oval 146">
                <a:extLst>
                  <a:ext uri="{FF2B5EF4-FFF2-40B4-BE49-F238E27FC236}">
                    <a16:creationId xmlns:a16="http://schemas.microsoft.com/office/drawing/2014/main" id="{40185E86-E334-84D1-A2A2-FCE5D93540A0}"/>
                  </a:ext>
                </a:extLst>
              </p:cNvPr>
              <p:cNvSpPr/>
              <p:nvPr/>
            </p:nvSpPr>
            <p:spPr>
              <a:xfrm>
                <a:off x="2359959" y="1938527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8" name="Oval 147">
                <a:extLst>
                  <a:ext uri="{FF2B5EF4-FFF2-40B4-BE49-F238E27FC236}">
                    <a16:creationId xmlns:a16="http://schemas.microsoft.com/office/drawing/2014/main" id="{2922AF56-03D2-6C8B-D6BA-3DDF92C596CF}"/>
                  </a:ext>
                </a:extLst>
              </p:cNvPr>
              <p:cNvSpPr/>
              <p:nvPr/>
            </p:nvSpPr>
            <p:spPr>
              <a:xfrm>
                <a:off x="3120177" y="2377439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9" name="Oval 148">
                <a:extLst>
                  <a:ext uri="{FF2B5EF4-FFF2-40B4-BE49-F238E27FC236}">
                    <a16:creationId xmlns:a16="http://schemas.microsoft.com/office/drawing/2014/main" id="{18CDEFD8-DB42-68A2-95E4-8D4FC8FB25D0}"/>
                  </a:ext>
                </a:extLst>
              </p:cNvPr>
              <p:cNvSpPr/>
              <p:nvPr/>
            </p:nvSpPr>
            <p:spPr>
              <a:xfrm>
                <a:off x="2740068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0" name="Oval 149">
                <a:extLst>
                  <a:ext uri="{FF2B5EF4-FFF2-40B4-BE49-F238E27FC236}">
                    <a16:creationId xmlns:a16="http://schemas.microsoft.com/office/drawing/2014/main" id="{0E3D7293-56B3-974C-8674-873B4B138836}"/>
                  </a:ext>
                </a:extLst>
              </p:cNvPr>
              <p:cNvSpPr/>
              <p:nvPr/>
            </p:nvSpPr>
            <p:spPr>
              <a:xfrm>
                <a:off x="2740068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6805C459-09EE-0503-B07D-210915946C6D}"/>
                  </a:ext>
                </a:extLst>
              </p:cNvPr>
              <p:cNvSpPr/>
              <p:nvPr/>
            </p:nvSpPr>
            <p:spPr>
              <a:xfrm>
                <a:off x="3120177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B71D8030-2D92-1C9F-D91D-85035042621C}"/>
                  </a:ext>
                </a:extLst>
              </p:cNvPr>
              <p:cNvSpPr/>
              <p:nvPr/>
            </p:nvSpPr>
            <p:spPr>
              <a:xfrm>
                <a:off x="3880395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3" name="Oval 152">
                <a:extLst>
                  <a:ext uri="{FF2B5EF4-FFF2-40B4-BE49-F238E27FC236}">
                    <a16:creationId xmlns:a16="http://schemas.microsoft.com/office/drawing/2014/main" id="{B6D0D1C1-C92E-B5ED-6F02-BD1FC506C839}"/>
                  </a:ext>
                </a:extLst>
              </p:cNvPr>
              <p:cNvSpPr/>
              <p:nvPr/>
            </p:nvSpPr>
            <p:spPr>
              <a:xfrm>
                <a:off x="3500286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4" name="Oval 153">
                <a:extLst>
                  <a:ext uri="{FF2B5EF4-FFF2-40B4-BE49-F238E27FC236}">
                    <a16:creationId xmlns:a16="http://schemas.microsoft.com/office/drawing/2014/main" id="{107AD577-B361-4CCC-3891-30BB1068BF33}"/>
                  </a:ext>
                </a:extLst>
              </p:cNvPr>
              <p:cNvSpPr/>
              <p:nvPr/>
            </p:nvSpPr>
            <p:spPr>
              <a:xfrm>
                <a:off x="3500286" y="171907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5" name="Oval 154">
                <a:extLst>
                  <a:ext uri="{FF2B5EF4-FFF2-40B4-BE49-F238E27FC236}">
                    <a16:creationId xmlns:a16="http://schemas.microsoft.com/office/drawing/2014/main" id="{99B2F13D-BFDD-D03E-C1E5-7823F0BD2B2C}"/>
                  </a:ext>
                </a:extLst>
              </p:cNvPr>
              <p:cNvSpPr/>
              <p:nvPr/>
            </p:nvSpPr>
            <p:spPr>
              <a:xfrm>
                <a:off x="3880395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6" name="Oval 155">
                <a:extLst>
                  <a:ext uri="{FF2B5EF4-FFF2-40B4-BE49-F238E27FC236}">
                    <a16:creationId xmlns:a16="http://schemas.microsoft.com/office/drawing/2014/main" id="{8F9B8333-E24F-DE7E-6F36-A23D9C904C12}"/>
                  </a:ext>
                </a:extLst>
              </p:cNvPr>
              <p:cNvSpPr/>
              <p:nvPr/>
            </p:nvSpPr>
            <p:spPr>
              <a:xfrm>
                <a:off x="4640613" y="2377439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FCA1AF87-DA78-9978-3CFD-F39FF6387FAA}"/>
                  </a:ext>
                </a:extLst>
              </p:cNvPr>
              <p:cNvSpPr/>
              <p:nvPr/>
            </p:nvSpPr>
            <p:spPr>
              <a:xfrm>
                <a:off x="4260504" y="2596895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CFAE20BC-DC4D-8F6E-1532-2D17CADD669A}"/>
                  </a:ext>
                </a:extLst>
              </p:cNvPr>
              <p:cNvSpPr/>
              <p:nvPr/>
            </p:nvSpPr>
            <p:spPr>
              <a:xfrm>
                <a:off x="4260504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E6115654-0E39-38D9-98A3-EC368CA7AAA8}"/>
                  </a:ext>
                </a:extLst>
              </p:cNvPr>
              <p:cNvSpPr/>
              <p:nvPr/>
            </p:nvSpPr>
            <p:spPr>
              <a:xfrm>
                <a:off x="4640613" y="1938527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0" name="Oval 159">
                <a:extLst>
                  <a:ext uri="{FF2B5EF4-FFF2-40B4-BE49-F238E27FC236}">
                    <a16:creationId xmlns:a16="http://schemas.microsoft.com/office/drawing/2014/main" id="{A944A832-B191-7B3A-89B5-593FDC454D73}"/>
                  </a:ext>
                </a:extLst>
              </p:cNvPr>
              <p:cNvSpPr/>
              <p:nvPr/>
            </p:nvSpPr>
            <p:spPr>
              <a:xfrm>
                <a:off x="5400831" y="2377439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D740432D-BBD6-9D0E-193A-78E1BF20C746}"/>
                  </a:ext>
                </a:extLst>
              </p:cNvPr>
              <p:cNvSpPr/>
              <p:nvPr/>
            </p:nvSpPr>
            <p:spPr>
              <a:xfrm>
                <a:off x="5020722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162" name="Oval 161">
                <a:extLst>
                  <a:ext uri="{FF2B5EF4-FFF2-40B4-BE49-F238E27FC236}">
                    <a16:creationId xmlns:a16="http://schemas.microsoft.com/office/drawing/2014/main" id="{A94D47E5-A360-0C50-4BCE-6A10C9323838}"/>
                  </a:ext>
                </a:extLst>
              </p:cNvPr>
              <p:cNvSpPr/>
              <p:nvPr/>
            </p:nvSpPr>
            <p:spPr>
              <a:xfrm>
                <a:off x="5020722" y="171907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D0E0A687-099D-DF14-205C-7642EB12AF82}"/>
                  </a:ext>
                </a:extLst>
              </p:cNvPr>
              <p:cNvSpPr/>
              <p:nvPr/>
            </p:nvSpPr>
            <p:spPr>
              <a:xfrm>
                <a:off x="5400831" y="1938527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C74976BB-37A0-B0AA-48B2-8EFC1CB1AFFA}"/>
                  </a:ext>
                </a:extLst>
              </p:cNvPr>
              <p:cNvSpPr/>
              <p:nvPr/>
            </p:nvSpPr>
            <p:spPr>
              <a:xfrm>
                <a:off x="1979850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AC10A1FB-8C09-65B3-5678-DA02CB4C6FCE}"/>
                  </a:ext>
                </a:extLst>
              </p:cNvPr>
              <p:cNvSpPr/>
              <p:nvPr/>
            </p:nvSpPr>
            <p:spPr>
              <a:xfrm>
                <a:off x="159974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6" name="Oval 165">
                <a:extLst>
                  <a:ext uri="{FF2B5EF4-FFF2-40B4-BE49-F238E27FC236}">
                    <a16:creationId xmlns:a16="http://schemas.microsoft.com/office/drawing/2014/main" id="{099A4182-F5AC-7400-F76A-52DF613D4638}"/>
                  </a:ext>
                </a:extLst>
              </p:cNvPr>
              <p:cNvSpPr/>
              <p:nvPr/>
            </p:nvSpPr>
            <p:spPr>
              <a:xfrm>
                <a:off x="1219633" y="3035808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690DFDC1-AF51-BBCB-C2A4-025BFF2D212F}"/>
                  </a:ext>
                </a:extLst>
              </p:cNvPr>
              <p:cNvSpPr/>
              <p:nvPr/>
            </p:nvSpPr>
            <p:spPr>
              <a:xfrm>
                <a:off x="2740068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8" name="Oval 167">
                <a:extLst>
                  <a:ext uri="{FF2B5EF4-FFF2-40B4-BE49-F238E27FC236}">
                    <a16:creationId xmlns:a16="http://schemas.microsoft.com/office/drawing/2014/main" id="{2716648E-A9DD-9036-8D32-8887E62779EE}"/>
                  </a:ext>
                </a:extLst>
              </p:cNvPr>
              <p:cNvSpPr/>
              <p:nvPr/>
            </p:nvSpPr>
            <p:spPr>
              <a:xfrm>
                <a:off x="2359959" y="3255263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224FC1A5-F90B-900F-6EC8-6A40592F0523}"/>
                  </a:ext>
                </a:extLst>
              </p:cNvPr>
              <p:cNvSpPr/>
              <p:nvPr/>
            </p:nvSpPr>
            <p:spPr>
              <a:xfrm>
                <a:off x="3500286" y="3035808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0" name="Oval 169">
                <a:extLst>
                  <a:ext uri="{FF2B5EF4-FFF2-40B4-BE49-F238E27FC236}">
                    <a16:creationId xmlns:a16="http://schemas.microsoft.com/office/drawing/2014/main" id="{FA867AAC-AFCB-6D52-856D-AEC7814D859A}"/>
                  </a:ext>
                </a:extLst>
              </p:cNvPr>
              <p:cNvSpPr/>
              <p:nvPr/>
            </p:nvSpPr>
            <p:spPr>
              <a:xfrm>
                <a:off x="3120177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1" name="Oval 170">
                <a:extLst>
                  <a:ext uri="{FF2B5EF4-FFF2-40B4-BE49-F238E27FC236}">
                    <a16:creationId xmlns:a16="http://schemas.microsoft.com/office/drawing/2014/main" id="{95870CFE-5CBC-E729-17B4-8EB73C159083}"/>
                  </a:ext>
                </a:extLst>
              </p:cNvPr>
              <p:cNvSpPr/>
              <p:nvPr/>
            </p:nvSpPr>
            <p:spPr>
              <a:xfrm>
                <a:off x="4260504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2" name="Oval 171">
                <a:extLst>
                  <a:ext uri="{FF2B5EF4-FFF2-40B4-BE49-F238E27FC236}">
                    <a16:creationId xmlns:a16="http://schemas.microsoft.com/office/drawing/2014/main" id="{22047141-169B-C1B9-9D1F-9FFA5A6B8DD7}"/>
                  </a:ext>
                </a:extLst>
              </p:cNvPr>
              <p:cNvSpPr/>
              <p:nvPr/>
            </p:nvSpPr>
            <p:spPr>
              <a:xfrm>
                <a:off x="3880395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3" name="Oval 172">
                <a:extLst>
                  <a:ext uri="{FF2B5EF4-FFF2-40B4-BE49-F238E27FC236}">
                    <a16:creationId xmlns:a16="http://schemas.microsoft.com/office/drawing/2014/main" id="{2A3BC5A2-162C-933C-A42C-626513F0B4D4}"/>
                  </a:ext>
                </a:extLst>
              </p:cNvPr>
              <p:cNvSpPr/>
              <p:nvPr/>
            </p:nvSpPr>
            <p:spPr>
              <a:xfrm>
                <a:off x="5020722" y="303580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0243D537-6CF4-31CA-40B7-4ECC8EEBDDB2}"/>
                  </a:ext>
                </a:extLst>
              </p:cNvPr>
              <p:cNvSpPr/>
              <p:nvPr/>
            </p:nvSpPr>
            <p:spPr>
              <a:xfrm>
                <a:off x="4640613" y="3255263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305BE36A-BACF-82C2-FA9B-77907E1FB172}"/>
                  </a:ext>
                </a:extLst>
              </p:cNvPr>
              <p:cNvSpPr/>
              <p:nvPr/>
            </p:nvSpPr>
            <p:spPr>
              <a:xfrm>
                <a:off x="5780940" y="3035807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6" name="Oval 175">
                <a:extLst>
                  <a:ext uri="{FF2B5EF4-FFF2-40B4-BE49-F238E27FC236}">
                    <a16:creationId xmlns:a16="http://schemas.microsoft.com/office/drawing/2014/main" id="{43BC330B-2013-3C0C-EA98-D45106D4D30E}"/>
                  </a:ext>
                </a:extLst>
              </p:cNvPr>
              <p:cNvSpPr/>
              <p:nvPr/>
            </p:nvSpPr>
            <p:spPr>
              <a:xfrm>
                <a:off x="5400831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7" name="Oval 176">
                <a:extLst>
                  <a:ext uri="{FF2B5EF4-FFF2-40B4-BE49-F238E27FC236}">
                    <a16:creationId xmlns:a16="http://schemas.microsoft.com/office/drawing/2014/main" id="{CFEDE18C-939B-D7E3-4B10-44AA419011CA}"/>
                  </a:ext>
                </a:extLst>
              </p:cNvPr>
              <p:cNvSpPr/>
              <p:nvPr/>
            </p:nvSpPr>
            <p:spPr>
              <a:xfrm>
                <a:off x="5780940" y="2596895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8" name="Oval 177">
                <a:extLst>
                  <a:ext uri="{FF2B5EF4-FFF2-40B4-BE49-F238E27FC236}">
                    <a16:creationId xmlns:a16="http://schemas.microsoft.com/office/drawing/2014/main" id="{8E8B7B21-215D-BA29-D444-B8B27701A7DA}"/>
                  </a:ext>
                </a:extLst>
              </p:cNvPr>
              <p:cNvSpPr/>
              <p:nvPr/>
            </p:nvSpPr>
            <p:spPr>
              <a:xfrm>
                <a:off x="1599741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92A5C3CC-F745-743C-36CA-8D8E6AA5770F}"/>
                  </a:ext>
                </a:extLst>
              </p:cNvPr>
              <p:cNvSpPr/>
              <p:nvPr/>
            </p:nvSpPr>
            <p:spPr>
              <a:xfrm>
                <a:off x="1219633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ECCB3BB0-5B65-6538-1B8A-ACC46642DA89}"/>
                  </a:ext>
                </a:extLst>
              </p:cNvPr>
              <p:cNvSpPr/>
              <p:nvPr/>
            </p:nvSpPr>
            <p:spPr>
              <a:xfrm>
                <a:off x="839524" y="3694176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1" name="Oval 180">
                <a:extLst>
                  <a:ext uri="{FF2B5EF4-FFF2-40B4-BE49-F238E27FC236}">
                    <a16:creationId xmlns:a16="http://schemas.microsoft.com/office/drawing/2014/main" id="{F5CA5A9E-7B72-F68B-A384-38269AB06B4B}"/>
                  </a:ext>
                </a:extLst>
              </p:cNvPr>
              <p:cNvSpPr/>
              <p:nvPr/>
            </p:nvSpPr>
            <p:spPr>
              <a:xfrm>
                <a:off x="839524" y="3255263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2" name="Oval 181">
                <a:extLst>
                  <a:ext uri="{FF2B5EF4-FFF2-40B4-BE49-F238E27FC236}">
                    <a16:creationId xmlns:a16="http://schemas.microsoft.com/office/drawing/2014/main" id="{D45E7645-6715-3C1F-2778-4D678B0EE291}"/>
                  </a:ext>
                </a:extLst>
              </p:cNvPr>
              <p:cNvSpPr/>
              <p:nvPr/>
            </p:nvSpPr>
            <p:spPr>
              <a:xfrm>
                <a:off x="2359959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3" name="Oval 182">
                <a:extLst>
                  <a:ext uri="{FF2B5EF4-FFF2-40B4-BE49-F238E27FC236}">
                    <a16:creationId xmlns:a16="http://schemas.microsoft.com/office/drawing/2014/main" id="{54DE6009-9EDC-6883-C8DB-39F0967B21EC}"/>
                  </a:ext>
                </a:extLst>
              </p:cNvPr>
              <p:cNvSpPr/>
              <p:nvPr/>
            </p:nvSpPr>
            <p:spPr>
              <a:xfrm>
                <a:off x="1979850" y="391363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4" name="Oval 183">
                <a:extLst>
                  <a:ext uri="{FF2B5EF4-FFF2-40B4-BE49-F238E27FC236}">
                    <a16:creationId xmlns:a16="http://schemas.microsoft.com/office/drawing/2014/main" id="{AD1F5237-5B10-2F4B-02D7-B049204797E7}"/>
                  </a:ext>
                </a:extLst>
              </p:cNvPr>
              <p:cNvSpPr/>
              <p:nvPr/>
            </p:nvSpPr>
            <p:spPr>
              <a:xfrm>
                <a:off x="3120177" y="3694176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5" name="Oval 184">
                <a:extLst>
                  <a:ext uri="{FF2B5EF4-FFF2-40B4-BE49-F238E27FC236}">
                    <a16:creationId xmlns:a16="http://schemas.microsoft.com/office/drawing/2014/main" id="{631B64F6-0168-E73C-EF9C-42836F54BBD0}"/>
                  </a:ext>
                </a:extLst>
              </p:cNvPr>
              <p:cNvSpPr/>
              <p:nvPr/>
            </p:nvSpPr>
            <p:spPr>
              <a:xfrm>
                <a:off x="2740068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6" name="Oval 185">
                <a:extLst>
                  <a:ext uri="{FF2B5EF4-FFF2-40B4-BE49-F238E27FC236}">
                    <a16:creationId xmlns:a16="http://schemas.microsoft.com/office/drawing/2014/main" id="{C1A4B2FA-FEBB-C7BB-F6E3-0299353DF579}"/>
                  </a:ext>
                </a:extLst>
              </p:cNvPr>
              <p:cNvSpPr/>
              <p:nvPr/>
            </p:nvSpPr>
            <p:spPr>
              <a:xfrm>
                <a:off x="3880395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7" name="Oval 186">
                <a:extLst>
                  <a:ext uri="{FF2B5EF4-FFF2-40B4-BE49-F238E27FC236}">
                    <a16:creationId xmlns:a16="http://schemas.microsoft.com/office/drawing/2014/main" id="{F902DA56-B92F-177B-58F3-DD6F89C48481}"/>
                  </a:ext>
                </a:extLst>
              </p:cNvPr>
              <p:cNvSpPr/>
              <p:nvPr/>
            </p:nvSpPr>
            <p:spPr>
              <a:xfrm>
                <a:off x="3500286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8" name="Oval 187">
                <a:extLst>
                  <a:ext uri="{FF2B5EF4-FFF2-40B4-BE49-F238E27FC236}">
                    <a16:creationId xmlns:a16="http://schemas.microsoft.com/office/drawing/2014/main" id="{112E76B3-B1AB-34CD-FA00-65F51A159CFD}"/>
                  </a:ext>
                </a:extLst>
              </p:cNvPr>
              <p:cNvSpPr/>
              <p:nvPr/>
            </p:nvSpPr>
            <p:spPr>
              <a:xfrm>
                <a:off x="4640613" y="369417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9" name="Oval 188">
                <a:extLst>
                  <a:ext uri="{FF2B5EF4-FFF2-40B4-BE49-F238E27FC236}">
                    <a16:creationId xmlns:a16="http://schemas.microsoft.com/office/drawing/2014/main" id="{A8EF3235-A395-06FB-E8CA-AB120243EEE8}"/>
                  </a:ext>
                </a:extLst>
              </p:cNvPr>
              <p:cNvSpPr/>
              <p:nvPr/>
            </p:nvSpPr>
            <p:spPr>
              <a:xfrm>
                <a:off x="4260504" y="391363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0" name="Oval 189">
                <a:extLst>
                  <a:ext uri="{FF2B5EF4-FFF2-40B4-BE49-F238E27FC236}">
                    <a16:creationId xmlns:a16="http://schemas.microsoft.com/office/drawing/2014/main" id="{4173C84B-2B70-FBE4-D622-3F939C1C12D8}"/>
                  </a:ext>
                </a:extLst>
              </p:cNvPr>
              <p:cNvSpPr/>
              <p:nvPr/>
            </p:nvSpPr>
            <p:spPr>
              <a:xfrm>
                <a:off x="5400831" y="3694176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1" name="Oval 190">
                <a:extLst>
                  <a:ext uri="{FF2B5EF4-FFF2-40B4-BE49-F238E27FC236}">
                    <a16:creationId xmlns:a16="http://schemas.microsoft.com/office/drawing/2014/main" id="{BE641630-BBD3-7024-F441-43EBF0C5E79F}"/>
                  </a:ext>
                </a:extLst>
              </p:cNvPr>
              <p:cNvSpPr/>
              <p:nvPr/>
            </p:nvSpPr>
            <p:spPr>
              <a:xfrm>
                <a:off x="5020722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2" name="Oval 191">
                <a:extLst>
                  <a:ext uri="{FF2B5EF4-FFF2-40B4-BE49-F238E27FC236}">
                    <a16:creationId xmlns:a16="http://schemas.microsoft.com/office/drawing/2014/main" id="{9F290055-83F9-BB17-5180-EF42886380E1}"/>
                  </a:ext>
                </a:extLst>
              </p:cNvPr>
              <p:cNvSpPr/>
              <p:nvPr/>
            </p:nvSpPr>
            <p:spPr>
              <a:xfrm>
                <a:off x="1979850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3" name="Oval 192">
                <a:extLst>
                  <a:ext uri="{FF2B5EF4-FFF2-40B4-BE49-F238E27FC236}">
                    <a16:creationId xmlns:a16="http://schemas.microsoft.com/office/drawing/2014/main" id="{D458C6E6-4A02-686E-E302-F0C11A8C4E26}"/>
                  </a:ext>
                </a:extLst>
              </p:cNvPr>
              <p:cNvSpPr/>
              <p:nvPr/>
            </p:nvSpPr>
            <p:spPr>
              <a:xfrm>
                <a:off x="159974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BF1DDA89-10B9-E9FD-642F-D8011D49C91D}"/>
                  </a:ext>
                </a:extLst>
              </p:cNvPr>
              <p:cNvSpPr/>
              <p:nvPr/>
            </p:nvSpPr>
            <p:spPr>
              <a:xfrm>
                <a:off x="1219633" y="4352544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5" name="Oval 194">
                <a:extLst>
                  <a:ext uri="{FF2B5EF4-FFF2-40B4-BE49-F238E27FC236}">
                    <a16:creationId xmlns:a16="http://schemas.microsoft.com/office/drawing/2014/main" id="{E9560DFC-9A7E-F4CB-92D4-C52088DED620}"/>
                  </a:ext>
                </a:extLst>
              </p:cNvPr>
              <p:cNvSpPr/>
              <p:nvPr/>
            </p:nvSpPr>
            <p:spPr>
              <a:xfrm>
                <a:off x="2740068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6" name="Oval 195">
                <a:extLst>
                  <a:ext uri="{FF2B5EF4-FFF2-40B4-BE49-F238E27FC236}">
                    <a16:creationId xmlns:a16="http://schemas.microsoft.com/office/drawing/2014/main" id="{DBE2211C-4D7C-0B3C-FAA5-85736DBCF6F5}"/>
                  </a:ext>
                </a:extLst>
              </p:cNvPr>
              <p:cNvSpPr/>
              <p:nvPr/>
            </p:nvSpPr>
            <p:spPr>
              <a:xfrm>
                <a:off x="2359959" y="4572000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338D019D-7078-31AA-18A6-D560CB01F4E4}"/>
                  </a:ext>
                </a:extLst>
              </p:cNvPr>
              <p:cNvSpPr/>
              <p:nvPr/>
            </p:nvSpPr>
            <p:spPr>
              <a:xfrm>
                <a:off x="3500286" y="4352544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F9B08594-017B-F56C-8C11-B12EC49512D5}"/>
                  </a:ext>
                </a:extLst>
              </p:cNvPr>
              <p:cNvSpPr/>
              <p:nvPr/>
            </p:nvSpPr>
            <p:spPr>
              <a:xfrm>
                <a:off x="3120177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683A3DF4-7B8F-3C9C-BCBD-B59A5CC2DA1B}"/>
                  </a:ext>
                </a:extLst>
              </p:cNvPr>
              <p:cNvSpPr/>
              <p:nvPr/>
            </p:nvSpPr>
            <p:spPr>
              <a:xfrm>
                <a:off x="4260504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12979620-8374-B301-3BAA-1EFF9FD0DFE4}"/>
                  </a:ext>
                </a:extLst>
              </p:cNvPr>
              <p:cNvSpPr/>
              <p:nvPr/>
            </p:nvSpPr>
            <p:spPr>
              <a:xfrm>
                <a:off x="3880395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1" name="Oval 200">
                <a:extLst>
                  <a:ext uri="{FF2B5EF4-FFF2-40B4-BE49-F238E27FC236}">
                    <a16:creationId xmlns:a16="http://schemas.microsoft.com/office/drawing/2014/main" id="{0857D7EE-7D28-78BE-6E87-64BA91BA449B}"/>
                  </a:ext>
                </a:extLst>
              </p:cNvPr>
              <p:cNvSpPr/>
              <p:nvPr/>
            </p:nvSpPr>
            <p:spPr>
              <a:xfrm>
                <a:off x="5020722" y="4352544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2" name="Oval 201">
                <a:extLst>
                  <a:ext uri="{FF2B5EF4-FFF2-40B4-BE49-F238E27FC236}">
                    <a16:creationId xmlns:a16="http://schemas.microsoft.com/office/drawing/2014/main" id="{8530FD9B-D0E0-0189-F78A-560044709BCB}"/>
                  </a:ext>
                </a:extLst>
              </p:cNvPr>
              <p:cNvSpPr/>
              <p:nvPr/>
            </p:nvSpPr>
            <p:spPr>
              <a:xfrm>
                <a:off x="4640613" y="4572000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3" name="Oval 202">
                <a:extLst>
                  <a:ext uri="{FF2B5EF4-FFF2-40B4-BE49-F238E27FC236}">
                    <a16:creationId xmlns:a16="http://schemas.microsoft.com/office/drawing/2014/main" id="{3FEEC0FD-3D20-BECE-5C44-E69E2EFF8B07}"/>
                  </a:ext>
                </a:extLst>
              </p:cNvPr>
              <p:cNvSpPr/>
              <p:nvPr/>
            </p:nvSpPr>
            <p:spPr>
              <a:xfrm>
                <a:off x="5780940" y="4352544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4" name="Oval 203">
                <a:extLst>
                  <a:ext uri="{FF2B5EF4-FFF2-40B4-BE49-F238E27FC236}">
                    <a16:creationId xmlns:a16="http://schemas.microsoft.com/office/drawing/2014/main" id="{A9BBA2D2-A0AF-EE91-5212-D7B861E89F48}"/>
                  </a:ext>
                </a:extLst>
              </p:cNvPr>
              <p:cNvSpPr/>
              <p:nvPr/>
            </p:nvSpPr>
            <p:spPr>
              <a:xfrm>
                <a:off x="5400831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5" name="Oval 204">
                <a:extLst>
                  <a:ext uri="{FF2B5EF4-FFF2-40B4-BE49-F238E27FC236}">
                    <a16:creationId xmlns:a16="http://schemas.microsoft.com/office/drawing/2014/main" id="{22BFCA9A-40AD-25E4-8104-DE53FFD23DD1}"/>
                  </a:ext>
                </a:extLst>
              </p:cNvPr>
              <p:cNvSpPr/>
              <p:nvPr/>
            </p:nvSpPr>
            <p:spPr>
              <a:xfrm>
                <a:off x="5780940" y="391363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6" name="Oval 205">
                <a:extLst>
                  <a:ext uri="{FF2B5EF4-FFF2-40B4-BE49-F238E27FC236}">
                    <a16:creationId xmlns:a16="http://schemas.microsoft.com/office/drawing/2014/main" id="{C73D0D6A-CD39-6642-CFC2-F8F4ACB11B0D}"/>
                  </a:ext>
                </a:extLst>
              </p:cNvPr>
              <p:cNvSpPr/>
              <p:nvPr/>
            </p:nvSpPr>
            <p:spPr>
              <a:xfrm>
                <a:off x="1599741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7" name="Oval 206">
                <a:extLst>
                  <a:ext uri="{FF2B5EF4-FFF2-40B4-BE49-F238E27FC236}">
                    <a16:creationId xmlns:a16="http://schemas.microsoft.com/office/drawing/2014/main" id="{3540CFF5-8B86-03C1-76D6-4795B13D11F6}"/>
                  </a:ext>
                </a:extLst>
              </p:cNvPr>
              <p:cNvSpPr/>
              <p:nvPr/>
            </p:nvSpPr>
            <p:spPr>
              <a:xfrm>
                <a:off x="1219633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8" name="Oval 207">
                <a:extLst>
                  <a:ext uri="{FF2B5EF4-FFF2-40B4-BE49-F238E27FC236}">
                    <a16:creationId xmlns:a16="http://schemas.microsoft.com/office/drawing/2014/main" id="{021B6F88-3370-FA02-2F30-6FEE84CB3616}"/>
                  </a:ext>
                </a:extLst>
              </p:cNvPr>
              <p:cNvSpPr/>
              <p:nvPr/>
            </p:nvSpPr>
            <p:spPr>
              <a:xfrm>
                <a:off x="839524" y="501091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9" name="Oval 208">
                <a:extLst>
                  <a:ext uri="{FF2B5EF4-FFF2-40B4-BE49-F238E27FC236}">
                    <a16:creationId xmlns:a16="http://schemas.microsoft.com/office/drawing/2014/main" id="{1057111A-4135-B221-7DEA-3DA3E93D6107}"/>
                  </a:ext>
                </a:extLst>
              </p:cNvPr>
              <p:cNvSpPr/>
              <p:nvPr/>
            </p:nvSpPr>
            <p:spPr>
              <a:xfrm>
                <a:off x="839524" y="457200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0" name="Oval 209">
                <a:extLst>
                  <a:ext uri="{FF2B5EF4-FFF2-40B4-BE49-F238E27FC236}">
                    <a16:creationId xmlns:a16="http://schemas.microsoft.com/office/drawing/2014/main" id="{2EFF3A19-5DDB-083A-F6E8-DA3C8B76C0F6}"/>
                  </a:ext>
                </a:extLst>
              </p:cNvPr>
              <p:cNvSpPr/>
              <p:nvPr/>
            </p:nvSpPr>
            <p:spPr>
              <a:xfrm>
                <a:off x="2359959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1" name="Oval 210">
                <a:extLst>
                  <a:ext uri="{FF2B5EF4-FFF2-40B4-BE49-F238E27FC236}">
                    <a16:creationId xmlns:a16="http://schemas.microsoft.com/office/drawing/2014/main" id="{21DC68C9-9D9E-D425-D0A8-6DABEF618924}"/>
                  </a:ext>
                </a:extLst>
              </p:cNvPr>
              <p:cNvSpPr/>
              <p:nvPr/>
            </p:nvSpPr>
            <p:spPr>
              <a:xfrm>
                <a:off x="1979850" y="5230368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2" name="Oval 211">
                <a:extLst>
                  <a:ext uri="{FF2B5EF4-FFF2-40B4-BE49-F238E27FC236}">
                    <a16:creationId xmlns:a16="http://schemas.microsoft.com/office/drawing/2014/main" id="{A2F600CD-DF14-D516-CBFC-DDDEDF537DB1}"/>
                  </a:ext>
                </a:extLst>
              </p:cNvPr>
              <p:cNvSpPr/>
              <p:nvPr/>
            </p:nvSpPr>
            <p:spPr>
              <a:xfrm>
                <a:off x="3120177" y="501091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3" name="Oval 212">
                <a:extLst>
                  <a:ext uri="{FF2B5EF4-FFF2-40B4-BE49-F238E27FC236}">
                    <a16:creationId xmlns:a16="http://schemas.microsoft.com/office/drawing/2014/main" id="{4B016658-1FA0-46C7-ADDA-228DB2F7D706}"/>
                  </a:ext>
                </a:extLst>
              </p:cNvPr>
              <p:cNvSpPr/>
              <p:nvPr/>
            </p:nvSpPr>
            <p:spPr>
              <a:xfrm>
                <a:off x="2740068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B5969CDE-EDF6-958C-C561-500C144C622A}"/>
                  </a:ext>
                </a:extLst>
              </p:cNvPr>
              <p:cNvSpPr/>
              <p:nvPr/>
            </p:nvSpPr>
            <p:spPr>
              <a:xfrm>
                <a:off x="3880395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260637CD-C318-938C-CAAD-B0D5834833C9}"/>
                  </a:ext>
                </a:extLst>
              </p:cNvPr>
              <p:cNvSpPr/>
              <p:nvPr/>
            </p:nvSpPr>
            <p:spPr>
              <a:xfrm>
                <a:off x="3500286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BDFC7CDD-4481-6853-F9EB-C8C307331E27}"/>
                  </a:ext>
                </a:extLst>
              </p:cNvPr>
              <p:cNvSpPr/>
              <p:nvPr/>
            </p:nvSpPr>
            <p:spPr>
              <a:xfrm>
                <a:off x="4640613" y="5010912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8738DC24-DD0B-6159-2208-DFC7F5EBC7F3}"/>
                  </a:ext>
                </a:extLst>
              </p:cNvPr>
              <p:cNvSpPr/>
              <p:nvPr/>
            </p:nvSpPr>
            <p:spPr>
              <a:xfrm>
                <a:off x="4260504" y="5230368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06D16BB5-3B07-96D7-6505-4E35B1DE6AB0}"/>
                  </a:ext>
                </a:extLst>
              </p:cNvPr>
              <p:cNvSpPr/>
              <p:nvPr/>
            </p:nvSpPr>
            <p:spPr>
              <a:xfrm>
                <a:off x="5400831" y="5010912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0F9C2565-0FAE-6865-5387-C20D2BB76CF0}"/>
                  </a:ext>
                </a:extLst>
              </p:cNvPr>
              <p:cNvSpPr/>
              <p:nvPr/>
            </p:nvSpPr>
            <p:spPr>
              <a:xfrm>
                <a:off x="5020722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0" name="Oval 219">
                <a:extLst>
                  <a:ext uri="{FF2B5EF4-FFF2-40B4-BE49-F238E27FC236}">
                    <a16:creationId xmlns:a16="http://schemas.microsoft.com/office/drawing/2014/main" id="{5A0BF2B0-0D9A-4A8A-43F8-DB093BC3BA0F}"/>
                  </a:ext>
                </a:extLst>
              </p:cNvPr>
              <p:cNvSpPr/>
              <p:nvPr/>
            </p:nvSpPr>
            <p:spPr>
              <a:xfrm>
                <a:off x="1979850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1" name="Oval 220">
                <a:extLst>
                  <a:ext uri="{FF2B5EF4-FFF2-40B4-BE49-F238E27FC236}">
                    <a16:creationId xmlns:a16="http://schemas.microsoft.com/office/drawing/2014/main" id="{E3E61E02-A8AA-6BB1-5FE9-02CE9AD17057}"/>
                  </a:ext>
                </a:extLst>
              </p:cNvPr>
              <p:cNvSpPr/>
              <p:nvPr/>
            </p:nvSpPr>
            <p:spPr>
              <a:xfrm>
                <a:off x="159974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2" name="Oval 221">
                <a:extLst>
                  <a:ext uri="{FF2B5EF4-FFF2-40B4-BE49-F238E27FC236}">
                    <a16:creationId xmlns:a16="http://schemas.microsoft.com/office/drawing/2014/main" id="{A293417C-F1FA-9A37-A42D-BB8BED9E85AF}"/>
                  </a:ext>
                </a:extLst>
              </p:cNvPr>
              <p:cNvSpPr/>
              <p:nvPr/>
            </p:nvSpPr>
            <p:spPr>
              <a:xfrm>
                <a:off x="1219633" y="5669280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3" name="Oval 222">
                <a:extLst>
                  <a:ext uri="{FF2B5EF4-FFF2-40B4-BE49-F238E27FC236}">
                    <a16:creationId xmlns:a16="http://schemas.microsoft.com/office/drawing/2014/main" id="{1FBFBA3C-6E55-62EC-0178-64181691CD01}"/>
                  </a:ext>
                </a:extLst>
              </p:cNvPr>
              <p:cNvSpPr/>
              <p:nvPr/>
            </p:nvSpPr>
            <p:spPr>
              <a:xfrm>
                <a:off x="2740068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4" name="Oval 223">
                <a:extLst>
                  <a:ext uri="{FF2B5EF4-FFF2-40B4-BE49-F238E27FC236}">
                    <a16:creationId xmlns:a16="http://schemas.microsoft.com/office/drawing/2014/main" id="{50C4EADC-550E-3EF4-0241-2D4BE3587BF0}"/>
                  </a:ext>
                </a:extLst>
              </p:cNvPr>
              <p:cNvSpPr/>
              <p:nvPr/>
            </p:nvSpPr>
            <p:spPr>
              <a:xfrm>
                <a:off x="2359959" y="5888736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5" name="Oval 224">
                <a:extLst>
                  <a:ext uri="{FF2B5EF4-FFF2-40B4-BE49-F238E27FC236}">
                    <a16:creationId xmlns:a16="http://schemas.microsoft.com/office/drawing/2014/main" id="{CECBC3B1-B028-29C5-639E-886465D33FEA}"/>
                  </a:ext>
                </a:extLst>
              </p:cNvPr>
              <p:cNvSpPr/>
              <p:nvPr/>
            </p:nvSpPr>
            <p:spPr>
              <a:xfrm>
                <a:off x="3500286" y="5669280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6" name="Oval 225">
                <a:extLst>
                  <a:ext uri="{FF2B5EF4-FFF2-40B4-BE49-F238E27FC236}">
                    <a16:creationId xmlns:a16="http://schemas.microsoft.com/office/drawing/2014/main" id="{9FDD4B46-BCEC-4F97-7F88-96B4A7878C37}"/>
                  </a:ext>
                </a:extLst>
              </p:cNvPr>
              <p:cNvSpPr/>
              <p:nvPr/>
            </p:nvSpPr>
            <p:spPr>
              <a:xfrm>
                <a:off x="3120177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E3F0F5DA-DEF6-8E4A-4D52-19A3B1FFE63B}"/>
                  </a:ext>
                </a:extLst>
              </p:cNvPr>
              <p:cNvSpPr/>
              <p:nvPr/>
            </p:nvSpPr>
            <p:spPr>
              <a:xfrm>
                <a:off x="4260504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8" name="Oval 227">
                <a:extLst>
                  <a:ext uri="{FF2B5EF4-FFF2-40B4-BE49-F238E27FC236}">
                    <a16:creationId xmlns:a16="http://schemas.microsoft.com/office/drawing/2014/main" id="{4E09878B-A181-353C-8205-0BC3DFCCFB8F}"/>
                  </a:ext>
                </a:extLst>
              </p:cNvPr>
              <p:cNvSpPr/>
              <p:nvPr/>
            </p:nvSpPr>
            <p:spPr>
              <a:xfrm>
                <a:off x="3880395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9" name="Oval 228">
                <a:extLst>
                  <a:ext uri="{FF2B5EF4-FFF2-40B4-BE49-F238E27FC236}">
                    <a16:creationId xmlns:a16="http://schemas.microsoft.com/office/drawing/2014/main" id="{8B45871F-4ED9-1D60-DC6E-52A35D85C2EF}"/>
                  </a:ext>
                </a:extLst>
              </p:cNvPr>
              <p:cNvSpPr/>
              <p:nvPr/>
            </p:nvSpPr>
            <p:spPr>
              <a:xfrm>
                <a:off x="5020722" y="5669280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0" name="Oval 229">
                <a:extLst>
                  <a:ext uri="{FF2B5EF4-FFF2-40B4-BE49-F238E27FC236}">
                    <a16:creationId xmlns:a16="http://schemas.microsoft.com/office/drawing/2014/main" id="{2E836A9A-97B2-D4B7-6F43-D4DA7AA2ADBB}"/>
                  </a:ext>
                </a:extLst>
              </p:cNvPr>
              <p:cNvSpPr/>
              <p:nvPr/>
            </p:nvSpPr>
            <p:spPr>
              <a:xfrm>
                <a:off x="4640613" y="5888736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1" name="Oval 230">
                <a:extLst>
                  <a:ext uri="{FF2B5EF4-FFF2-40B4-BE49-F238E27FC236}">
                    <a16:creationId xmlns:a16="http://schemas.microsoft.com/office/drawing/2014/main" id="{91C77D8E-FC23-BDAB-7164-4B309DCB8B9E}"/>
                  </a:ext>
                </a:extLst>
              </p:cNvPr>
              <p:cNvSpPr/>
              <p:nvPr/>
            </p:nvSpPr>
            <p:spPr>
              <a:xfrm>
                <a:off x="5780940" y="5669280"/>
                <a:ext cx="256032" cy="256032"/>
              </a:xfrm>
              <a:prstGeom prst="ellipse">
                <a:avLst/>
              </a:prstGeom>
              <a:solidFill>
                <a:srgbClr val="F9DC3D"/>
              </a:solidFill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97FE977F-C43B-470E-51A4-B4BE289C510F}"/>
                  </a:ext>
                </a:extLst>
              </p:cNvPr>
              <p:cNvSpPr/>
              <p:nvPr/>
            </p:nvSpPr>
            <p:spPr>
              <a:xfrm>
                <a:off x="5400831" y="5888736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2877055B-D378-280B-268C-501B0FAC648E}"/>
                  </a:ext>
                </a:extLst>
              </p:cNvPr>
              <p:cNvSpPr/>
              <p:nvPr/>
            </p:nvSpPr>
            <p:spPr>
              <a:xfrm>
                <a:off x="5780940" y="5230368"/>
                <a:ext cx="256032" cy="256032"/>
              </a:xfrm>
              <a:prstGeom prst="ellipse">
                <a:avLst/>
              </a:prstGeom>
              <a:grpFill/>
              <a:ln w="15875">
                <a:solidFill>
                  <a:srgbClr val="000000"/>
                </a:solidFill>
              </a:ln>
              <a:effectLst/>
            </p:spPr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68CC644-885F-17C9-0CCB-3476E55A1A6B}"/>
                </a:ext>
              </a:extLst>
            </p:cNvPr>
            <p:cNvSpPr/>
            <p:nvPr/>
          </p:nvSpPr>
          <p:spPr>
            <a:xfrm rot="16200000">
              <a:off x="2303416" y="3383282"/>
              <a:ext cx="1306289" cy="2290353"/>
            </a:xfrm>
            <a:prstGeom prst="rect">
              <a:avLst/>
            </a:prstGeom>
            <a:noFill/>
            <a:ln w="38100">
              <a:solidFill>
                <a:srgbClr val="E14F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4662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1117</TotalTime>
  <Words>94</Words>
  <Application>Microsoft Macintosh PowerPoint</Application>
  <PresentationFormat>Letter Paper (8.5x11 in)</PresentationFormat>
  <Paragraphs>46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Choi, Yunyeong</dc:creator>
  <cp:lastModifiedBy>Choi, Yunyeong</cp:lastModifiedBy>
  <cp:revision>46</cp:revision>
  <dcterms:created xsi:type="dcterms:W3CDTF">2026-06-24T23:02:47Z</dcterms:created>
  <dcterms:modified xsi:type="dcterms:W3CDTF">2026-09-18T21:37:51Z</dcterms:modified>
</cp:coreProperties>
</file>