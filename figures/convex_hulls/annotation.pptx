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260" r:id="rId3"/>
    <p:sldId id="261" r:id="rId4"/>
    <p:sldId id="262" r:id="rId5"/>
    <p:sldId id="263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4F2F"/>
    <a:srgbClr val="E6B9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0"/>
    <p:restoredTop sz="94689"/>
  </p:normalViewPr>
  <p:slideViewPr>
    <p:cSldViewPr snapToGrid="0">
      <p:cViewPr varScale="1">
        <p:scale>
          <a:sx n="147" d="100"/>
          <a:sy n="147" d="100"/>
        </p:scale>
        <p:origin x="1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D297D-CF9E-1D4A-84C7-9BE89F350BA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8E2D4-8B9C-584C-A37F-FC4AB2153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8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1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76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75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8E2D4-8B9C-584C-A37F-FC4AB21530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3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7154-9CF0-0026-AF06-364D3CEB9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72EB1-37A1-1CF3-39A2-896A1C1B0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4C369-2027-5724-2B31-510E67A1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4103D-4321-A42D-88F0-6A87038A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B807F-F4B8-7297-1EA7-F7868737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0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A11F-F836-E63E-A4FE-BEEC7941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EE9C-C7CE-0EEB-9B54-357F4A818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89C-6D4A-8991-AB39-62D792AC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28E9-9EF3-5B30-1059-50FDE405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370C-E852-3370-33D2-CF9CE9AC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3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9C29-61A9-0FFE-C7A2-4027B4CB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33DCF-4CDE-A270-FFB7-5B482406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D6CCB-E3FC-4995-577D-8622263C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29FDA-E9EF-9EB7-FA43-776A43BA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923B2-C64A-44CE-6BB2-4F4CC133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7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B9E6-DA78-E9AC-DCC8-5C49C3F2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70DA1-3431-63E2-E8C3-9DB39274E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4953E-B882-EEFC-4B0B-3791E1C04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2E305-59CF-A2C9-9189-7D1FD0CE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3E6F-BF43-7480-DFC1-8F926304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3B998-A04E-4291-E34D-679CB48B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8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5E161-473C-A25F-6496-9B46E672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263FF-1B6A-E00F-1E0F-C8D6F634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506F5-5C28-8A87-CCE4-0E57FD700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0A854-E7C7-EA2B-21BC-BE800F2DB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5D6F1-34CB-B6FA-DF0D-BF99E78BB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354B3-A1F3-36E4-6358-41E790DC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7507F-5550-2095-D175-44B7ACC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78781-7456-1BE6-9FF6-07ADEA7C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5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3718-3F2E-98C3-9ECB-7E18E38A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E691C-CEEB-4EE7-D5F9-40153EA2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86BAD-32BD-1D72-D548-91614788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7F9AF-C21B-CDFD-1222-382EEF78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3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32F86-500C-672D-24E5-ED811A07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E202F-4328-F956-4594-E01911E28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CB77C-B5E8-DFCB-BB3D-2738982A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8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A89E-BF4D-8BD2-019A-C14688FD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31E4-C463-98D0-3FA5-16B867DF6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8A8A2-E219-402A-E213-C423B167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5D7BE-4497-6CC6-36FC-B18C0A80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8404C-905D-958D-3893-D021D61B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BC82-904D-F03B-27EE-D7F796D1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9785-28F7-0395-4E4B-1E24C904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CCA9E3-48C7-2849-4281-434050FDB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7332F-A7ED-8A8D-B159-0CECDA8EC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BBD9B-B0A7-FADF-34BD-C8581D18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41A01-10A3-51CD-24AA-B17B7C83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FB4F1-0F5E-B869-43C6-80767F4A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9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E64D-03F0-A9C1-D155-5DA9192A7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C0126-0599-A357-D38E-DF5388BBB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EF21-6749-6C42-81F3-00362E67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4D4F8-8DB4-585D-C5A8-F24EBE2E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7B9CF-7BEC-CA88-1763-46FD58A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E04FD-B982-F7DD-AAD3-49091E42E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A606A-1946-19A2-4278-52546BDD9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3555D-4168-0DFD-BFFA-3B06A10E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A017-AE95-06BE-FE95-41EB4F59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C59F-7F12-DABC-8DD9-F6EDDA72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9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8386B-8EBA-2CDA-BDBD-65A5C8DF4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47254-7FC2-5C3D-90D1-4BB30099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FA682-F65E-8E70-09E8-153200271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C392C-A013-A548-9F7B-30B872484FD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9D02-63F6-B4A4-FE05-5356A7937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4AB66-0454-3A9A-BC38-F5D4158B3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30B86-9D03-1B43-98D1-0872F38D6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8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0FA5556-F09C-5BC6-E21A-81BEA646FB46}"/>
              </a:ext>
            </a:extLst>
          </p:cNvPr>
          <p:cNvGrpSpPr/>
          <p:nvPr/>
        </p:nvGrpSpPr>
        <p:grpSpPr>
          <a:xfrm>
            <a:off x="2246890" y="2867"/>
            <a:ext cx="7698219" cy="6858000"/>
            <a:chOff x="2246890" y="2867"/>
            <a:chExt cx="7698219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2A38824-A02A-A034-B175-0F6385E3B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6890" y="2867"/>
              <a:ext cx="7698219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F2892F-8479-B009-1927-4C7B9DAFD456}"/>
                </a:ext>
              </a:extLst>
            </p:cNvPr>
            <p:cNvSpPr txBox="1"/>
            <p:nvPr/>
          </p:nvSpPr>
          <p:spPr>
            <a:xfrm>
              <a:off x="4163255" y="1875991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4D28DC-4D38-BE77-F17F-0232EFF14187}"/>
                </a:ext>
              </a:extLst>
            </p:cNvPr>
            <p:cNvSpPr txBox="1"/>
            <p:nvPr/>
          </p:nvSpPr>
          <p:spPr>
            <a:xfrm>
              <a:off x="4881714" y="240285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E5299C-8F68-EA89-1D5A-AA681FB0B932}"/>
                </a:ext>
              </a:extLst>
            </p:cNvPr>
            <p:cNvSpPr txBox="1"/>
            <p:nvPr/>
          </p:nvSpPr>
          <p:spPr>
            <a:xfrm>
              <a:off x="5574050" y="2624931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AJT_f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7D096C-8575-0C45-2D9F-62395D6B171D}"/>
                </a:ext>
              </a:extLst>
            </p:cNvPr>
            <p:cNvSpPr txBox="1"/>
            <p:nvPr/>
          </p:nvSpPr>
          <p:spPr>
            <a:xfrm>
              <a:off x="6192543" y="2803440"/>
              <a:ext cx="85953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045516-63C6-933E-A85E-E3F1716D7FDE}"/>
                </a:ext>
              </a:extLst>
            </p:cNvPr>
            <p:cNvSpPr txBox="1"/>
            <p:nvPr/>
          </p:nvSpPr>
          <p:spPr>
            <a:xfrm>
              <a:off x="6929842" y="3385134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5889B2D-730C-B3A6-2060-0A51D570188C}"/>
                </a:ext>
              </a:extLst>
            </p:cNvPr>
            <p:cNvCxnSpPr>
              <a:cxnSpLocks/>
            </p:cNvCxnSpPr>
            <p:nvPr/>
          </p:nvCxnSpPr>
          <p:spPr>
            <a:xfrm>
              <a:off x="6921490" y="2809597"/>
              <a:ext cx="338495" cy="61940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E30E7D-CCB0-8B54-8E8F-4C99377C0052}"/>
                </a:ext>
              </a:extLst>
            </p:cNvPr>
            <p:cNvSpPr txBox="1"/>
            <p:nvPr/>
          </p:nvSpPr>
          <p:spPr>
            <a:xfrm>
              <a:off x="7060784" y="2734203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AJT_h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7119FF-C2E1-0566-C165-AE139E29F901}"/>
                </a:ext>
              </a:extLst>
            </p:cNvPr>
            <p:cNvSpPr txBox="1"/>
            <p:nvPr/>
          </p:nvSpPr>
          <p:spPr>
            <a:xfrm>
              <a:off x="7595731" y="2507078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CB8E41-F395-290A-79D4-06B47DD5B677}"/>
                </a:ext>
              </a:extLst>
            </p:cNvPr>
            <p:cNvSpPr txBox="1"/>
            <p:nvPr/>
          </p:nvSpPr>
          <p:spPr>
            <a:xfrm>
              <a:off x="8070989" y="2246890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12AEA3-576F-1F8F-5B2A-5C2175DB7007}"/>
                </a:ext>
              </a:extLst>
            </p:cNvPr>
            <p:cNvSpPr txBox="1"/>
            <p:nvPr/>
          </p:nvSpPr>
          <p:spPr>
            <a:xfrm>
              <a:off x="8603909" y="1750797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AJT_r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32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17B397C-C0A2-711F-3B99-63CB73D298F0}"/>
              </a:ext>
            </a:extLst>
          </p:cNvPr>
          <p:cNvGrpSpPr/>
          <p:nvPr/>
        </p:nvGrpSpPr>
        <p:grpSpPr>
          <a:xfrm>
            <a:off x="2246890" y="0"/>
            <a:ext cx="7698219" cy="6858000"/>
            <a:chOff x="2246890" y="0"/>
            <a:chExt cx="7698219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5FA1F7-C128-2CCC-A76A-8EAFF514A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6890" y="0"/>
              <a:ext cx="7698219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1191E9-1B2C-ECB9-0DCB-348676B35ECF}"/>
                </a:ext>
              </a:extLst>
            </p:cNvPr>
            <p:cNvSpPr txBox="1"/>
            <p:nvPr/>
          </p:nvSpPr>
          <p:spPr>
            <a:xfrm>
              <a:off x="5026866" y="2102413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02C2D3-3A9C-D44C-EE20-423E57953F85}"/>
                </a:ext>
              </a:extLst>
            </p:cNvPr>
            <p:cNvSpPr txBox="1"/>
            <p:nvPr/>
          </p:nvSpPr>
          <p:spPr>
            <a:xfrm>
              <a:off x="5824667" y="2219979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AJT_f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8480BA-A368-C32E-A821-BE9EFEBCF213}"/>
                </a:ext>
              </a:extLst>
            </p:cNvPr>
            <p:cNvSpPr txBox="1"/>
            <p:nvPr/>
          </p:nvSpPr>
          <p:spPr>
            <a:xfrm>
              <a:off x="6965375" y="194930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XL_a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244064-43C9-C157-765D-0332C6C5CC3F}"/>
                </a:ext>
              </a:extLst>
            </p:cNvPr>
            <p:cNvSpPr txBox="1"/>
            <p:nvPr/>
          </p:nvSpPr>
          <p:spPr>
            <a:xfrm>
              <a:off x="7564977" y="1833229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AJT_l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885A83-B495-12DD-56E7-5D151527510B}"/>
                </a:ext>
              </a:extLst>
            </p:cNvPr>
            <p:cNvSpPr txBox="1"/>
            <p:nvPr/>
          </p:nvSpPr>
          <p:spPr>
            <a:xfrm>
              <a:off x="8339548" y="1347818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AJT_q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CFFA3F-7146-556E-3976-BBA3761CF9BD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30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4489C0-430B-4C85-A567-887A9CC2FB5B}"/>
              </a:ext>
            </a:extLst>
          </p:cNvPr>
          <p:cNvGrpSpPr/>
          <p:nvPr/>
        </p:nvGrpSpPr>
        <p:grpSpPr>
          <a:xfrm>
            <a:off x="2246890" y="0"/>
            <a:ext cx="7698219" cy="6858000"/>
            <a:chOff x="2246890" y="0"/>
            <a:chExt cx="7698219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44AFF2-CEF0-4340-8344-CC01F6F01F5E}"/>
                </a:ext>
              </a:extLst>
            </p:cNvPr>
            <p:cNvGrpSpPr/>
            <p:nvPr/>
          </p:nvGrpSpPr>
          <p:grpSpPr>
            <a:xfrm>
              <a:off x="2246890" y="0"/>
              <a:ext cx="7698219" cy="6858000"/>
              <a:chOff x="2246890" y="0"/>
              <a:chExt cx="7698219" cy="68580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3690CAE-D4A5-F6CE-B0D6-0F6BEE34B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46890" y="0"/>
                <a:ext cx="7698219" cy="68580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27C5F3-ABE5-77A8-B303-8CCD41B93B44}"/>
                  </a:ext>
                </a:extLst>
              </p:cNvPr>
              <p:cNvSpPr txBox="1"/>
              <p:nvPr/>
            </p:nvSpPr>
            <p:spPr>
              <a:xfrm>
                <a:off x="5601280" y="2180278"/>
                <a:ext cx="8386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JLK_b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77442E-1D21-DE23-BD28-A2B79059F263}"/>
                  </a:ext>
                </a:extLst>
              </p:cNvPr>
              <p:cNvSpPr txBox="1"/>
              <p:nvPr/>
            </p:nvSpPr>
            <p:spPr>
              <a:xfrm>
                <a:off x="6237843" y="2485602"/>
                <a:ext cx="85151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AJT_g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CD_a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982B30-D015-B6C9-888A-F484EB455390}"/>
                </a:ext>
              </a:extLst>
            </p:cNvPr>
            <p:cNvSpPr txBox="1"/>
            <p:nvPr/>
          </p:nvSpPr>
          <p:spPr>
            <a:xfrm>
              <a:off x="4840071" y="1980061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449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2E45B12-1399-1A6C-3F65-F392637CF6CE}"/>
              </a:ext>
            </a:extLst>
          </p:cNvPr>
          <p:cNvGrpSpPr/>
          <p:nvPr/>
        </p:nvGrpSpPr>
        <p:grpSpPr>
          <a:xfrm>
            <a:off x="2246890" y="0"/>
            <a:ext cx="7698219" cy="6858000"/>
            <a:chOff x="2246890" y="0"/>
            <a:chExt cx="7698219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2B2568-2BBA-0E46-366A-96D2B153C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6890" y="0"/>
              <a:ext cx="7698219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13876C-17AF-5628-4925-1FCA80F8CAFE}"/>
                </a:ext>
              </a:extLst>
            </p:cNvPr>
            <p:cNvSpPr txBox="1"/>
            <p:nvPr/>
          </p:nvSpPr>
          <p:spPr>
            <a:xfrm>
              <a:off x="4733665" y="2272233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AJT_b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1420ED-9246-911C-D1E6-0F38EF1BCC46}"/>
                </a:ext>
              </a:extLst>
            </p:cNvPr>
            <p:cNvSpPr txBox="1"/>
            <p:nvPr/>
          </p:nvSpPr>
          <p:spPr>
            <a:xfrm>
              <a:off x="5136980" y="2772977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C6C421-BF53-CA9D-06DE-E78D62EE74E1}"/>
                </a:ext>
              </a:extLst>
            </p:cNvPr>
            <p:cNvSpPr txBox="1"/>
            <p:nvPr/>
          </p:nvSpPr>
          <p:spPr>
            <a:xfrm>
              <a:off x="5489677" y="3059668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260600-C55F-F4DC-5C9B-4229D30B0BF6}"/>
                </a:ext>
              </a:extLst>
            </p:cNvPr>
            <p:cNvSpPr txBox="1"/>
            <p:nvPr/>
          </p:nvSpPr>
          <p:spPr>
            <a:xfrm>
              <a:off x="6244853" y="3190775"/>
              <a:ext cx="85953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15D907-77C0-315C-0DFA-04988F4E04B7}"/>
                </a:ext>
              </a:extLst>
            </p:cNvPr>
            <p:cNvSpPr txBox="1"/>
            <p:nvPr/>
          </p:nvSpPr>
          <p:spPr>
            <a:xfrm>
              <a:off x="7238764" y="2781686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JMAS_d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83CE9A-C013-346F-2680-37A57C56FE67}"/>
                </a:ext>
              </a:extLst>
            </p:cNvPr>
            <p:cNvSpPr txBox="1"/>
            <p:nvPr/>
          </p:nvSpPr>
          <p:spPr>
            <a:xfrm>
              <a:off x="7026872" y="3062928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JLK_η</a:t>
              </a:r>
              <a:endPara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C591DC-6F57-6E9B-C82A-D1FB5FF96673}"/>
                </a:ext>
              </a:extLst>
            </p:cNvPr>
            <p:cNvSpPr txBox="1"/>
            <p:nvPr/>
          </p:nvSpPr>
          <p:spPr>
            <a:xfrm>
              <a:off x="7787182" y="2430772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JLK_Δ</a:t>
              </a:r>
              <a:endPara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BAF7D7-BFAB-08DA-C75F-A37BC37632AE}"/>
                </a:ext>
              </a:extLst>
            </p:cNvPr>
            <p:cNvCxnSpPr>
              <a:cxnSpLocks/>
            </p:cNvCxnSpPr>
            <p:nvPr/>
          </p:nvCxnSpPr>
          <p:spPr>
            <a:xfrm>
              <a:off x="6925317" y="2878485"/>
              <a:ext cx="313447" cy="263824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E4A257E-51FD-CD66-6D34-284487A1C359}"/>
                </a:ext>
              </a:extLst>
            </p:cNvPr>
            <p:cNvCxnSpPr>
              <a:cxnSpLocks/>
            </p:cNvCxnSpPr>
            <p:nvPr/>
          </p:nvCxnSpPr>
          <p:spPr>
            <a:xfrm>
              <a:off x="7569696" y="2512439"/>
              <a:ext cx="328978" cy="88654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71FF23-D482-919B-0669-882165050342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4830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F02EAD0-062C-7B7D-4F33-A16E9482FE14}"/>
              </a:ext>
            </a:extLst>
          </p:cNvPr>
          <p:cNvGrpSpPr/>
          <p:nvPr/>
        </p:nvGrpSpPr>
        <p:grpSpPr>
          <a:xfrm>
            <a:off x="2246890" y="0"/>
            <a:ext cx="7698219" cy="6858000"/>
            <a:chOff x="2246890" y="0"/>
            <a:chExt cx="7698219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FB0FFB9-0116-A0D0-9B11-0B750F555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6890" y="0"/>
              <a:ext cx="7698219" cy="6858000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64947AB-503A-04BD-3757-DC199172B4D9}"/>
                </a:ext>
              </a:extLst>
            </p:cNvPr>
            <p:cNvGrpSpPr/>
            <p:nvPr/>
          </p:nvGrpSpPr>
          <p:grpSpPr>
            <a:xfrm>
              <a:off x="5255402" y="356827"/>
              <a:ext cx="4293245" cy="3207166"/>
              <a:chOff x="5255402" y="356827"/>
              <a:chExt cx="4293245" cy="320716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ADEFB5-8B30-4476-DF07-8FD757D7029F}"/>
                  </a:ext>
                </a:extLst>
              </p:cNvPr>
              <p:cNvSpPr txBox="1"/>
              <p:nvPr/>
            </p:nvSpPr>
            <p:spPr>
              <a:xfrm>
                <a:off x="5255402" y="2492573"/>
                <a:ext cx="86754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XC_a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JMAS_a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AJT_d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D82E2-49B2-23B4-76D0-5387EC3B892B}"/>
                  </a:ext>
                </a:extLst>
              </p:cNvPr>
              <p:cNvSpPr txBox="1"/>
              <p:nvPr/>
            </p:nvSpPr>
            <p:spPr>
              <a:xfrm>
                <a:off x="6163239" y="2631073"/>
                <a:ext cx="104387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JMAS_c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JLK_ζ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DC25DB-546B-A777-D1FB-9003408427B1}"/>
                  </a:ext>
                </a:extLst>
              </p:cNvPr>
              <p:cNvSpPr txBox="1"/>
              <p:nvPr/>
            </p:nvSpPr>
            <p:spPr>
              <a:xfrm>
                <a:off x="7108120" y="2340117"/>
                <a:ext cx="1056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JMAS_d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320F17-A444-7D85-0331-4883B05C9563}"/>
                  </a:ext>
                </a:extLst>
              </p:cNvPr>
              <p:cNvSpPr txBox="1"/>
              <p:nvPr/>
            </p:nvSpPr>
            <p:spPr>
              <a:xfrm>
                <a:off x="8491947" y="356827"/>
                <a:ext cx="1056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JMAS_e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2ACDE1-82D5-796B-CBFD-75BC956D229D}"/>
                  </a:ext>
                </a:extLst>
              </p:cNvPr>
              <p:cNvSpPr txBox="1"/>
              <p:nvPr/>
            </p:nvSpPr>
            <p:spPr>
              <a:xfrm>
                <a:off x="5716606" y="3194661"/>
                <a:ext cx="1056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JMAS_b</a:t>
                </a:r>
                <a:endParaRPr lang="en-US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07ADF27-0F90-EC24-7A9E-A4312AD9F1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2947" y="2499161"/>
                <a:ext cx="82165" cy="732076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9273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46B0-2CF2-DD94-8A09-8DE28E1E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BE8048B-27BD-FF06-3CA7-6C8AFC60BC02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5FA879-5B64-414E-1B0A-F3BA109B5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41CA3DE-6FC6-000A-8552-ECB5041DB350}"/>
                </a:ext>
              </a:extLst>
            </p:cNvPr>
            <p:cNvSpPr txBox="1"/>
            <p:nvPr/>
          </p:nvSpPr>
          <p:spPr>
            <a:xfrm>
              <a:off x="4835183" y="268845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AJT_b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C4EED6-2618-202B-5F2C-DC43CA983B6A}"/>
                </a:ext>
              </a:extLst>
            </p:cNvPr>
            <p:cNvSpPr txBox="1"/>
            <p:nvPr/>
          </p:nvSpPr>
          <p:spPr>
            <a:xfrm>
              <a:off x="6122126" y="3402873"/>
              <a:ext cx="104387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D64278-4DF3-C11D-FB19-B15CD54C3623}"/>
                </a:ext>
              </a:extLst>
            </p:cNvPr>
            <p:cNvSpPr txBox="1"/>
            <p:nvPr/>
          </p:nvSpPr>
          <p:spPr>
            <a:xfrm>
              <a:off x="8113958" y="2074505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JLK_θ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62CB36-B688-5E40-C38B-3446F59500FD}"/>
                </a:ext>
              </a:extLst>
            </p:cNvPr>
            <p:cNvSpPr txBox="1"/>
            <p:nvPr/>
          </p:nvSpPr>
          <p:spPr>
            <a:xfrm>
              <a:off x="8611372" y="1634722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AJT_r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908458-E43E-6945-399B-08B5C0951B90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32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6577-A19F-B4BF-3CFD-1D9A25AD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77E49BC-BD72-DFAC-7C6D-51CF73AF1567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4ABEE5-BE01-83C7-A328-8D9D8E194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753017-B4D3-E216-B03F-FBC043BF848F}"/>
                </a:ext>
              </a:extLst>
            </p:cNvPr>
            <p:cNvSpPr txBox="1"/>
            <p:nvPr/>
          </p:nvSpPr>
          <p:spPr>
            <a:xfrm>
              <a:off x="5185736" y="3999157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84F5A9-08D2-F87B-B04C-6FE50EC1DD23}"/>
                </a:ext>
              </a:extLst>
            </p:cNvPr>
            <p:cNvSpPr txBox="1"/>
            <p:nvPr/>
          </p:nvSpPr>
          <p:spPr>
            <a:xfrm>
              <a:off x="6227437" y="5019574"/>
              <a:ext cx="85953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ED8239-EC93-109B-B077-F2A68C18F750}"/>
                </a:ext>
              </a:extLst>
            </p:cNvPr>
            <p:cNvSpPr txBox="1"/>
            <p:nvPr/>
          </p:nvSpPr>
          <p:spPr>
            <a:xfrm>
              <a:off x="7264874" y="4033993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9EDBC0-ABCC-C3E1-F465-E7CB70A85B66}"/>
                </a:ext>
              </a:extLst>
            </p:cNvPr>
            <p:cNvSpPr txBox="1"/>
            <p:nvPr/>
          </p:nvSpPr>
          <p:spPr>
            <a:xfrm>
              <a:off x="7836769" y="3306767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AJT_n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48AF0B-6BA5-D950-4A97-DA1A8ABEA0F4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062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13C73-861E-B6B9-575C-9C3C42D7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0D4D607-D7F0-2CE3-76B6-447259800262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EF0B0B2-2F13-2BB8-2BD9-6B9FDA744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D66B583-E99E-1BCA-CA58-7125256713A0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7F2C89-9FA5-8820-1A30-8B5CB0E7B76A}"/>
                </a:ext>
              </a:extLst>
            </p:cNvPr>
            <p:cNvSpPr txBox="1"/>
            <p:nvPr/>
          </p:nvSpPr>
          <p:spPr>
            <a:xfrm>
              <a:off x="4960627" y="4245204"/>
              <a:ext cx="105670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6BACB2-100E-FC44-2580-0F3C30F2072D}"/>
                </a:ext>
              </a:extLst>
            </p:cNvPr>
            <p:cNvSpPr txBox="1"/>
            <p:nvPr/>
          </p:nvSpPr>
          <p:spPr>
            <a:xfrm>
              <a:off x="6279973" y="5137831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XC_b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606017-4C5A-14EB-3022-7BCB9298D5B5}"/>
                </a:ext>
              </a:extLst>
            </p:cNvPr>
            <p:cNvSpPr txBox="1"/>
            <p:nvPr/>
          </p:nvSpPr>
          <p:spPr>
            <a:xfrm>
              <a:off x="8192444" y="3459166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JLK_θ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029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6C21-72A4-067D-0242-02899D4D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6FDAA6F-0724-85E4-99F3-283CB5B8E064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DE09B5-491E-B561-EBCD-C44B19F2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591113-6AEA-FA01-CBFB-86C4C07E3D71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D4B9D3-880F-7004-E3F0-217DDE66E6EA}"/>
                </a:ext>
              </a:extLst>
            </p:cNvPr>
            <p:cNvSpPr txBox="1"/>
            <p:nvPr/>
          </p:nvSpPr>
          <p:spPr>
            <a:xfrm>
              <a:off x="4643590" y="2522995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AJT_b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3CC970-5DCD-15F7-0B82-50D50F641AE3}"/>
                </a:ext>
              </a:extLst>
            </p:cNvPr>
            <p:cNvSpPr txBox="1"/>
            <p:nvPr/>
          </p:nvSpPr>
          <p:spPr>
            <a:xfrm>
              <a:off x="5343264" y="2655407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93A2F6-FAE9-2A34-0A0C-1AFAD563EB07}"/>
                </a:ext>
              </a:extLst>
            </p:cNvPr>
            <p:cNvSpPr txBox="1"/>
            <p:nvPr/>
          </p:nvSpPr>
          <p:spPr>
            <a:xfrm>
              <a:off x="6136874" y="2866200"/>
              <a:ext cx="104387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E002DF-063A-97CC-DBE7-EDFB902ABC49}"/>
                </a:ext>
              </a:extLst>
            </p:cNvPr>
            <p:cNvSpPr txBox="1"/>
            <p:nvPr/>
          </p:nvSpPr>
          <p:spPr>
            <a:xfrm>
              <a:off x="7048608" y="2576138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1297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AFBCE-A7CF-4237-8335-320399DF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0FDBCDF-2021-7223-0DB0-A621A791F6A6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4E83460-7226-60AA-6300-F8F15816F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73197F5-EBD7-D366-5281-2281B0DEDDB6}"/>
                </a:ext>
              </a:extLst>
            </p:cNvPr>
            <p:cNvSpPr txBox="1"/>
            <p:nvPr/>
          </p:nvSpPr>
          <p:spPr>
            <a:xfrm>
              <a:off x="5246700" y="3676940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2304DD-8D6C-D19C-0D12-55B0EA8FEAC4}"/>
                </a:ext>
              </a:extLst>
            </p:cNvPr>
            <p:cNvSpPr txBox="1"/>
            <p:nvPr/>
          </p:nvSpPr>
          <p:spPr>
            <a:xfrm>
              <a:off x="6227437" y="4296763"/>
              <a:ext cx="85953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11CAC4-29F8-6405-437E-D234B289A431}"/>
                </a:ext>
              </a:extLst>
            </p:cNvPr>
            <p:cNvSpPr txBox="1"/>
            <p:nvPr/>
          </p:nvSpPr>
          <p:spPr>
            <a:xfrm>
              <a:off x="7130836" y="3615977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XL_a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2E9EFD-AE55-74B3-CAB4-02D4E28862A7}"/>
                </a:ext>
              </a:extLst>
            </p:cNvPr>
            <p:cNvSpPr txBox="1"/>
            <p:nvPr/>
          </p:nvSpPr>
          <p:spPr>
            <a:xfrm>
              <a:off x="7767021" y="289010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843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B4B1-E699-91F1-B2CC-390C49C8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2FF4C45-C644-8FC5-9572-60DFEAED5D7E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9076D51-92F0-A77D-CD12-E58A193C4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7A69DAC-4327-1E7A-47AD-3AB9B945E34A}"/>
                </a:ext>
              </a:extLst>
            </p:cNvPr>
            <p:cNvSpPr txBox="1"/>
            <p:nvPr/>
          </p:nvSpPr>
          <p:spPr>
            <a:xfrm>
              <a:off x="5203155" y="3772737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9E0C8A-BA90-82A4-C27E-ACBE576877C0}"/>
                </a:ext>
              </a:extLst>
            </p:cNvPr>
            <p:cNvSpPr txBox="1"/>
            <p:nvPr/>
          </p:nvSpPr>
          <p:spPr>
            <a:xfrm>
              <a:off x="6136874" y="4686300"/>
              <a:ext cx="104387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C3C167-A1C0-4B71-552F-DA426FB1A729}"/>
                </a:ext>
              </a:extLst>
            </p:cNvPr>
            <p:cNvSpPr txBox="1"/>
            <p:nvPr/>
          </p:nvSpPr>
          <p:spPr>
            <a:xfrm>
              <a:off x="7275030" y="3711774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9E1CE3-F763-5F4A-D2D2-5EEF9E91047D}"/>
                </a:ext>
              </a:extLst>
            </p:cNvPr>
            <p:cNvSpPr txBox="1"/>
            <p:nvPr/>
          </p:nvSpPr>
          <p:spPr>
            <a:xfrm>
              <a:off x="8513719" y="2122880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AJT_q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7D794A-1A62-1222-83AB-6F239C63BBBB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407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8A2D-54E1-6CBC-DA30-46F616D7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A89EECF-3ED4-36DE-D524-33B2D2B8AA71}"/>
              </a:ext>
            </a:extLst>
          </p:cNvPr>
          <p:cNvGrpSpPr/>
          <p:nvPr/>
        </p:nvGrpSpPr>
        <p:grpSpPr>
          <a:xfrm>
            <a:off x="2246891" y="0"/>
            <a:ext cx="7698218" cy="6858000"/>
            <a:chOff x="2246891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CAF4A3-806F-AFC5-34EB-C786FB6CF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1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F342C4B-2266-500B-554B-E35A738D6B61}"/>
                </a:ext>
              </a:extLst>
            </p:cNvPr>
            <p:cNvSpPr txBox="1"/>
            <p:nvPr/>
          </p:nvSpPr>
          <p:spPr>
            <a:xfrm>
              <a:off x="5307659" y="2681627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1F0932-8E35-A996-14C3-6827117D4931}"/>
                </a:ext>
              </a:extLst>
            </p:cNvPr>
            <p:cNvSpPr txBox="1"/>
            <p:nvPr/>
          </p:nvSpPr>
          <p:spPr>
            <a:xfrm>
              <a:off x="6136874" y="3031663"/>
              <a:ext cx="104387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303A46-BE23-E09C-8339-EC162A59A20E}"/>
                </a:ext>
              </a:extLst>
            </p:cNvPr>
            <p:cNvSpPr txBox="1"/>
            <p:nvPr/>
          </p:nvSpPr>
          <p:spPr>
            <a:xfrm>
              <a:off x="7039895" y="2592662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CA3388-31FE-96C6-EAF2-F36D30C0B2C2}"/>
                </a:ext>
              </a:extLst>
            </p:cNvPr>
            <p:cNvSpPr txBox="1"/>
            <p:nvPr/>
          </p:nvSpPr>
          <p:spPr>
            <a:xfrm>
              <a:off x="7753549" y="2338327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7B252B-2EB9-4FBA-465F-7BFA2EC4ACF6}"/>
                </a:ext>
              </a:extLst>
            </p:cNvPr>
            <p:cNvSpPr txBox="1"/>
            <p:nvPr/>
          </p:nvSpPr>
          <p:spPr>
            <a:xfrm>
              <a:off x="8577121" y="1591657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AJT_q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BFC47B-B7B2-8C6D-FBD0-D8ECFF5A77B1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DE5866-39B0-8593-0FB8-B47819763CFB}"/>
                </a:ext>
              </a:extLst>
            </p:cNvPr>
            <p:cNvSpPr txBox="1"/>
            <p:nvPr/>
          </p:nvSpPr>
          <p:spPr>
            <a:xfrm>
              <a:off x="8063370" y="207661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AJT_o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1496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1DE52-8A9B-430F-3FCC-21A9D17F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410BE56-F2A4-98B6-FA4C-EADE9A9E2215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C99EF8-C2B8-82D9-B84F-FB0C5D1D4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0F6C1D-28C7-38AA-1AF9-C23AE40CD73A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61E70D-9F9E-56DB-DC6A-8A6FCC81E5DA}"/>
                </a:ext>
              </a:extLst>
            </p:cNvPr>
            <p:cNvSpPr txBox="1"/>
            <p:nvPr/>
          </p:nvSpPr>
          <p:spPr>
            <a:xfrm>
              <a:off x="4425868" y="2418488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AJT_b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228DBC-E039-C944-BDF4-7B8C671BD2C4}"/>
                </a:ext>
              </a:extLst>
            </p:cNvPr>
            <p:cNvSpPr txBox="1"/>
            <p:nvPr/>
          </p:nvSpPr>
          <p:spPr>
            <a:xfrm>
              <a:off x="4902181" y="2682702"/>
              <a:ext cx="86754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437196-3FEB-B45E-BEF2-CF85D9ABA968}"/>
                </a:ext>
              </a:extLst>
            </p:cNvPr>
            <p:cNvSpPr txBox="1"/>
            <p:nvPr/>
          </p:nvSpPr>
          <p:spPr>
            <a:xfrm>
              <a:off x="5388207" y="3332127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9A2A432-C7B9-C87B-AA69-1463A4F8C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1829" y="2993472"/>
              <a:ext cx="215045" cy="435528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97CF30-ED70-6938-8A2D-9F01B48AEC07}"/>
                </a:ext>
              </a:extLst>
            </p:cNvPr>
            <p:cNvSpPr txBox="1"/>
            <p:nvPr/>
          </p:nvSpPr>
          <p:spPr>
            <a:xfrm>
              <a:off x="6237843" y="3121326"/>
              <a:ext cx="85151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AJT_g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CD_a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F4EDCD-2690-4FB1-D674-B3CD69CB8C54}"/>
                </a:ext>
              </a:extLst>
            </p:cNvPr>
            <p:cNvSpPr txBox="1"/>
            <p:nvPr/>
          </p:nvSpPr>
          <p:spPr>
            <a:xfrm>
              <a:off x="7114524" y="294080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JLK_η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6233B2-B3C4-CF91-9B30-064582B84414}"/>
                </a:ext>
              </a:extLst>
            </p:cNvPr>
            <p:cNvSpPr txBox="1"/>
            <p:nvPr/>
          </p:nvSpPr>
          <p:spPr>
            <a:xfrm>
              <a:off x="7636317" y="2665193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JLK_Δ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250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19CAB-EDEB-560A-D131-BB860CA7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8C43485-FA93-2C29-E859-0382013C2DC4}"/>
              </a:ext>
            </a:extLst>
          </p:cNvPr>
          <p:cNvGrpSpPr/>
          <p:nvPr/>
        </p:nvGrpSpPr>
        <p:grpSpPr>
          <a:xfrm>
            <a:off x="2246891" y="0"/>
            <a:ext cx="7698218" cy="6858000"/>
            <a:chOff x="2246891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E51BFC0-E22A-0DC6-7B38-57D41E3DD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1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9C5FBD2-9462-EF66-DB9D-86A6CE07BFBD}"/>
                </a:ext>
              </a:extLst>
            </p:cNvPr>
            <p:cNvSpPr txBox="1"/>
            <p:nvPr/>
          </p:nvSpPr>
          <p:spPr>
            <a:xfrm>
              <a:off x="4617469" y="225303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9EFDB4-EA96-2A70-5C32-C1ED6C666994}"/>
                </a:ext>
              </a:extLst>
            </p:cNvPr>
            <p:cNvSpPr txBox="1"/>
            <p:nvPr/>
          </p:nvSpPr>
          <p:spPr>
            <a:xfrm>
              <a:off x="4927810" y="2622362"/>
              <a:ext cx="105670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JMAS_a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XC_a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A2ABA7-FF77-7800-EC10-4D328E881375}"/>
                </a:ext>
              </a:extLst>
            </p:cNvPr>
            <p:cNvSpPr txBox="1"/>
            <p:nvPr/>
          </p:nvSpPr>
          <p:spPr>
            <a:xfrm>
              <a:off x="5492291" y="3338436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FF6265-F88E-4ACD-FB9F-DEC186F32856}"/>
                </a:ext>
              </a:extLst>
            </p:cNvPr>
            <p:cNvSpPr txBox="1"/>
            <p:nvPr/>
          </p:nvSpPr>
          <p:spPr>
            <a:xfrm>
              <a:off x="6136874" y="2840069"/>
              <a:ext cx="104387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419EAC3-34B1-0F7D-C3B2-4779EC959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3120" y="2781724"/>
              <a:ext cx="223754" cy="612343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3136808-DD2E-EB88-6042-BD8F65573FB1}"/>
                </a:ext>
              </a:extLst>
            </p:cNvPr>
            <p:cNvSpPr txBox="1"/>
            <p:nvPr/>
          </p:nvSpPr>
          <p:spPr>
            <a:xfrm>
              <a:off x="6992228" y="2622362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D297FC-B487-0BA7-2877-65EE6E14322A}"/>
                </a:ext>
              </a:extLst>
            </p:cNvPr>
            <p:cNvSpPr txBox="1"/>
            <p:nvPr/>
          </p:nvSpPr>
          <p:spPr>
            <a:xfrm>
              <a:off x="7558662" y="227350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AJT_k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89581A-351A-396F-043E-93ACC960A964}"/>
                </a:ext>
              </a:extLst>
            </p:cNvPr>
            <p:cNvSpPr txBox="1"/>
            <p:nvPr/>
          </p:nvSpPr>
          <p:spPr>
            <a:xfrm>
              <a:off x="7818029" y="2017905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JLK_c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5DCD2E-D7CC-CEA4-E6F2-696A77E39430}"/>
                </a:ext>
              </a:extLst>
            </p:cNvPr>
            <p:cNvSpPr txBox="1"/>
            <p:nvPr/>
          </p:nvSpPr>
          <p:spPr>
            <a:xfrm>
              <a:off x="8491947" y="35682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JMAS_e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148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B3F0-9CCC-E4A0-ACDA-01DE1B6E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498D4DE-BF3D-CF75-D7C9-7D2D3C48AEAD}"/>
              </a:ext>
            </a:extLst>
          </p:cNvPr>
          <p:cNvGrpSpPr/>
          <p:nvPr/>
        </p:nvGrpSpPr>
        <p:grpSpPr>
          <a:xfrm>
            <a:off x="2246890" y="0"/>
            <a:ext cx="7698218" cy="6858000"/>
            <a:chOff x="2246890" y="0"/>
            <a:chExt cx="7698218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850D916-BF3D-E47C-7205-598FE5AC4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46890" y="0"/>
              <a:ext cx="7698218" cy="6858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A1E2D6-0E1E-BCFB-834B-63BFB0CA4D56}"/>
                </a:ext>
              </a:extLst>
            </p:cNvPr>
            <p:cNvSpPr txBox="1"/>
            <p:nvPr/>
          </p:nvSpPr>
          <p:spPr>
            <a:xfrm>
              <a:off x="5102144" y="3001188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9E740B-E528-EFCF-395F-F683E109596B}"/>
                </a:ext>
              </a:extLst>
            </p:cNvPr>
            <p:cNvSpPr txBox="1"/>
            <p:nvPr/>
          </p:nvSpPr>
          <p:spPr>
            <a:xfrm>
              <a:off x="5524513" y="3287879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A8C5F1-5443-86FF-2507-927C2CDDE341}"/>
                </a:ext>
              </a:extLst>
            </p:cNvPr>
            <p:cNvSpPr txBox="1"/>
            <p:nvPr/>
          </p:nvSpPr>
          <p:spPr>
            <a:xfrm>
              <a:off x="6230632" y="3440469"/>
              <a:ext cx="85953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JMAS_c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2FED45-8344-38AD-9C40-896181966796}"/>
                </a:ext>
              </a:extLst>
            </p:cNvPr>
            <p:cNvSpPr txBox="1"/>
            <p:nvPr/>
          </p:nvSpPr>
          <p:spPr>
            <a:xfrm>
              <a:off x="7107486" y="3059668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JLK_Δ</a:t>
              </a:r>
              <a:endParaRPr 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75B528-F932-00B7-6BF9-AF5856F50682}"/>
                </a:ext>
              </a:extLst>
            </p:cNvPr>
            <p:cNvSpPr txBox="1"/>
            <p:nvPr/>
          </p:nvSpPr>
          <p:spPr>
            <a:xfrm>
              <a:off x="7791401" y="2605729"/>
              <a:ext cx="851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AJT_o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C74DBD-6BDD-741D-6496-23F6CBCCCE38}"/>
                </a:ext>
              </a:extLst>
            </p:cNvPr>
            <p:cNvSpPr txBox="1"/>
            <p:nvPr/>
          </p:nvSpPr>
          <p:spPr>
            <a:xfrm>
              <a:off x="8227277" y="2184143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JLK_θ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C2A6C10-6C53-9C22-EC1D-5A370F6F5FAA}"/>
                </a:ext>
              </a:extLst>
            </p:cNvPr>
            <p:cNvSpPr txBox="1"/>
            <p:nvPr/>
          </p:nvSpPr>
          <p:spPr>
            <a:xfrm>
              <a:off x="8645557" y="1821812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AJT_r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089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4530</TotalTime>
  <Words>433</Words>
  <Application>Microsoft Macintosh PowerPoint</Application>
  <PresentationFormat>Widescreen</PresentationFormat>
  <Paragraphs>125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140</cp:revision>
  <dcterms:created xsi:type="dcterms:W3CDTF">2026-06-24T14:29:57Z</dcterms:created>
  <dcterms:modified xsi:type="dcterms:W3CDTF">2026-07-13T13:58:15Z</dcterms:modified>
</cp:coreProperties>
</file>