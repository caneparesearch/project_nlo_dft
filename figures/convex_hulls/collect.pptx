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60" r:id="rId2"/>
    <p:sldId id="261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8"/>
  </p:normalViewPr>
  <p:slideViewPr>
    <p:cSldViewPr snapToGrid="0">
      <p:cViewPr>
        <p:scale>
          <a:sx n="90" d="100"/>
          <a:sy n="90" d="100"/>
        </p:scale>
        <p:origin x="31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B71D7-6A45-7547-89FC-46B147B799A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D58C-FF87-1249-AF19-ACED0509C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D58C-FF87-1249-AF19-ACED0509C3F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04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E63B9-3E9C-B84A-B1BD-898993728C39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11" Type="http://schemas.openxmlformats.org/officeDocument/2006/relationships/image" Target="../media/image14.emf"/><Relationship Id="rId5" Type="http://schemas.openxmlformats.org/officeDocument/2006/relationships/image" Target="../media/image8.emf"/><Relationship Id="rId10" Type="http://schemas.openxmlformats.org/officeDocument/2006/relationships/image" Target="../media/image13.emf"/><Relationship Id="rId4" Type="http://schemas.openxmlformats.org/officeDocument/2006/relationships/image" Target="../media/image7.emf"/><Relationship Id="rId9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A325277-002C-4FAD-C6EF-F9E2B18C1B9F}"/>
              </a:ext>
            </a:extLst>
          </p:cNvPr>
          <p:cNvGrpSpPr/>
          <p:nvPr/>
        </p:nvGrpSpPr>
        <p:grpSpPr>
          <a:xfrm>
            <a:off x="165092" y="74034"/>
            <a:ext cx="6468858" cy="4043143"/>
            <a:chOff x="165092" y="74034"/>
            <a:chExt cx="6468858" cy="40431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0EA678E-8117-9DE9-6577-F6EC67CA6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549" y="292043"/>
              <a:ext cx="2052859" cy="18288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1B62A8-91B3-1002-CEAB-13F59DE7D7A7}"/>
                </a:ext>
              </a:extLst>
            </p:cNvPr>
            <p:cNvSpPr txBox="1"/>
            <p:nvPr/>
          </p:nvSpPr>
          <p:spPr>
            <a:xfrm>
              <a:off x="165092" y="74034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A05D09-E099-30B6-242D-8D0C19530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432820" y="294812"/>
              <a:ext cx="2052859" cy="18232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E20DC3-87B6-45B8-A567-F6F2C87A4B4B}"/>
                </a:ext>
              </a:extLst>
            </p:cNvPr>
            <p:cNvSpPr txBox="1"/>
            <p:nvPr/>
          </p:nvSpPr>
          <p:spPr>
            <a:xfrm>
              <a:off x="2313363" y="74034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7CC7A51-6446-29F9-9B39-DF1A79DFA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581091" y="294812"/>
              <a:ext cx="2052859" cy="182326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34348D-170F-4839-DCC4-503233997E3C}"/>
                </a:ext>
              </a:extLst>
            </p:cNvPr>
            <p:cNvSpPr txBox="1"/>
            <p:nvPr/>
          </p:nvSpPr>
          <p:spPr>
            <a:xfrm>
              <a:off x="4467245" y="74034"/>
              <a:ext cx="40908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6FB586D-E507-6BA7-384F-087CF3F76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284549" y="2293915"/>
              <a:ext cx="2052859" cy="182326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8463FC-A6F9-ECA9-409F-44F948F9A363}"/>
                </a:ext>
              </a:extLst>
            </p:cNvPr>
            <p:cNvSpPr txBox="1"/>
            <p:nvPr/>
          </p:nvSpPr>
          <p:spPr>
            <a:xfrm>
              <a:off x="165092" y="2073137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5C8FB3E-FBDC-B609-337A-CC8EE4C9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2432820" y="2293915"/>
              <a:ext cx="2052859" cy="182326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577650-52EB-2DC2-CE41-08D23A9BA419}"/>
                </a:ext>
              </a:extLst>
            </p:cNvPr>
            <p:cNvSpPr txBox="1"/>
            <p:nvPr/>
          </p:nvSpPr>
          <p:spPr>
            <a:xfrm>
              <a:off x="2313363" y="2073137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072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5467-33ED-205A-40E5-D6A7B336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AC5105D-C6F7-2510-52FE-33ED463FC644}"/>
              </a:ext>
            </a:extLst>
          </p:cNvPr>
          <p:cNvGrpSpPr/>
          <p:nvPr/>
        </p:nvGrpSpPr>
        <p:grpSpPr>
          <a:xfrm>
            <a:off x="165092" y="74034"/>
            <a:ext cx="6468857" cy="8128454"/>
            <a:chOff x="165092" y="74034"/>
            <a:chExt cx="6468857" cy="812845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330DC99-87B7-1220-6890-3086DE903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4549" y="294812"/>
              <a:ext cx="2052859" cy="18232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F2F69DC-3A59-A6E2-F954-A71A74926F9F}"/>
                </a:ext>
              </a:extLst>
            </p:cNvPr>
            <p:cNvSpPr txBox="1"/>
            <p:nvPr/>
          </p:nvSpPr>
          <p:spPr>
            <a:xfrm>
              <a:off x="165092" y="74034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EBB58D-121E-EA79-019A-77D534B63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435929" y="294812"/>
              <a:ext cx="2046641" cy="18232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876227-D959-0B5F-ED49-97F011440D02}"/>
                </a:ext>
              </a:extLst>
            </p:cNvPr>
            <p:cNvSpPr txBox="1"/>
            <p:nvPr/>
          </p:nvSpPr>
          <p:spPr>
            <a:xfrm>
              <a:off x="2313363" y="74034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9098B4A-4DEA-6C91-8683-F4DC7A55C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581092" y="294812"/>
              <a:ext cx="2052857" cy="182326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C1A70E-5297-8845-6328-7CAA5F73FAC6}"/>
                </a:ext>
              </a:extLst>
            </p:cNvPr>
            <p:cNvSpPr txBox="1"/>
            <p:nvPr/>
          </p:nvSpPr>
          <p:spPr>
            <a:xfrm>
              <a:off x="4467245" y="74034"/>
              <a:ext cx="40908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72AACBA-1ABB-0B47-1EC0-F7BE0BB18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284550" y="2338852"/>
              <a:ext cx="2052857" cy="182326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C1EE85-0912-E740-E50D-892060B95DDA}"/>
                </a:ext>
              </a:extLst>
            </p:cNvPr>
            <p:cNvSpPr txBox="1"/>
            <p:nvPr/>
          </p:nvSpPr>
          <p:spPr>
            <a:xfrm>
              <a:off x="165092" y="2118074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C0A02D0-D265-E86A-ED80-19098F12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2432821" y="2338852"/>
              <a:ext cx="2052857" cy="182326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140999-37E6-D8C4-0BEF-D8759DB28785}"/>
                </a:ext>
              </a:extLst>
            </p:cNvPr>
            <p:cNvSpPr txBox="1"/>
            <p:nvPr/>
          </p:nvSpPr>
          <p:spPr>
            <a:xfrm>
              <a:off x="2313363" y="2118074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BB7797D-5D5A-6C12-2D83-13566AAC2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581092" y="2338852"/>
              <a:ext cx="2052857" cy="182326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26CD20-1072-B371-ED3B-99E92307AA08}"/>
                </a:ext>
              </a:extLst>
            </p:cNvPr>
            <p:cNvSpPr txBox="1"/>
            <p:nvPr/>
          </p:nvSpPr>
          <p:spPr>
            <a:xfrm>
              <a:off x="4488885" y="2118074"/>
              <a:ext cx="36580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(f)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32AFB1-C716-8992-907F-270C3F509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284550" y="4335186"/>
              <a:ext cx="2052857" cy="18232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B43983-1CBB-F576-8435-EDC9B27682CD}"/>
                </a:ext>
              </a:extLst>
            </p:cNvPr>
            <p:cNvSpPr txBox="1"/>
            <p:nvPr/>
          </p:nvSpPr>
          <p:spPr>
            <a:xfrm>
              <a:off x="165092" y="4114408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(g)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4A547F8-4885-FC95-DEAD-56BDA80D0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432821" y="4335186"/>
              <a:ext cx="2052857" cy="18232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868F48-E563-8802-1BA5-14B700B8677F}"/>
                </a:ext>
              </a:extLst>
            </p:cNvPr>
            <p:cNvSpPr txBox="1"/>
            <p:nvPr/>
          </p:nvSpPr>
          <p:spPr>
            <a:xfrm>
              <a:off x="2313363" y="4114408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(h)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28EFB1A-5B9A-2C4C-AD18-EF8A9E652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4581092" y="4335186"/>
              <a:ext cx="2052857" cy="182326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9A397D-4364-6804-D6EA-EAC7AEBF098A}"/>
                </a:ext>
              </a:extLst>
            </p:cNvPr>
            <p:cNvSpPr txBox="1"/>
            <p:nvPr/>
          </p:nvSpPr>
          <p:spPr>
            <a:xfrm>
              <a:off x="4493694" y="4114408"/>
              <a:ext cx="35618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BA30FC1-6B9C-6619-42E0-5273C4F65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257299" y="6379226"/>
              <a:ext cx="2052857" cy="182326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58A318-9EF1-867D-BBA3-AE6D07BF310E}"/>
                </a:ext>
              </a:extLst>
            </p:cNvPr>
            <p:cNvSpPr txBox="1"/>
            <p:nvPr/>
          </p:nvSpPr>
          <p:spPr>
            <a:xfrm>
              <a:off x="169901" y="6158448"/>
              <a:ext cx="35618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(j)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1533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1072</TotalTime>
  <Words>46</Words>
  <Application>Microsoft Macintosh PowerPoint</Application>
  <PresentationFormat>Letter Paper (8.5x11 in)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17</cp:revision>
  <dcterms:created xsi:type="dcterms:W3CDTF">2026-06-24T23:02:47Z</dcterms:created>
  <dcterms:modified xsi:type="dcterms:W3CDTF">2026-07-13T15:22:57Z</dcterms:modified>
</cp:coreProperties>
</file>